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85" r:id="rId3"/>
    <p:sldId id="258" r:id="rId4"/>
    <p:sldId id="259" r:id="rId5"/>
    <p:sldId id="262" r:id="rId6"/>
    <p:sldId id="263" r:id="rId7"/>
    <p:sldId id="264" r:id="rId8"/>
    <p:sldId id="265" r:id="rId9"/>
    <p:sldId id="260" r:id="rId10"/>
    <p:sldId id="266" r:id="rId11"/>
    <p:sldId id="267" r:id="rId12"/>
    <p:sldId id="268" r:id="rId13"/>
    <p:sldId id="269" r:id="rId14"/>
    <p:sldId id="286" r:id="rId15"/>
    <p:sldId id="273" r:id="rId16"/>
    <p:sldId id="274" r:id="rId17"/>
    <p:sldId id="261" r:id="rId18"/>
    <p:sldId id="270" r:id="rId19"/>
    <p:sldId id="271" r:id="rId20"/>
    <p:sldId id="275" r:id="rId21"/>
    <p:sldId id="277" r:id="rId22"/>
    <p:sldId id="276" r:id="rId23"/>
    <p:sldId id="278" r:id="rId24"/>
    <p:sldId id="282" r:id="rId25"/>
    <p:sldId id="281" r:id="rId26"/>
    <p:sldId id="283" r:id="rId27"/>
    <p:sldId id="284" r:id="rId28"/>
    <p:sldId id="280" r:id="rId29"/>
  </p:sldIdLst>
  <p:sldSz cx="12192000" cy="6858000"/>
  <p:notesSz cx="6858000" cy="9144000"/>
  <p:defaultTextStyle>
    <a:defPPr lvl="0">
      <a:defRPr lang="nl-NL"/>
    </a:defPPr>
    <a:lvl1pPr marL="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ED09C1DA-48E1-BD2F-6179-4D72F1C08013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383E7929-AA56-B478-9F0F-1F78F35197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0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A344B82-CD71-3020-126A-5056D5924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C32DC341-DA14-5AE5-854B-657F153722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4366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36141063-59A1-68C7-237C-50361373B9F0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925B6A44-554E-E783-5378-AFC82C11A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7" name="02_Title 3 (JU-Free)">
            <a:extLst>
              <a:ext uri="{FF2B5EF4-FFF2-40B4-BE49-F238E27FC236}">
                <a16:creationId xmlns:a16="http://schemas.microsoft.com/office/drawing/2014/main" id="{2A344B82-CD71-3020-126A-5056D5924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</a:p>
        </p:txBody>
      </p:sp>
      <p:sp>
        <p:nvSpPr>
          <p:cNvPr id="8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F2ACAD92-4762-0173-B85F-3815C65A15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22769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oranj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6601EF38-E193-5FB0-8683-CA98E105E10E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356957C5-6F1A-D1BC-16B3-7E0AE21CBA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8B445384-D813-8F92-867E-8B2C0E48F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0000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1C241F21-AF4C-0D90-41B4-4A95779541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203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donkerge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579DC138-F4E1-5F49-F699-61EF2F5DD1A3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D7077C84-B5CC-FA1E-0FAA-734E06C580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0942158F-4FC3-25F7-D4F5-8C21FFE66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7EE2DD2B-F30E-EDFC-921B-5661E89FFB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626971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lich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 1">
            <a:extLst>
              <a:ext uri="{FF2B5EF4-FFF2-40B4-BE49-F238E27FC236}">
                <a16:creationId xmlns:a16="http://schemas.microsoft.com/office/drawing/2014/main" id="{318A48CB-9C3B-BCC5-7ABA-D14FEE9E199E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FE3F7680-303F-E26E-037E-564502BF17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4AED3985-496E-8F9D-39F1-EEF37871AE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2FF2FB1C-9933-3BB2-BAFB-D13A0F43EF61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9B83AC51-4276-5547-D6F5-79341CEF62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2014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EBDABE0C-C66C-D06E-2EB8-950B79638687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4D3F97A3-8DBF-7C4D-9F93-7BE0F6F0D5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30420568-08F3-6A8B-F311-D4E3D36EB0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tx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E21D64D9-F3F0-6512-1606-6F9DA470E5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85157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01_Rectangle 1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2A88D1BC-6727-E3AC-C5B1-6B58866C2C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2 (JU-Free)">
            <a:extLst>
              <a:ext uri="{FF2B5EF4-FFF2-40B4-BE49-F238E27FC236}">
                <a16:creationId xmlns:a16="http://schemas.microsoft.com/office/drawing/2014/main" id="{A1CFF0E3-B573-8C24-6C8F-1AF0FEC17C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</a:p>
        </p:txBody>
      </p:sp>
      <p:sp>
        <p:nvSpPr>
          <p:cNvPr id="10" name="03_Subtitle 3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4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5{PHJU} (JU-Free)" descr="Logius. Samen digitaal verder.">
            <a:extLst>
              <a:ext uri="{FF2B5EF4-FFF2-40B4-BE49-F238E27FC236}">
                <a16:creationId xmlns:a16="http://schemas.microsoft.com/office/drawing/2014/main" id="{1F9BA0A0-6049-6ECC-0EF8-67A8EE0768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5" name="Frame 6">
            <a:extLst>
              <a:ext uri="{FF2B5EF4-FFF2-40B4-BE49-F238E27FC236}">
                <a16:creationId xmlns:a16="http://schemas.microsoft.com/office/drawing/2014/main" id="{CFE1D408-8083-C165-1224-62FC5D8166C9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2685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oranj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92AA0633-383A-0101-12ED-F86405913A49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D36974DB-8C28-9707-3034-7D71F4D281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37CC5796-B82F-787E-6F1A-BE92A9C701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E17000">
                    <a:lumMod val="100000"/>
                  </a:srgb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CC8D5881-C3C9-DAF9-2FD1-6897C675CCE1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0000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EEE635FB-7E9B-61B3-4F5E-2B62D4C7A6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10910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donkerge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8639B94F-25BA-422D-A428-8AC7F7307BF0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8C720D96-6DBB-CF67-F157-C23DC87481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E3DCECE3-A58B-8ED7-311C-50577605BB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61FC5C0B-A168-2EE1-D5FC-6CFFF4B09F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73219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lich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61D9CCFD-5505-696D-1EFB-6F6DD0BD9989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D3147E05-8A8D-F1E9-7518-9F39AA694B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E3DCECE3-A58B-8ED7-311C-50577605BB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DAA19046-952C-50A2-BB2B-FFE195F3D3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19791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(1/2)+vlak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6EDC0D71-E98D-12F1-A853-AEBD870F773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DCE3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4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EBF5D664-FBD7-C759-BFB9-59A36E314E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7" name="02_Title 3 (JU-Free)">
            <a:extLst>
              <a:ext uri="{FF2B5EF4-FFF2-40B4-BE49-F238E27FC236}">
                <a16:creationId xmlns:a16="http://schemas.microsoft.com/office/drawing/2014/main" id="{369AF19A-CB17-351E-6912-AB005F0E3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49022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tx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8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9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5" name="05_Placeholder 6[PHJU] (JU-Free)">
            <a:extLst>
              <a:ext uri="{FF2B5EF4-FFF2-40B4-BE49-F238E27FC236}">
                <a16:creationId xmlns:a16="http://schemas.microsoft.com/office/drawing/2014/main" id="{FD030714-B5E4-7A16-573D-C53C6E9F59DA}"/>
              </a:ext>
            </a:extLst>
          </p:cNvPr>
          <p:cNvSpPr>
            <a:spLocks noGrp="1"/>
          </p:cNvSpPr>
          <p:nvPr>
            <p:ph type="pic" idx="1004" hasCustomPrompt="1"/>
          </p:nvPr>
        </p:nvSpPr>
        <p:spPr bwMode="gray">
          <a:xfrm>
            <a:off x="6096000" y="1136650"/>
            <a:ext cx="5867400" cy="5264150"/>
          </a:xfrm>
          <a:custGeom>
            <a:avLst/>
            <a:gdLst>
              <a:gd name="connsiteX0" fmla="*/ 0 w 5867400"/>
              <a:gd name="connsiteY0" fmla="*/ 0 h 5263197"/>
              <a:gd name="connsiteX1" fmla="*/ 4956810 w 5867400"/>
              <a:gd name="connsiteY1" fmla="*/ 0 h 5263197"/>
              <a:gd name="connsiteX2" fmla="*/ 5867400 w 5867400"/>
              <a:gd name="connsiteY2" fmla="*/ 910590 h 5263197"/>
              <a:gd name="connsiteX3" fmla="*/ 5867400 w 5867400"/>
              <a:gd name="connsiteY3" fmla="*/ 1080525 h 5263197"/>
              <a:gd name="connsiteX4" fmla="*/ 5867400 w 5867400"/>
              <a:gd name="connsiteY4" fmla="*/ 3591297 h 5263197"/>
              <a:gd name="connsiteX5" fmla="*/ 5867400 w 5867400"/>
              <a:gd name="connsiteY5" fmla="*/ 3706480 h 5263197"/>
              <a:gd name="connsiteX6" fmla="*/ 5867400 w 5867400"/>
              <a:gd name="connsiteY6" fmla="*/ 3833673 h 5263197"/>
              <a:gd name="connsiteX7" fmla="*/ 5867400 w 5867400"/>
              <a:gd name="connsiteY7" fmla="*/ 4348798 h 5263197"/>
              <a:gd name="connsiteX8" fmla="*/ 5867400 w 5867400"/>
              <a:gd name="connsiteY8" fmla="*/ 5263197 h 5263197"/>
              <a:gd name="connsiteX9" fmla="*/ 4953000 w 5867400"/>
              <a:gd name="connsiteY9" fmla="*/ 5263197 h 5263197"/>
              <a:gd name="connsiteX10" fmla="*/ 4140554 w 5867400"/>
              <a:gd name="connsiteY10" fmla="*/ 5263197 h 5263197"/>
              <a:gd name="connsiteX11" fmla="*/ 4074042 w 5867400"/>
              <a:gd name="connsiteY11" fmla="*/ 5263197 h 5263197"/>
              <a:gd name="connsiteX12" fmla="*/ 3838533 w 5867400"/>
              <a:gd name="connsiteY12" fmla="*/ 5263197 h 5263197"/>
              <a:gd name="connsiteX13" fmla="*/ 388144 w 5867400"/>
              <a:gd name="connsiteY13" fmla="*/ 5263197 h 5263197"/>
              <a:gd name="connsiteX14" fmla="*/ 0 w 5867400"/>
              <a:gd name="connsiteY14" fmla="*/ 5263197 h 5263197"/>
              <a:gd name="connsiteX15" fmla="*/ 0 w 5867400"/>
              <a:gd name="connsiteY15" fmla="*/ 3434398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867400" h="5263197">
                <a:moveTo>
                  <a:pt x="0" y="0"/>
                </a:moveTo>
                <a:lnTo>
                  <a:pt x="4956810" y="0"/>
                </a:lnTo>
                <a:cubicBezTo>
                  <a:pt x="5459730" y="0"/>
                  <a:pt x="5867400" y="407670"/>
                  <a:pt x="5867400" y="910590"/>
                </a:cubicBezTo>
                <a:lnTo>
                  <a:pt x="5867400" y="1080525"/>
                </a:lnTo>
                <a:cubicBezTo>
                  <a:pt x="5867400" y="1641475"/>
                  <a:pt x="5867400" y="2443783"/>
                  <a:pt x="5867400" y="3591297"/>
                </a:cubicBezTo>
                <a:lnTo>
                  <a:pt x="5867400" y="3706480"/>
                </a:lnTo>
                <a:lnTo>
                  <a:pt x="5867400" y="3833673"/>
                </a:lnTo>
                <a:cubicBezTo>
                  <a:pt x="5867400" y="3998587"/>
                  <a:pt x="5867400" y="4170204"/>
                  <a:pt x="5867400" y="4348798"/>
                </a:cubicBezTo>
                <a:lnTo>
                  <a:pt x="5867400" y="5263197"/>
                </a:lnTo>
                <a:lnTo>
                  <a:pt x="4953000" y="5263197"/>
                </a:lnTo>
                <a:cubicBezTo>
                  <a:pt x="4953000" y="5263197"/>
                  <a:pt x="4953000" y="5263197"/>
                  <a:pt x="4140554" y="5263197"/>
                </a:cubicBezTo>
                <a:lnTo>
                  <a:pt x="4074042" y="5263197"/>
                </a:lnTo>
                <a:lnTo>
                  <a:pt x="3838533" y="5263197"/>
                </a:lnTo>
                <a:cubicBezTo>
                  <a:pt x="3169853" y="5263197"/>
                  <a:pt x="2099965" y="5263197"/>
                  <a:pt x="388144" y="5263197"/>
                </a:cubicBezTo>
                <a:lnTo>
                  <a:pt x="0" y="5263197"/>
                </a:lnTo>
                <a:cubicBezTo>
                  <a:pt x="0" y="3434398"/>
                  <a:pt x="0" y="3434398"/>
                  <a:pt x="0" y="3434398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37857A1B-B7BE-632E-F423-2DC9E0B6D4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24863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(1/2)+vlak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8C3BAA92-6B33-8B8C-ADE4-A3565EACF171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DCE3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6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9596D64F-EC43-9049-FE75-188C6A2EA5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7" name="02_Title 3 (JU-Free)">
            <a:extLst>
              <a:ext uri="{FF2B5EF4-FFF2-40B4-BE49-F238E27FC236}">
                <a16:creationId xmlns:a16="http://schemas.microsoft.com/office/drawing/2014/main" id="{369AF19A-CB17-351E-6912-AB005F0E3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49022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8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9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4" name="05_Placeholder 6[PHJU] (JU-Free)">
            <a:extLst>
              <a:ext uri="{FF2B5EF4-FFF2-40B4-BE49-F238E27FC236}">
                <a16:creationId xmlns:a16="http://schemas.microsoft.com/office/drawing/2014/main" id="{70D8E5DA-4844-80FB-966C-3C684EFA80AA}"/>
              </a:ext>
            </a:extLst>
          </p:cNvPr>
          <p:cNvSpPr>
            <a:spLocks noGrp="1"/>
          </p:cNvSpPr>
          <p:nvPr>
            <p:ph type="pic" idx="1004" hasCustomPrompt="1"/>
          </p:nvPr>
        </p:nvSpPr>
        <p:spPr bwMode="gray">
          <a:xfrm>
            <a:off x="6096000" y="1136650"/>
            <a:ext cx="5867400" cy="5264150"/>
          </a:xfrm>
          <a:custGeom>
            <a:avLst/>
            <a:gdLst>
              <a:gd name="connsiteX0" fmla="*/ 0 w 5867400"/>
              <a:gd name="connsiteY0" fmla="*/ 0 h 5263197"/>
              <a:gd name="connsiteX1" fmla="*/ 4956810 w 5867400"/>
              <a:gd name="connsiteY1" fmla="*/ 0 h 5263197"/>
              <a:gd name="connsiteX2" fmla="*/ 5867400 w 5867400"/>
              <a:gd name="connsiteY2" fmla="*/ 910590 h 5263197"/>
              <a:gd name="connsiteX3" fmla="*/ 5867400 w 5867400"/>
              <a:gd name="connsiteY3" fmla="*/ 1080525 h 5263197"/>
              <a:gd name="connsiteX4" fmla="*/ 5867400 w 5867400"/>
              <a:gd name="connsiteY4" fmla="*/ 3591297 h 5263197"/>
              <a:gd name="connsiteX5" fmla="*/ 5867400 w 5867400"/>
              <a:gd name="connsiteY5" fmla="*/ 3706480 h 5263197"/>
              <a:gd name="connsiteX6" fmla="*/ 5867400 w 5867400"/>
              <a:gd name="connsiteY6" fmla="*/ 3833673 h 5263197"/>
              <a:gd name="connsiteX7" fmla="*/ 5867400 w 5867400"/>
              <a:gd name="connsiteY7" fmla="*/ 4348798 h 5263197"/>
              <a:gd name="connsiteX8" fmla="*/ 5867400 w 5867400"/>
              <a:gd name="connsiteY8" fmla="*/ 5263197 h 5263197"/>
              <a:gd name="connsiteX9" fmla="*/ 4953000 w 5867400"/>
              <a:gd name="connsiteY9" fmla="*/ 5263197 h 5263197"/>
              <a:gd name="connsiteX10" fmla="*/ 4140554 w 5867400"/>
              <a:gd name="connsiteY10" fmla="*/ 5263197 h 5263197"/>
              <a:gd name="connsiteX11" fmla="*/ 4074042 w 5867400"/>
              <a:gd name="connsiteY11" fmla="*/ 5263197 h 5263197"/>
              <a:gd name="connsiteX12" fmla="*/ 3838533 w 5867400"/>
              <a:gd name="connsiteY12" fmla="*/ 5263197 h 5263197"/>
              <a:gd name="connsiteX13" fmla="*/ 388144 w 5867400"/>
              <a:gd name="connsiteY13" fmla="*/ 5263197 h 5263197"/>
              <a:gd name="connsiteX14" fmla="*/ 0 w 5867400"/>
              <a:gd name="connsiteY14" fmla="*/ 5263197 h 5263197"/>
              <a:gd name="connsiteX15" fmla="*/ 0 w 5867400"/>
              <a:gd name="connsiteY15" fmla="*/ 3434398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867400" h="5263197">
                <a:moveTo>
                  <a:pt x="0" y="0"/>
                </a:moveTo>
                <a:lnTo>
                  <a:pt x="4956810" y="0"/>
                </a:lnTo>
                <a:cubicBezTo>
                  <a:pt x="5459730" y="0"/>
                  <a:pt x="5867400" y="407670"/>
                  <a:pt x="5867400" y="910590"/>
                </a:cubicBezTo>
                <a:lnTo>
                  <a:pt x="5867400" y="1080525"/>
                </a:lnTo>
                <a:cubicBezTo>
                  <a:pt x="5867400" y="1641475"/>
                  <a:pt x="5867400" y="2443783"/>
                  <a:pt x="5867400" y="3591297"/>
                </a:cubicBezTo>
                <a:lnTo>
                  <a:pt x="5867400" y="3706480"/>
                </a:lnTo>
                <a:lnTo>
                  <a:pt x="5867400" y="3833673"/>
                </a:lnTo>
                <a:cubicBezTo>
                  <a:pt x="5867400" y="3998587"/>
                  <a:pt x="5867400" y="4170204"/>
                  <a:pt x="5867400" y="4348798"/>
                </a:cubicBezTo>
                <a:lnTo>
                  <a:pt x="5867400" y="5263197"/>
                </a:lnTo>
                <a:lnTo>
                  <a:pt x="4953000" y="5263197"/>
                </a:lnTo>
                <a:cubicBezTo>
                  <a:pt x="4953000" y="5263197"/>
                  <a:pt x="4953000" y="5263197"/>
                  <a:pt x="4140554" y="5263197"/>
                </a:cubicBezTo>
                <a:lnTo>
                  <a:pt x="4074042" y="5263197"/>
                </a:lnTo>
                <a:lnTo>
                  <a:pt x="3838533" y="5263197"/>
                </a:lnTo>
                <a:cubicBezTo>
                  <a:pt x="3169853" y="5263197"/>
                  <a:pt x="2099965" y="5263197"/>
                  <a:pt x="388144" y="5263197"/>
                </a:cubicBezTo>
                <a:lnTo>
                  <a:pt x="0" y="5263197"/>
                </a:lnTo>
                <a:cubicBezTo>
                  <a:pt x="0" y="3434398"/>
                  <a:pt x="0" y="3434398"/>
                  <a:pt x="0" y="3434398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4DC1728A-C956-7F9F-391A-CDEC330BE6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8523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+kleurvlak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 </a:t>
            </a: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03429CFA-4669-92F4-7B8E-2BED99BFA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EEABE70A-C39C-EEF2-72DD-C692524C4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77764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+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 </a:t>
            </a: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03429CFA-4669-92F4-7B8E-2BED99BFA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EEABE70A-C39C-EEF2-72DD-C692524C4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00439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+wit vlak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01_Rectangle 1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37EF6141-E9D4-E793-93A7-B04F2F4494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2" name="05_Frame 5[PHJU] (JU-Free)">
            <a:extLst>
              <a:ext uri="{FF2B5EF4-FFF2-40B4-BE49-F238E27FC236}">
                <a16:creationId xmlns:a16="http://schemas.microsoft.com/office/drawing/2014/main" id="{CC0D6E4B-1B6F-FBFC-CCB9-333326DA7266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7" name="02_Title 2 (JU-Free)">
            <a:extLst>
              <a:ext uri="{FF2B5EF4-FFF2-40B4-BE49-F238E27FC236}">
                <a16:creationId xmlns:a16="http://schemas.microsoft.com/office/drawing/2014/main" id="{EE2DEABD-843B-6D57-FACC-C5AC9D1E0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rgbClr val="39870C"/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9" name="03_Subtitle 3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2" name="04_Placeholder 4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3" name="06_Rectangle 6{PHJU} (JU-Free)" descr="Logius. Samen digitaal verder.">
            <a:extLst>
              <a:ext uri="{FF2B5EF4-FFF2-40B4-BE49-F238E27FC236}">
                <a16:creationId xmlns:a16="http://schemas.microsoft.com/office/drawing/2014/main" id="{2E715980-EC3E-F7B6-45A8-7F68E91242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71504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+wit vlak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01_Rectangle 1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37EF6141-E9D4-E793-93A7-B04F2F4494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2" name="05_Frame 5[PHJU] (JU-Free)">
            <a:extLst>
              <a:ext uri="{FF2B5EF4-FFF2-40B4-BE49-F238E27FC236}">
                <a16:creationId xmlns:a16="http://schemas.microsoft.com/office/drawing/2014/main" id="{CC0D6E4B-1B6F-FBFC-CCB9-333326DA7266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7" name="02_Title 2 (JU-Free)">
            <a:extLst>
              <a:ext uri="{FF2B5EF4-FFF2-40B4-BE49-F238E27FC236}">
                <a16:creationId xmlns:a16="http://schemas.microsoft.com/office/drawing/2014/main" id="{EE2DEABD-843B-6D57-FACC-C5AC9D1E0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9" name="03_Subtitle 3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2" name="04_Placeholder 4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3" name="06_Rectangle 6{PHJU} (JU-Free)" descr="Logius. Samen digitaal verder.">
            <a:extLst>
              <a:ext uri="{FF2B5EF4-FFF2-40B4-BE49-F238E27FC236}">
                <a16:creationId xmlns:a16="http://schemas.microsoft.com/office/drawing/2014/main" id="{2E715980-EC3E-F7B6-45A8-7F68E91242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20576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 oranj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7000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 </a:t>
            </a: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03429CFA-4669-92F4-7B8E-2BED99BFA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EEABE70A-C39C-EEF2-72DD-C692524C4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6437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 donkerge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B612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 </a:t>
            </a: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03429CFA-4669-92F4-7B8E-2BED99BFA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EEABE70A-C39C-EEF2-72DD-C692524C4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7216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 lich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FCAE7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 </a:t>
            </a: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03429CFA-4669-92F4-7B8E-2BED99BFA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EEABE70A-C39C-EEF2-72DD-C692524C4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59092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">
            <a:extLst>
              <a:ext uri="{FF2B5EF4-FFF2-40B4-BE49-F238E27FC236}">
                <a16:creationId xmlns:a16="http://schemas.microsoft.com/office/drawing/2014/main" id="{6E35DC26-1F58-0938-DCD8-D7F3726A1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DCE3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7AC6B2DF-9FE8-13CD-615E-E45B3F15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0" y="1397000"/>
            <a:ext cx="5041900" cy="901700"/>
          </a:xfrm>
        </p:spPr>
        <p:txBody>
          <a:bodyPr/>
          <a:lstStyle>
            <a:lvl1pPr>
              <a:defRPr kumimoji="0" sz="3600" b="1" i="0" u="none" baseline="0">
                <a:solidFill>
                  <a:srgbClr val="154273"/>
                </a:solidFill>
                <a:latin typeface="RijksSansTT" panose="020B0604020202020204" charset="0"/>
              </a:defRPr>
            </a:lvl1pPr>
          </a:lstStyle>
          <a:p>
            <a:r>
              <a:rPr lang="nl-NL" dirty="0"/>
              <a:t>[Inhoud]</a:t>
            </a:r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A24CC0C1-2A17-EEAF-E2DE-E03A0E7E2BB9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096000" y="2362200"/>
            <a:ext cx="5867400" cy="4038600"/>
          </a:xfrm>
          <a:custGeom>
            <a:avLst/>
            <a:gdLst>
              <a:gd name="T0" fmla="*/ 2880 w 18480"/>
              <a:gd name="T1" fmla="*/ 0 h 12720"/>
              <a:gd name="T2" fmla="*/ 0 w 18480"/>
              <a:gd name="T3" fmla="*/ 2880 h 12720"/>
              <a:gd name="T4" fmla="*/ 0 w 18480"/>
              <a:gd name="T5" fmla="*/ 12720 h 12720"/>
              <a:gd name="T6" fmla="*/ 18480 w 18480"/>
              <a:gd name="T7" fmla="*/ 12720 h 12720"/>
              <a:gd name="T8" fmla="*/ 18480 w 18480"/>
              <a:gd name="T9" fmla="*/ 0 h 12720"/>
              <a:gd name="T10" fmla="*/ 2880 w 18480"/>
              <a:gd name="T11" fmla="*/ 0 h 12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12720">
                <a:moveTo>
                  <a:pt x="2880" y="0"/>
                </a:moveTo>
                <a:cubicBezTo>
                  <a:pt x="1289" y="0"/>
                  <a:pt x="0" y="1289"/>
                  <a:pt x="0" y="2880"/>
                </a:cubicBezTo>
                <a:cubicBezTo>
                  <a:pt x="0" y="12720"/>
                  <a:pt x="0" y="12720"/>
                  <a:pt x="0" y="12720"/>
                </a:cubicBezTo>
                <a:cubicBezTo>
                  <a:pt x="18480" y="12720"/>
                  <a:pt x="18480" y="12720"/>
                  <a:pt x="18480" y="12720"/>
                </a:cubicBezTo>
                <a:cubicBezTo>
                  <a:pt x="18480" y="0"/>
                  <a:pt x="18480" y="0"/>
                  <a:pt x="18480" y="0"/>
                </a:cubicBezTo>
                <a:lnTo>
                  <a:pt x="288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/>
              <a:t>[Afbeelding]</a:t>
            </a:r>
            <a:endParaRPr lang="nl-NL" dirty="0"/>
          </a:p>
        </p:txBody>
      </p:sp>
      <p:sp>
        <p:nvSpPr>
          <p:cNvPr id="19" name="03_Content Placeholder 4[PHJU] (JU-Free)"/>
          <p:cNvSpPr>
            <a:spLocks noGrp="1"/>
          </p:cNvSpPr>
          <p:nvPr>
            <p:ph idx="1" hasCustomPrompt="1"/>
          </p:nvPr>
        </p:nvSpPr>
        <p:spPr bwMode="gray">
          <a:xfrm>
            <a:off x="685800" y="2590800"/>
            <a:ext cx="5041900" cy="3683000"/>
          </a:xfrm>
        </p:spPr>
        <p:txBody>
          <a:bodyPr/>
          <a:lstStyle>
            <a:lvl1pPr marL="324000" indent="-324000">
              <a:spcBef>
                <a:spcPts val="1900"/>
              </a:spcBef>
              <a:buFont typeface="+mj-lt"/>
              <a:buAutoNum type="arabicPeriod"/>
              <a:defRPr baseline="0"/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[Tekst]</a:t>
            </a:r>
          </a:p>
        </p:txBody>
      </p:sp>
      <p:sp>
        <p:nvSpPr>
          <p:cNvPr id="3" name="04_Date Placeholder 5 (JU-Free)">
            <a:extLst>
              <a:ext uri="{FF2B5EF4-FFF2-40B4-BE49-F238E27FC236}">
                <a16:creationId xmlns:a16="http://schemas.microsoft.com/office/drawing/2014/main" id="{6B833CA0-BAD7-DBCB-4FAC-26FD28A0D8A9}"/>
              </a:ext>
            </a:extLst>
          </p:cNvPr>
          <p:cNvSpPr>
            <a:spLocks noGrp="1"/>
          </p:cNvSpPr>
          <p:nvPr>
            <p:ph type="dt" sz="half" idx="1001"/>
          </p:nvPr>
        </p:nvSpPr>
        <p:spPr/>
        <p:txBody>
          <a:bodyPr/>
          <a:lstStyle/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4" name="05_Footer Placeholder 6 (JU-Free)">
            <a:extLst>
              <a:ext uri="{FF2B5EF4-FFF2-40B4-BE49-F238E27FC236}">
                <a16:creationId xmlns:a16="http://schemas.microsoft.com/office/drawing/2014/main" id="{60473E45-CC50-BD34-BFAA-734C13DF79FF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06_Slide Number Placeholder 7 (JU-Free)">
            <a:extLst>
              <a:ext uri="{FF2B5EF4-FFF2-40B4-BE49-F238E27FC236}">
                <a16:creationId xmlns:a16="http://schemas.microsoft.com/office/drawing/2014/main" id="{F9CAED95-CC84-1EF2-0885-0A8BFBF00EEB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/>
        <p:txBody>
          <a:bodyPr/>
          <a:lstStyle/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5050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1">
            <a:extLst>
              <a:ext uri="{FF2B5EF4-FFF2-40B4-BE49-F238E27FC236}">
                <a16:creationId xmlns:a16="http://schemas.microsoft.com/office/drawing/2014/main" id="{FD11C155-B087-A60E-1182-EB6F71E01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57B7823A-4B4B-B519-D1F6-E72FE062E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[Hoofdstuk titel]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DF07D41E-CCDE-3AC4-BF6A-56F946A6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7" name="03_Footer Placeholder 4 (JU-Free)">
            <a:extLst>
              <a:ext uri="{FF2B5EF4-FFF2-40B4-BE49-F238E27FC236}">
                <a16:creationId xmlns:a16="http://schemas.microsoft.com/office/drawing/2014/main" id="{F1477D7D-F45D-E43B-4D12-21769CD3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29F35FB4-4777-E9D0-D7F6-8C959922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13856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1">
            <a:extLst>
              <a:ext uri="{FF2B5EF4-FFF2-40B4-BE49-F238E27FC236}">
                <a16:creationId xmlns:a16="http://schemas.microsoft.com/office/drawing/2014/main" id="{1B2CCC3D-1541-52FD-9695-6E5BA69D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57B7823A-4B4B-B519-D1F6-E72FE062E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[Hoofdstuk titel]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DF07D41E-CCDE-3AC4-BF6A-56F946A6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7" name="03_Footer Placeholder 4 (JU-Free)">
            <a:extLst>
              <a:ext uri="{FF2B5EF4-FFF2-40B4-BE49-F238E27FC236}">
                <a16:creationId xmlns:a16="http://schemas.microsoft.com/office/drawing/2014/main" id="{F1477D7D-F45D-E43B-4D12-21769CD3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29F35FB4-4777-E9D0-D7F6-8C959922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2041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oranj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1">
            <a:extLst>
              <a:ext uri="{FF2B5EF4-FFF2-40B4-BE49-F238E27FC236}">
                <a16:creationId xmlns:a16="http://schemas.microsoft.com/office/drawing/2014/main" id="{29306216-3F47-E250-6EB6-6E75E560C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1AB7D2E2-BAB4-71B7-BD0F-36E8C9663A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[Hoofdstuk titel]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5B643D7A-CF43-4A45-EAAF-5A86E69073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7" name="03_Footer Placeholder 4 (JU-Free)">
            <a:extLst>
              <a:ext uri="{FF2B5EF4-FFF2-40B4-BE49-F238E27FC236}">
                <a16:creationId xmlns:a16="http://schemas.microsoft.com/office/drawing/2014/main" id="{1FC1C603-E171-C9E3-0B7F-9269B26D2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5D11FB60-CCDA-DA43-4B50-289055458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38960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donkerge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492F9DFF-41E2-4465-3D27-7DC75C2CF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F9B8AEA3-7B0F-98BC-3F69-B1E541D43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 dirty="0"/>
              <a:t>[Hoofdstuk titel]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E1F30003-E151-AFC9-FED7-FAF4ED1887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9584ECDC-4554-A3EE-CB2B-AA29A7DE9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4_Slide Number Placeholder 5 (JU-Free)">
            <a:extLst>
              <a:ext uri="{FF2B5EF4-FFF2-40B4-BE49-F238E27FC236}">
                <a16:creationId xmlns:a16="http://schemas.microsoft.com/office/drawing/2014/main" id="{1908B4EC-8FD8-652C-9D43-B356556E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628415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lich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7CDC6E20-A31F-9D09-0E82-9C60D989C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F9B8AEA3-7B0F-98BC-3F69-B1E541D43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 dirty="0"/>
              <a:t>[Hoofdstuk titel]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E1F30003-E151-AFC9-FED7-FAF4ED1887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9584ECDC-4554-A3EE-CB2B-AA29A7DE9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4_Slide Number Placeholder 5 (JU-Free)">
            <a:extLst>
              <a:ext uri="{FF2B5EF4-FFF2-40B4-BE49-F238E27FC236}">
                <a16:creationId xmlns:a16="http://schemas.microsoft.com/office/drawing/2014/main" id="{1908B4EC-8FD8-652C-9D43-B356556E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62434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9F2EC9F8-B54D-F53D-3713-A514B3E98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24377402-CB0D-17B3-CC1D-88CD24224944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D88D3E2F-E46A-92C8-CD09-6CC13ED9A5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5535ED53-5071-1A00-63A6-7F4DB2DDA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4F222B71-AE61-D88C-776C-0E13213E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04929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F0C07AFA-CA38-B95F-82B5-E3198F090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821A8502-52D4-E676-8554-987E6208C721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DE5E18AB-A48D-CBF6-D70F-41387A9F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A4891658-634E-277B-FABD-60E3056BF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C198CFE9-1703-633B-3447-D0ECED9F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52028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59CE9716-D5ED-1F04-DB73-16F42E5DC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0BC65126-4686-20F0-ACF5-E0B19ED9DFA4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DE5E18AB-A48D-CBF6-D70F-41387A9F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A4891658-634E-277B-FABD-60E3056BF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C198CFE9-1703-633B-3447-D0ECED9F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8945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5BDD8503-4722-E37F-D596-6C97B7F1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D78CE5AC-3A93-FCCA-E7E9-ACFD3EC7CF23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584ACF3D-0116-39AA-7C63-BA505AAD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4FEE5059-D3E8-70B4-D6AE-FC6F313E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DBD8D12B-67C3-347C-0599-35857727B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170701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AA0032A6-A886-94B4-4BE1-DB7F1CA6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6F3A9B5D-8AA7-6912-C3E5-522EC1B7D76C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584ACF3D-0116-39AA-7C63-BA505AAD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4FEE5059-D3E8-70B4-D6AE-FC6F313E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DBD8D12B-67C3-347C-0599-35857727B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65686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tekst+foto (R)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01_Title 1 (JU-Free)">
            <a:extLst>
              <a:ext uri="{FF2B5EF4-FFF2-40B4-BE49-F238E27FC236}">
                <a16:creationId xmlns:a16="http://schemas.microsoft.com/office/drawing/2014/main" id="{BE9A2396-BA6C-AD9A-2281-80BDF40EB689}"/>
              </a:ext>
            </a:extLst>
          </p:cNvPr>
          <p:cNvSpPr>
            <a:spLocks noGrp="1"/>
          </p:cNvSpPr>
          <p:nvPr>
            <p:ph type="title" idx="1004" hasCustomPrompt="1"/>
          </p:nvPr>
        </p:nvSpPr>
        <p:spPr/>
        <p:txBody>
          <a:bodyPr/>
          <a:lstStyle>
            <a:lvl1pPr>
              <a:defRPr sz="3600">
                <a:solidFill>
                  <a:srgbClr val="39870C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3" name="02_Placeholder 2[PHJU] (JU-Free)">
            <a:extLst>
              <a:ext uri="{FF2B5EF4-FFF2-40B4-BE49-F238E27FC236}">
                <a16:creationId xmlns:a16="http://schemas.microsoft.com/office/drawing/2014/main" id="{73D3AE9C-D219-12F5-00B4-0F37B66521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[Tekst]</a:t>
            </a:r>
          </a:p>
        </p:txBody>
      </p:sp>
      <p:sp>
        <p:nvSpPr>
          <p:cNvPr id="4" name="03_Picture Placeholder 3 [PHJU] (JU-Free)">
            <a:extLst>
              <a:ext uri="{FF2B5EF4-FFF2-40B4-BE49-F238E27FC236}">
                <a16:creationId xmlns:a16="http://schemas.microsoft.com/office/drawing/2014/main" id="{24549F35-E012-3099-F624-CF805B1D0AD9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096000" y="1828800"/>
            <a:ext cx="5867400" cy="4572000"/>
          </a:xfrm>
          <a:custGeom>
            <a:avLst/>
            <a:gdLst>
              <a:gd name="connsiteX0" fmla="*/ 0 w 5867400"/>
              <a:gd name="connsiteY0" fmla="*/ 0 h 4572000"/>
              <a:gd name="connsiteX1" fmla="*/ 914400 w 5867400"/>
              <a:gd name="connsiteY1" fmla="*/ 0 h 4572000"/>
              <a:gd name="connsiteX2" fmla="*/ 4953000 w 5867400"/>
              <a:gd name="connsiteY2" fmla="*/ 0 h 4572000"/>
              <a:gd name="connsiteX3" fmla="*/ 5867400 w 5867400"/>
              <a:gd name="connsiteY3" fmla="*/ 914400 h 4572000"/>
              <a:gd name="connsiteX4" fmla="*/ 5867400 w 5867400"/>
              <a:gd name="connsiteY4" fmla="*/ 957012 h 4572000"/>
              <a:gd name="connsiteX5" fmla="*/ 5867400 w 5867400"/>
              <a:gd name="connsiteY5" fmla="*/ 4572000 h 4572000"/>
              <a:gd name="connsiteX6" fmla="*/ 0 w 5867400"/>
              <a:gd name="connsiteY6" fmla="*/ 4572000 h 4572000"/>
              <a:gd name="connsiteX7" fmla="*/ 0 w 5867400"/>
              <a:gd name="connsiteY7" fmla="*/ 9144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67400" h="4572000">
                <a:moveTo>
                  <a:pt x="0" y="0"/>
                </a:moveTo>
                <a:lnTo>
                  <a:pt x="914400" y="0"/>
                </a:lnTo>
                <a:lnTo>
                  <a:pt x="4953000" y="0"/>
                </a:lnTo>
                <a:cubicBezTo>
                  <a:pt x="5458142" y="0"/>
                  <a:pt x="5867400" y="409257"/>
                  <a:pt x="5867400" y="914400"/>
                </a:cubicBezTo>
                <a:lnTo>
                  <a:pt x="5867400" y="957012"/>
                </a:lnTo>
                <a:cubicBezTo>
                  <a:pt x="5867400" y="1611809"/>
                  <a:pt x="5867400" y="2714625"/>
                  <a:pt x="5867400" y="4572000"/>
                </a:cubicBezTo>
                <a:cubicBezTo>
                  <a:pt x="5867400" y="4572000"/>
                  <a:pt x="5867400" y="4572000"/>
                  <a:pt x="0" y="4572000"/>
                </a:cubicBezTo>
                <a:cubicBezTo>
                  <a:pt x="0" y="4572000"/>
                  <a:pt x="0" y="4572000"/>
                  <a:pt x="0" y="914400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/>
              <a:t>[Afbeelding]</a:t>
            </a:r>
            <a:endParaRPr lang="nl-NL" dirty="0"/>
          </a:p>
        </p:txBody>
      </p:sp>
      <p:sp>
        <p:nvSpPr>
          <p:cNvPr id="5" name="04_Date Placeholder 4 (JU-Free)">
            <a:extLst>
              <a:ext uri="{FF2B5EF4-FFF2-40B4-BE49-F238E27FC236}">
                <a16:creationId xmlns:a16="http://schemas.microsoft.com/office/drawing/2014/main" id="{9B674E7B-4058-DA00-CE85-E401F960FC2F}"/>
              </a:ext>
            </a:extLst>
          </p:cNvPr>
          <p:cNvSpPr>
            <a:spLocks noGrp="1"/>
          </p:cNvSpPr>
          <p:nvPr>
            <p:ph type="dt" sz="half" idx="1001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12" name="05_Footer Placeholder 5 (JU-Free)">
            <a:extLst>
              <a:ext uri="{FF2B5EF4-FFF2-40B4-BE49-F238E27FC236}">
                <a16:creationId xmlns:a16="http://schemas.microsoft.com/office/drawing/2014/main" id="{E4A28719-CAFF-18F7-6460-7E3C32F5318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3" name="06_Slide Number Placeholder 6 (JU-Free)">
            <a:extLst>
              <a:ext uri="{FF2B5EF4-FFF2-40B4-BE49-F238E27FC236}">
                <a16:creationId xmlns:a16="http://schemas.microsoft.com/office/drawing/2014/main" id="{6B1C2809-7447-745F-07AA-886E064EEDAE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709326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tekst+foto (R)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01_Title 1 (JU-Free)">
            <a:extLst>
              <a:ext uri="{FF2B5EF4-FFF2-40B4-BE49-F238E27FC236}">
                <a16:creationId xmlns:a16="http://schemas.microsoft.com/office/drawing/2014/main" id="{3A76C71B-5C4F-E093-DF1F-307AD075937C}"/>
              </a:ext>
            </a:extLst>
          </p:cNvPr>
          <p:cNvSpPr>
            <a:spLocks noGrp="1"/>
          </p:cNvSpPr>
          <p:nvPr>
            <p:ph type="title" idx="1004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3" name="02_Placeholder 2[PHJU] (JU-Free)">
            <a:extLst>
              <a:ext uri="{FF2B5EF4-FFF2-40B4-BE49-F238E27FC236}">
                <a16:creationId xmlns:a16="http://schemas.microsoft.com/office/drawing/2014/main" id="{73D3AE9C-D219-12F5-00B4-0F37B66521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[Tekst]</a:t>
            </a:r>
          </a:p>
        </p:txBody>
      </p:sp>
      <p:sp>
        <p:nvSpPr>
          <p:cNvPr id="4" name="03_Picture Placeholder 3 [PHJU] (JU-Free)">
            <a:extLst>
              <a:ext uri="{FF2B5EF4-FFF2-40B4-BE49-F238E27FC236}">
                <a16:creationId xmlns:a16="http://schemas.microsoft.com/office/drawing/2014/main" id="{BBDA6D65-94BE-7EC9-6E2C-DA87781A3D98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096000" y="1828800"/>
            <a:ext cx="5867400" cy="4572000"/>
          </a:xfrm>
          <a:custGeom>
            <a:avLst/>
            <a:gdLst>
              <a:gd name="connsiteX0" fmla="*/ 0 w 5867400"/>
              <a:gd name="connsiteY0" fmla="*/ 0 h 4572000"/>
              <a:gd name="connsiteX1" fmla="*/ 914400 w 5867400"/>
              <a:gd name="connsiteY1" fmla="*/ 0 h 4572000"/>
              <a:gd name="connsiteX2" fmla="*/ 4953000 w 5867400"/>
              <a:gd name="connsiteY2" fmla="*/ 0 h 4572000"/>
              <a:gd name="connsiteX3" fmla="*/ 5867400 w 5867400"/>
              <a:gd name="connsiteY3" fmla="*/ 914400 h 4572000"/>
              <a:gd name="connsiteX4" fmla="*/ 5867400 w 5867400"/>
              <a:gd name="connsiteY4" fmla="*/ 957012 h 4572000"/>
              <a:gd name="connsiteX5" fmla="*/ 5867400 w 5867400"/>
              <a:gd name="connsiteY5" fmla="*/ 4572000 h 4572000"/>
              <a:gd name="connsiteX6" fmla="*/ 0 w 5867400"/>
              <a:gd name="connsiteY6" fmla="*/ 4572000 h 4572000"/>
              <a:gd name="connsiteX7" fmla="*/ 0 w 5867400"/>
              <a:gd name="connsiteY7" fmla="*/ 9144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67400" h="4572000">
                <a:moveTo>
                  <a:pt x="0" y="0"/>
                </a:moveTo>
                <a:lnTo>
                  <a:pt x="914400" y="0"/>
                </a:lnTo>
                <a:lnTo>
                  <a:pt x="4953000" y="0"/>
                </a:lnTo>
                <a:cubicBezTo>
                  <a:pt x="5458142" y="0"/>
                  <a:pt x="5867400" y="409257"/>
                  <a:pt x="5867400" y="914400"/>
                </a:cubicBezTo>
                <a:lnTo>
                  <a:pt x="5867400" y="957012"/>
                </a:lnTo>
                <a:cubicBezTo>
                  <a:pt x="5867400" y="1611809"/>
                  <a:pt x="5867400" y="2714625"/>
                  <a:pt x="5867400" y="4572000"/>
                </a:cubicBezTo>
                <a:cubicBezTo>
                  <a:pt x="5867400" y="4572000"/>
                  <a:pt x="5867400" y="4572000"/>
                  <a:pt x="0" y="4572000"/>
                </a:cubicBezTo>
                <a:cubicBezTo>
                  <a:pt x="0" y="4572000"/>
                  <a:pt x="0" y="4572000"/>
                  <a:pt x="0" y="914400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/>
              <a:t>[Afbeelding]</a:t>
            </a:r>
            <a:endParaRPr lang="nl-NL" dirty="0"/>
          </a:p>
        </p:txBody>
      </p:sp>
      <p:sp>
        <p:nvSpPr>
          <p:cNvPr id="5" name="04_Date Placeholder 4 (JU-Free)">
            <a:extLst>
              <a:ext uri="{FF2B5EF4-FFF2-40B4-BE49-F238E27FC236}">
                <a16:creationId xmlns:a16="http://schemas.microsoft.com/office/drawing/2014/main" id="{9B674E7B-4058-DA00-CE85-E401F960FC2F}"/>
              </a:ext>
            </a:extLst>
          </p:cNvPr>
          <p:cNvSpPr>
            <a:spLocks noGrp="1"/>
          </p:cNvSpPr>
          <p:nvPr>
            <p:ph type="dt" sz="half" idx="1001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12" name="05_Footer Placeholder 5 (JU-Free)">
            <a:extLst>
              <a:ext uri="{FF2B5EF4-FFF2-40B4-BE49-F238E27FC236}">
                <a16:creationId xmlns:a16="http://schemas.microsoft.com/office/drawing/2014/main" id="{E4A28719-CAFF-18F7-6460-7E3C32F5318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3" name="06_Slide Number Placeholder 6 (JU-Free)">
            <a:extLst>
              <a:ext uri="{FF2B5EF4-FFF2-40B4-BE49-F238E27FC236}">
                <a16:creationId xmlns:a16="http://schemas.microsoft.com/office/drawing/2014/main" id="{6B1C2809-7447-745F-07AA-886E064EEDAE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7884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tekst+foto (L)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ame 1">
            <a:extLst>
              <a:ext uri="{FF2B5EF4-FFF2-40B4-BE49-F238E27FC236}">
                <a16:creationId xmlns:a16="http://schemas.microsoft.com/office/drawing/2014/main" id="{4DF9B1D2-E70E-992A-EED8-6B15EEBFC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DCE3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E43B87C2-FAC9-3AD2-C9EB-651FF8B18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553200" y="673100"/>
            <a:ext cx="4953000" cy="901700"/>
          </a:xfrm>
        </p:spPr>
        <p:txBody>
          <a:bodyPr/>
          <a:lstStyle>
            <a:lvl1pPr>
              <a:defRPr kumimoji="0" sz="3600" b="1" i="0" u="none" baseline="0">
                <a:solidFill>
                  <a:srgbClr val="154273"/>
                </a:solidFill>
                <a:latin typeface="RijksSansTT" panose="020B060402020202020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AA503921-B6EF-C62F-1B37-B963B1ED0D2C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228600" y="228600"/>
            <a:ext cx="5867400" cy="6172200"/>
          </a:xfrm>
          <a:custGeom>
            <a:avLst/>
            <a:gdLst>
              <a:gd name="connsiteX0" fmla="*/ 0 w 5867400"/>
              <a:gd name="connsiteY0" fmla="*/ 0 h 6172200"/>
              <a:gd name="connsiteX1" fmla="*/ 5867400 w 5867400"/>
              <a:gd name="connsiteY1" fmla="*/ 0 h 6172200"/>
              <a:gd name="connsiteX2" fmla="*/ 5867400 w 5867400"/>
              <a:gd name="connsiteY2" fmla="*/ 6172200 h 6172200"/>
              <a:gd name="connsiteX3" fmla="*/ 5796717 w 5867400"/>
              <a:gd name="connsiteY3" fmla="*/ 6172200 h 6172200"/>
              <a:gd name="connsiteX4" fmla="*/ 0 w 5867400"/>
              <a:gd name="connsiteY4" fmla="*/ 6172200 h 6172200"/>
              <a:gd name="connsiteX5" fmla="*/ 0 w 5867400"/>
              <a:gd name="connsiteY5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67400" h="6172200">
                <a:moveTo>
                  <a:pt x="0" y="0"/>
                </a:moveTo>
                <a:lnTo>
                  <a:pt x="5867400" y="0"/>
                </a:lnTo>
                <a:lnTo>
                  <a:pt x="5867400" y="6172200"/>
                </a:lnTo>
                <a:lnTo>
                  <a:pt x="5796717" y="6172200"/>
                </a:lnTo>
                <a:cubicBezTo>
                  <a:pt x="4283088" y="6172200"/>
                  <a:pt x="2383631" y="6172200"/>
                  <a:pt x="0" y="6172200"/>
                </a:cubicBezTo>
                <a:cubicBezTo>
                  <a:pt x="0" y="6172200"/>
                  <a:pt x="0" y="6172200"/>
                  <a:pt x="0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1312B15C-D287-972C-EA43-AC1A12B3C1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6553200" y="2209800"/>
            <a:ext cx="4953000" cy="3556000"/>
          </a:xfrm>
        </p:spPr>
        <p:txBody>
          <a:bodyPr/>
          <a:lstStyle/>
          <a:p>
            <a:pPr lvl="0"/>
            <a:r>
              <a:rPr lang="nl-NL" dirty="0"/>
              <a:t>[Tekst]</a:t>
            </a:r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7B46DA2F-D16F-BF5A-7B4B-4B06CC0D008B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AA4E8D-E90A-87CE-3136-811D121BBC50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EBAFE95-033C-721B-EF1D-03A606848219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53013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groen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39870C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chemeClr val="bg1">
                    <a:lumMod val="100000"/>
                  </a:schemeClr>
                </a:solidFill>
                <a:latin typeface="RijksSansTT" panose="020B060402020202020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[Tekst]</a:t>
            </a:r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0526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lintblauw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chemeClr val="bg1">
                    <a:lumMod val="100000"/>
                  </a:schemeClr>
                </a:solidFill>
                <a:latin typeface="RijksSansTT" panose="020B060402020202020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[Tekst]</a:t>
            </a:r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823039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oranje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7000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chemeClr val="bg1">
                    <a:lumMod val="100000"/>
                  </a:schemeClr>
                </a:solidFill>
                <a:latin typeface="RijksSansTT" panose="020B060402020202020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[Tekst]</a:t>
            </a:r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23796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donkergeel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B612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rgbClr val="154273"/>
                </a:solidFill>
                <a:latin typeface="RijksSansTT" panose="020B060402020202020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[Tekst]</a:t>
            </a:r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7195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lichtblauw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FCAE7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rgbClr val="154273"/>
                </a:solidFill>
                <a:latin typeface="RijksSansTT" panose="020B060402020202020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[Tekst]</a:t>
            </a:r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1133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foto's (3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01_Rectangle 1[PHJU] (JU-Free)">
            <a:extLst>
              <a:ext uri="{FF2B5EF4-FFF2-40B4-BE49-F238E27FC236}">
                <a16:creationId xmlns:a16="http://schemas.microsoft.com/office/drawing/2014/main" id="{40F423B0-078A-F08D-1858-EAF86F84650A}"/>
              </a:ext>
            </a:extLst>
          </p:cNvPr>
          <p:cNvSpPr>
            <a:spLocks noGrp="1" noChangeArrowheads="1"/>
          </p:cNvSpPr>
          <p:nvPr>
            <p:ph type="pic" idx="1000" hasCustomPrompt="1"/>
          </p:nvPr>
        </p:nvSpPr>
        <p:spPr bwMode="gray">
          <a:xfrm>
            <a:off x="228600" y="228600"/>
            <a:ext cx="5753100" cy="3009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5" name="02_Rectangle 2[PHJU] (JU-Free)">
            <a:extLst>
              <a:ext uri="{FF2B5EF4-FFF2-40B4-BE49-F238E27FC236}">
                <a16:creationId xmlns:a16="http://schemas.microsoft.com/office/drawing/2014/main" id="{F56D21AA-2783-0F1A-3B1F-B2E11AA1FB87}"/>
              </a:ext>
            </a:extLst>
          </p:cNvPr>
          <p:cNvSpPr>
            <a:spLocks noGrp="1" noChangeArrowheads="1"/>
          </p:cNvSpPr>
          <p:nvPr>
            <p:ph type="pic" idx="1001" hasCustomPrompt="1"/>
          </p:nvPr>
        </p:nvSpPr>
        <p:spPr bwMode="gray">
          <a:xfrm>
            <a:off x="228600" y="3390900"/>
            <a:ext cx="5753100" cy="3009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6" name="03_Frame 3[PHJU] (JU-Free)">
            <a:extLst>
              <a:ext uri="{FF2B5EF4-FFF2-40B4-BE49-F238E27FC236}">
                <a16:creationId xmlns:a16="http://schemas.microsoft.com/office/drawing/2014/main" id="{CF766590-6253-1AAA-2A9F-D7D475FCEEF7}"/>
              </a:ext>
            </a:extLst>
          </p:cNvPr>
          <p:cNvSpPr>
            <a:spLocks noGrp="1"/>
          </p:cNvSpPr>
          <p:nvPr>
            <p:ph type="pic" idx="1002" hasCustomPrompt="1"/>
          </p:nvPr>
        </p:nvSpPr>
        <p:spPr bwMode="gray">
          <a:xfrm>
            <a:off x="6134100" y="228600"/>
            <a:ext cx="5829300" cy="6172200"/>
          </a:xfrm>
          <a:custGeom>
            <a:avLst/>
            <a:gdLst>
              <a:gd name="T0" fmla="*/ 0 w 18360"/>
              <a:gd name="T1" fmla="*/ 0 h 19440"/>
              <a:gd name="T2" fmla="*/ 0 w 18360"/>
              <a:gd name="T3" fmla="*/ 19440 h 19440"/>
              <a:gd name="T4" fmla="*/ 18360 w 18360"/>
              <a:gd name="T5" fmla="*/ 19440 h 19440"/>
              <a:gd name="T6" fmla="*/ 18360 w 18360"/>
              <a:gd name="T7" fmla="*/ 2880 h 19440"/>
              <a:gd name="T8" fmla="*/ 15480 w 18360"/>
              <a:gd name="T9" fmla="*/ 0 h 19440"/>
              <a:gd name="T10" fmla="*/ 0 w 183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18360" y="19440"/>
                  <a:pt x="18360" y="19440"/>
                  <a:pt x="18360" y="19440"/>
                </a:cubicBezTo>
                <a:cubicBezTo>
                  <a:pt x="18360" y="2880"/>
                  <a:pt x="18360" y="2880"/>
                  <a:pt x="18360" y="2880"/>
                </a:cubicBezTo>
                <a:cubicBezTo>
                  <a:pt x="18360" y="1289"/>
                  <a:pt x="17071" y="0"/>
                  <a:pt x="15480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7" name="04_Date Placeholder 4 (JU-Free)">
            <a:extLst>
              <a:ext uri="{FF2B5EF4-FFF2-40B4-BE49-F238E27FC236}">
                <a16:creationId xmlns:a16="http://schemas.microsoft.com/office/drawing/2014/main" id="{BC7E7E6F-8A10-9C49-82FD-B6CC934F5945}"/>
              </a:ext>
            </a:extLst>
          </p:cNvPr>
          <p:cNvSpPr>
            <a:spLocks noGrp="1"/>
          </p:cNvSpPr>
          <p:nvPr>
            <p:ph type="dt" sz="half" idx="100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18" name="05_Footer Placeholder 5 (JU-Free)">
            <a:extLst>
              <a:ext uri="{FF2B5EF4-FFF2-40B4-BE49-F238E27FC236}">
                <a16:creationId xmlns:a16="http://schemas.microsoft.com/office/drawing/2014/main" id="{3E1B720E-2834-44E0-69AE-1E3B8050D279}"/>
              </a:ext>
            </a:extLst>
          </p:cNvPr>
          <p:cNvSpPr>
            <a:spLocks noGrp="1"/>
          </p:cNvSpPr>
          <p:nvPr>
            <p:ph type="ftr" sz="quarter" idx="100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6_Slide Number Placeholder 6 (JU-Free)">
            <a:extLst>
              <a:ext uri="{FF2B5EF4-FFF2-40B4-BE49-F238E27FC236}">
                <a16:creationId xmlns:a16="http://schemas.microsoft.com/office/drawing/2014/main" id="{BD3EDC94-1D58-9779-3A84-DC8B045843EB}"/>
              </a:ext>
            </a:extLst>
          </p:cNvPr>
          <p:cNvSpPr>
            <a:spLocks noGrp="1"/>
          </p:cNvSpPr>
          <p:nvPr>
            <p:ph type="sldNum" sz="quarter" idx="100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4821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chemeClr val="tx2">
                    <a:lumMod val="100000"/>
                  </a:schemeClr>
                </a:solidFill>
                <a:latin typeface="RijksoverheidSerif" panose="020B0604020202020204" charset="0"/>
              </a:defRPr>
            </a:lvl1pPr>
          </a:lstStyle>
          <a:p>
            <a:r>
              <a:rPr lang="nl-NL"/>
              <a:t>[“Quote”]</a:t>
            </a:r>
            <a:endParaRPr lang="nl-NL" dirty="0"/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675835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rgbClr val="154273"/>
                </a:solidFill>
                <a:latin typeface="RijksoverheidSerif" panose="020B0604020202020204" charset="0"/>
              </a:defRPr>
            </a:lvl1pPr>
          </a:lstStyle>
          <a:p>
            <a:r>
              <a:rPr lang="nl-NL" dirty="0"/>
              <a:t>[“Quote”]</a:t>
            </a:r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95856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rgbClr val="E17000"/>
                </a:solidFill>
                <a:latin typeface="RijksoverheidSerif" panose="020B0604020202020204" charset="0"/>
              </a:defRPr>
            </a:lvl1pPr>
          </a:lstStyle>
          <a:p>
            <a:r>
              <a:rPr lang="nl-NL" dirty="0"/>
              <a:t>[“Quote”]</a:t>
            </a:r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835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rgbClr val="154273"/>
                </a:solidFill>
                <a:latin typeface="RijksoverheidSerif" panose="020B0604020202020204" charset="0"/>
              </a:defRPr>
            </a:lvl1pPr>
          </a:lstStyle>
          <a:p>
            <a:r>
              <a:rPr lang="nl-NL"/>
              <a:t>[“Quote”]</a:t>
            </a:r>
            <a:endParaRPr lang="nl-NL" dirty="0"/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299183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rgbClr val="154273"/>
                </a:solidFill>
                <a:latin typeface="RijksoverheidSerif" panose="020B0604020202020204" charset="0"/>
              </a:defRPr>
            </a:lvl1pPr>
          </a:lstStyle>
          <a:p>
            <a:r>
              <a:rPr lang="nl-NL" dirty="0"/>
              <a:t>[“Quote”]</a:t>
            </a:r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61428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D8951452-B46B-E96D-6209-652DF34D3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39C926F8-697B-7BC5-47A1-4399FCFD8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chemeClr val="tx2">
                    <a:lumMod val="100000"/>
                  </a:schemeClr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nl-NL"/>
              <a:t>[“Quote”]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4B747F88-3CB3-8C9C-ACA1-5F6CC8925A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DF62A6BA-4CFE-6EC9-A245-6C8EC1F3F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7" name="04_Slide Number Placeholder 5 (JU-Free)">
            <a:extLst>
              <a:ext uri="{FF2B5EF4-FFF2-40B4-BE49-F238E27FC236}">
                <a16:creationId xmlns:a16="http://schemas.microsoft.com/office/drawing/2014/main" id="{772B5108-7617-3C9B-901F-42448BC1B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941296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02B7BED3-E3F3-335F-F760-3CC38AF41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A2D9C19E-F1A9-0E3C-D7FA-5911615769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rgbClr val="154273"/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nl-NL"/>
              <a:t>[“Quote”]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A23097FD-747E-01BC-9CF3-36F3BF032E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99842B86-954D-4485-7B30-16AECD4D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4_Slide Number Placeholder 5 (JU-Free)">
            <a:extLst>
              <a:ext uri="{FF2B5EF4-FFF2-40B4-BE49-F238E27FC236}">
                <a16:creationId xmlns:a16="http://schemas.microsoft.com/office/drawing/2014/main" id="{2298AE60-388B-6DAC-2742-601D3D94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6592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A6A4E446-1623-7BE0-CF8F-20EA280B6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A2D9C19E-F1A9-0E3C-D7FA-5911615769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rgbClr val="E17000">
                    <a:lumMod val="100000"/>
                  </a:srgbClr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nl-NL"/>
              <a:t>[“Quote”]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A23097FD-747E-01BC-9CF3-36F3BF032E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99842B86-954D-4485-7B30-16AECD4D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4_Slide Number Placeholder 5 (JU-Free)">
            <a:extLst>
              <a:ext uri="{FF2B5EF4-FFF2-40B4-BE49-F238E27FC236}">
                <a16:creationId xmlns:a16="http://schemas.microsoft.com/office/drawing/2014/main" id="{2298AE60-388B-6DAC-2742-601D3D94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67368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63C9A44F-931B-249A-D84C-D7297DCC4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68EDACC1-8932-F696-7C17-2DA4895206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rgbClr val="154273"/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nl-NL" dirty="0"/>
              <a:t>[“Quote”]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F90A6301-817F-3A81-EC49-F8CCC7CD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03B6AA29-C492-D044-18D7-03D4980B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7" name="04_Slide Number Placeholder 5 (JU-Free)">
            <a:extLst>
              <a:ext uri="{FF2B5EF4-FFF2-40B4-BE49-F238E27FC236}">
                <a16:creationId xmlns:a16="http://schemas.microsoft.com/office/drawing/2014/main" id="{63B89C0D-2075-C310-79C7-BF4E3AC0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65045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A1A10CFC-8FF8-5924-7108-170778A19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68EDACC1-8932-F696-7C17-2DA4895206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rgbClr val="154273"/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nl-NL" dirty="0"/>
              <a:t>[“Quote”]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F90A6301-817F-3A81-EC49-F8CCC7CD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03B6AA29-C492-D044-18D7-03D4980B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7" name="04_Slide Number Placeholder 5 (JU-Free)">
            <a:extLst>
              <a:ext uri="{FF2B5EF4-FFF2-40B4-BE49-F238E27FC236}">
                <a16:creationId xmlns:a16="http://schemas.microsoft.com/office/drawing/2014/main" id="{63B89C0D-2075-C310-79C7-BF4E3AC0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01767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kleur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7850FC4E-F364-D0BD-EB42-51F5B7467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4080 w 36960"/>
              <a:gd name="T5" fmla="*/ 19440 h 19440"/>
              <a:gd name="T6" fmla="*/ 36960 w 36960"/>
              <a:gd name="T7" fmla="*/ 16560 h 19440"/>
              <a:gd name="T8" fmla="*/ 3696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4080" y="19440"/>
                  <a:pt x="34080" y="19440"/>
                  <a:pt x="34080" y="19440"/>
                </a:cubicBezTo>
                <a:cubicBezTo>
                  <a:pt x="35671" y="19440"/>
                  <a:pt x="36960" y="18151"/>
                  <a:pt x="36960" y="16560"/>
                </a:cubicBezTo>
                <a:cubicBezTo>
                  <a:pt x="36960" y="0"/>
                  <a:pt x="36960" y="0"/>
                  <a:pt x="3696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7BD522CF-8FDA-B513-943B-CA717E6323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chemeClr val="bg1">
                    <a:lumMod val="100000"/>
                  </a:schemeClr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nl-NL"/>
              <a:t>[“Quote”]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6264532-B631-6FB7-CC30-49AA7030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BACB5FA-C832-9915-C103-C940ED22E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B015C9E1-CA6C-9B31-DC22-9067079B9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9878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9CEE6FD2-D2EE-28AA-A625-AC90CA732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20D61B40-644C-4A2B-EE6A-9768A9FA82E1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Frame content 4[PHJU] (JU-Free)"/>
          <p:cNvSpPr>
            <a:spLocks noGrp="1"/>
          </p:cNvSpPr>
          <p:nvPr>
            <p:ph sz="half" idx="2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9" name="04_Date Placeholder 5 (JU-Free)">
            <a:extLst>
              <a:ext uri="{FF2B5EF4-FFF2-40B4-BE49-F238E27FC236}">
                <a16:creationId xmlns:a16="http://schemas.microsoft.com/office/drawing/2014/main" id="{4B3559F6-B4E8-90BA-50A9-8948376DBF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10" name="05_Footer Placeholder 6 (JU-Free)">
            <a:extLst>
              <a:ext uri="{FF2B5EF4-FFF2-40B4-BE49-F238E27FC236}">
                <a16:creationId xmlns:a16="http://schemas.microsoft.com/office/drawing/2014/main" id="{914F6924-81FF-FC4A-95BB-2ECC10F48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2" name="06_Slide Number Placeholder 7 (JU-Free)">
            <a:extLst>
              <a:ext uri="{FF2B5EF4-FFF2-40B4-BE49-F238E27FC236}">
                <a16:creationId xmlns:a16="http://schemas.microsoft.com/office/drawing/2014/main" id="{6E2C0466-A8B2-7076-23B6-2130890CC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25278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22ACD8E9-7CC9-3136-0443-98A4E5DAE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1F2CD1DB-5558-0EB9-FABF-697518EA8722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Frame content 4[PHJU] (JU-Free)"/>
          <p:cNvSpPr>
            <a:spLocks noGrp="1"/>
          </p:cNvSpPr>
          <p:nvPr>
            <p:ph sz="half" idx="2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10" name="04_Date Placeholder 5 (JU-Free)">
            <a:extLst>
              <a:ext uri="{FF2B5EF4-FFF2-40B4-BE49-F238E27FC236}">
                <a16:creationId xmlns:a16="http://schemas.microsoft.com/office/drawing/2014/main" id="{60EEDD31-2070-47E8-25E4-D303FB6FE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12" name="05_Footer Placeholder 6 (JU-Free)">
            <a:extLst>
              <a:ext uri="{FF2B5EF4-FFF2-40B4-BE49-F238E27FC236}">
                <a16:creationId xmlns:a16="http://schemas.microsoft.com/office/drawing/2014/main" id="{38E9E944-A43B-7951-2FC2-CF19816E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3" name="06_Slide Number Placeholder 7 (JU-Free)">
            <a:extLst>
              <a:ext uri="{FF2B5EF4-FFF2-40B4-BE49-F238E27FC236}">
                <a16:creationId xmlns:a16="http://schemas.microsoft.com/office/drawing/2014/main" id="{02A7DEC4-4E13-9DA3-DA87-F57C07F4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86818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7A12E568-F53B-F653-BA7F-C856EBE87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56915DC9-8A91-D42B-05CA-907096959B8C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Frame content 4[PHJU] (JU-Free)"/>
          <p:cNvSpPr>
            <a:spLocks noGrp="1"/>
          </p:cNvSpPr>
          <p:nvPr>
            <p:ph sz="half" idx="2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10" name="04_Date Placeholder 5 (JU-Free)">
            <a:extLst>
              <a:ext uri="{FF2B5EF4-FFF2-40B4-BE49-F238E27FC236}">
                <a16:creationId xmlns:a16="http://schemas.microsoft.com/office/drawing/2014/main" id="{60EEDD31-2070-47E8-25E4-D303FB6FE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12" name="05_Footer Placeholder 6 (JU-Free)">
            <a:extLst>
              <a:ext uri="{FF2B5EF4-FFF2-40B4-BE49-F238E27FC236}">
                <a16:creationId xmlns:a16="http://schemas.microsoft.com/office/drawing/2014/main" id="{38E9E944-A43B-7951-2FC2-CF19816E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3" name="06_Slide Number Placeholder 7 (JU-Free)">
            <a:extLst>
              <a:ext uri="{FF2B5EF4-FFF2-40B4-BE49-F238E27FC236}">
                <a16:creationId xmlns:a16="http://schemas.microsoft.com/office/drawing/2014/main" id="{02A7DEC4-4E13-9DA3-DA87-F57C07F4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94454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 1">
            <a:extLst>
              <a:ext uri="{FF2B5EF4-FFF2-40B4-BE49-F238E27FC236}">
                <a16:creationId xmlns:a16="http://schemas.microsoft.com/office/drawing/2014/main" id="{AD2CEE91-9CEB-0F7A-BF31-FEB5A9965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0AB0B860-0D52-BA5E-4341-ECF2CFD437EB}"/>
              </a:ext>
            </a:extLst>
          </p:cNvPr>
          <p:cNvSpPr>
            <a:spLocks noGrp="1"/>
          </p:cNvSpPr>
          <p:nvPr>
            <p:ph type="title" idx="18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5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6" name="03_Frame content 4[PHJU] (JU-Free)">
            <a:extLst>
              <a:ext uri="{FF2B5EF4-FFF2-40B4-BE49-F238E27FC236}">
                <a16:creationId xmlns:a16="http://schemas.microsoft.com/office/drawing/2014/main" id="{8810F699-AB7B-FEA2-EABB-2DBCA2172A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7" name="04_Date Placeholder 5 (JU-Free)">
            <a:extLst>
              <a:ext uri="{FF2B5EF4-FFF2-40B4-BE49-F238E27FC236}">
                <a16:creationId xmlns:a16="http://schemas.microsoft.com/office/drawing/2014/main" id="{49BE7272-2941-65BA-DE51-2188192AA1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8" name="05_Footer Placeholder 6 (JU-Free)">
            <a:extLst>
              <a:ext uri="{FF2B5EF4-FFF2-40B4-BE49-F238E27FC236}">
                <a16:creationId xmlns:a16="http://schemas.microsoft.com/office/drawing/2014/main" id="{311B086E-550D-0D23-C313-B6F7BD9316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9" name="06_Slide Number Placeholder 7 (JU-Free)">
            <a:extLst>
              <a:ext uri="{FF2B5EF4-FFF2-40B4-BE49-F238E27FC236}">
                <a16:creationId xmlns:a16="http://schemas.microsoft.com/office/drawing/2014/main" id="{B48CADE4-9619-E73D-8601-343CE903A5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970385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 1">
            <a:extLst>
              <a:ext uri="{FF2B5EF4-FFF2-40B4-BE49-F238E27FC236}">
                <a16:creationId xmlns:a16="http://schemas.microsoft.com/office/drawing/2014/main" id="{585555D7-9E74-C7F6-EF68-C341B54C9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97683612-DA99-3EB6-DAD7-338B7C6D7659}"/>
              </a:ext>
            </a:extLst>
          </p:cNvPr>
          <p:cNvSpPr>
            <a:spLocks noGrp="1"/>
          </p:cNvSpPr>
          <p:nvPr>
            <p:ph type="title" idx="18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5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6" name="03_Frame content 4[PHJU] (JU-Free)">
            <a:extLst>
              <a:ext uri="{FF2B5EF4-FFF2-40B4-BE49-F238E27FC236}">
                <a16:creationId xmlns:a16="http://schemas.microsoft.com/office/drawing/2014/main" id="{8810F699-AB7B-FEA2-EABB-2DBCA2172A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7" name="04_Date Placeholder 5 (JU-Free)">
            <a:extLst>
              <a:ext uri="{FF2B5EF4-FFF2-40B4-BE49-F238E27FC236}">
                <a16:creationId xmlns:a16="http://schemas.microsoft.com/office/drawing/2014/main" id="{49BE7272-2941-65BA-DE51-2188192AA1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8" name="05_Footer Placeholder 6 (JU-Free)">
            <a:extLst>
              <a:ext uri="{FF2B5EF4-FFF2-40B4-BE49-F238E27FC236}">
                <a16:creationId xmlns:a16="http://schemas.microsoft.com/office/drawing/2014/main" id="{311B086E-550D-0D23-C313-B6F7BD9316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9" name="06_Slide Number Placeholder 7 (JU-Free)">
            <a:extLst>
              <a:ext uri="{FF2B5EF4-FFF2-40B4-BE49-F238E27FC236}">
                <a16:creationId xmlns:a16="http://schemas.microsoft.com/office/drawing/2014/main" id="{B48CADE4-9619-E73D-8601-343CE903A5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973448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5FFB4E8A-8EDD-82C8-243A-A24DD7844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8F307BC5-996B-FF0A-75BE-15CA2268579C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07781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6B519CA6-31FD-2906-EEF6-5F4A36952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DAC669C3-BB47-62E0-BA10-E81E0B2286D2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82620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ECD787E2-BAAC-125D-21E1-986BB42EB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841702A1-F3D1-5B30-2892-B8EA97ED76E1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4535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A04D92D8-EB8D-12F9-E16C-BEC75A188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14BD4B4E-C937-5AB6-967B-0D87C5A18C3E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75380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784D99ED-4507-04B4-41F6-9933DC7A0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23E38472-9760-256D-6348-E84E25F9B628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34472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3CA027A5-1216-8270-8A5F-3484B19AF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18412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 lin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B4516806-A9B6-8FDB-E1BD-B9C8EBACA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065868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 oranj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EBCC8F23-E80E-7384-1F1B-12C14D471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53569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 donkergee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C144CD1B-6C52-4741-0947-E7F5149E0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33560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 lich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B2B3BB64-DB36-DFD3-557D-94D38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133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39870C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0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D62B457D-5595-C10D-4C5A-1AC2CA4EBAB0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4" name="Rectangle 3" descr="Logius. Samen digitaal verder.">
            <a:extLst>
              <a:ext uri="{FF2B5EF4-FFF2-40B4-BE49-F238E27FC236}">
                <a16:creationId xmlns:a16="http://schemas.microsoft.com/office/drawing/2014/main" id="{BDF4C696-B3A8-60F4-5ADB-9F4176C0D50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/>
              <a:t>[Afbeelding]</a:t>
            </a:r>
          </a:p>
        </p:txBody>
      </p:sp>
    </p:spTree>
    <p:extLst>
      <p:ext uri="{BB962C8B-B14F-4D97-AF65-F5344CB8AC3E}">
        <p14:creationId xmlns:p14="http://schemas.microsoft.com/office/powerpoint/2010/main" val="16088288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 lin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0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D62B457D-5595-C10D-4C5A-1AC2CA4EBAB0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4" name="Rectangle 3" descr="Logius. Samen digitaal verder.">
            <a:extLst>
              <a:ext uri="{FF2B5EF4-FFF2-40B4-BE49-F238E27FC236}">
                <a16:creationId xmlns:a16="http://schemas.microsoft.com/office/drawing/2014/main" id="{BDF4C696-B3A8-60F4-5ADB-9F4176C0D50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/>
              <a:t>[Afbeelding]</a:t>
            </a:r>
          </a:p>
        </p:txBody>
      </p:sp>
    </p:spTree>
    <p:extLst>
      <p:ext uri="{BB962C8B-B14F-4D97-AF65-F5344CB8AC3E}">
        <p14:creationId xmlns:p14="http://schemas.microsoft.com/office/powerpoint/2010/main" val="2815175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 oranj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7000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0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D62B457D-5595-C10D-4C5A-1AC2CA4EBAB0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4" name="Rectangle 3" descr="Logius. Samen digitaal verder.">
            <a:extLst>
              <a:ext uri="{FF2B5EF4-FFF2-40B4-BE49-F238E27FC236}">
                <a16:creationId xmlns:a16="http://schemas.microsoft.com/office/drawing/2014/main" id="{BDF4C696-B3A8-60F4-5ADB-9F4176C0D50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/>
              <a:t>[Afbeelding]</a:t>
            </a:r>
          </a:p>
        </p:txBody>
      </p:sp>
    </p:spTree>
    <p:extLst>
      <p:ext uri="{BB962C8B-B14F-4D97-AF65-F5344CB8AC3E}">
        <p14:creationId xmlns:p14="http://schemas.microsoft.com/office/powerpoint/2010/main" val="364561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 donkergee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B612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0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D62B457D-5595-C10D-4C5A-1AC2CA4EBAB0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4" name="Rectangle 3" descr="Logius. Samen digitaal verder.">
            <a:extLst>
              <a:ext uri="{FF2B5EF4-FFF2-40B4-BE49-F238E27FC236}">
                <a16:creationId xmlns:a16="http://schemas.microsoft.com/office/drawing/2014/main" id="{BDF4C696-B3A8-60F4-5ADB-9F4176C0D50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/>
              <a:t>[Afbeelding]</a:t>
            </a:r>
          </a:p>
        </p:txBody>
      </p:sp>
    </p:spTree>
    <p:extLst>
      <p:ext uri="{BB962C8B-B14F-4D97-AF65-F5344CB8AC3E}">
        <p14:creationId xmlns:p14="http://schemas.microsoft.com/office/powerpoint/2010/main" val="3036874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 lich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FCAE7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0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D62B457D-5595-C10D-4C5A-1AC2CA4EBAB0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4" name="Rectangle 3" descr="Logius. Samen digitaal verder.">
            <a:extLst>
              <a:ext uri="{FF2B5EF4-FFF2-40B4-BE49-F238E27FC236}">
                <a16:creationId xmlns:a16="http://schemas.microsoft.com/office/drawing/2014/main" id="{BDF4C696-B3A8-60F4-5ADB-9F4176C0D50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>
                <a:solidFill>
                  <a:srgbClr val="154273"/>
                </a:solidFill>
              </a:defRPr>
            </a:lvl1pPr>
          </a:lstStyle>
          <a:p>
            <a:r>
              <a:rPr lang="nl-NL" dirty="0"/>
              <a:t>[Afbeelding]</a:t>
            </a:r>
          </a:p>
        </p:txBody>
      </p:sp>
    </p:spTree>
    <p:extLst>
      <p:ext uri="{BB962C8B-B14F-4D97-AF65-F5344CB8AC3E}">
        <p14:creationId xmlns:p14="http://schemas.microsoft.com/office/powerpoint/2010/main" val="30822293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B14DAAEB-9B4A-6F65-D56D-A521E8C4FF6F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7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91AD3837-CCCA-B0A4-9B57-3A1E7FD30293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Rectangle 3" descr="Logius. Samen digitaal verder.">
            <a:extLst>
              <a:ext uri="{FF2B5EF4-FFF2-40B4-BE49-F238E27FC236}">
                <a16:creationId xmlns:a16="http://schemas.microsoft.com/office/drawing/2014/main" id="{BCDFBC28-D8A3-94C2-804C-5E348E5AD8AE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4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</p:spTree>
    <p:extLst>
      <p:ext uri="{BB962C8B-B14F-4D97-AF65-F5344CB8AC3E}">
        <p14:creationId xmlns:p14="http://schemas.microsoft.com/office/powerpoint/2010/main" val="22486084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 lin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52894D6-DCE7-3BF0-090F-D1801DE1D78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4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30782D7C-C2AF-4AD5-4410-E53248165747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Rectangle 3" descr="Logius. Samen digitaal verder.">
            <a:extLst>
              <a:ext uri="{FF2B5EF4-FFF2-40B4-BE49-F238E27FC236}">
                <a16:creationId xmlns:a16="http://schemas.microsoft.com/office/drawing/2014/main" id="{93AE0BD4-3155-5CFF-363F-2DDC35105A3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</p:spTree>
    <p:extLst>
      <p:ext uri="{BB962C8B-B14F-4D97-AF65-F5344CB8AC3E}">
        <p14:creationId xmlns:p14="http://schemas.microsoft.com/office/powerpoint/2010/main" val="3375904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 oranj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52894D6-DCE7-3BF0-090F-D1801DE1D78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4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30782D7C-C2AF-4AD5-4410-E53248165747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Rectangle 3" descr="Logius. Samen digitaal verder.">
            <a:extLst>
              <a:ext uri="{FF2B5EF4-FFF2-40B4-BE49-F238E27FC236}">
                <a16:creationId xmlns:a16="http://schemas.microsoft.com/office/drawing/2014/main" id="{93AE0BD4-3155-5CFF-363F-2DDC35105A3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</p:spTree>
    <p:extLst>
      <p:ext uri="{BB962C8B-B14F-4D97-AF65-F5344CB8AC3E}">
        <p14:creationId xmlns:p14="http://schemas.microsoft.com/office/powerpoint/2010/main" val="14800121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 donkergee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52894D6-DCE7-3BF0-090F-D1801DE1D78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4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30782D7C-C2AF-4AD5-4410-E53248165747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Rectangle 3" descr="Logius. Samen digitaal verder.">
            <a:extLst>
              <a:ext uri="{FF2B5EF4-FFF2-40B4-BE49-F238E27FC236}">
                <a16:creationId xmlns:a16="http://schemas.microsoft.com/office/drawing/2014/main" id="{93AE0BD4-3155-5CFF-363F-2DDC35105A3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</p:spTree>
    <p:extLst>
      <p:ext uri="{BB962C8B-B14F-4D97-AF65-F5344CB8AC3E}">
        <p14:creationId xmlns:p14="http://schemas.microsoft.com/office/powerpoint/2010/main" val="2593326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 lich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52894D6-DCE7-3BF0-090F-D1801DE1D78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4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30782D7C-C2AF-4AD5-4410-E53248165747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Rectangle 3" descr="Logius. Samen digitaal verder.">
            <a:extLst>
              <a:ext uri="{FF2B5EF4-FFF2-40B4-BE49-F238E27FC236}">
                <a16:creationId xmlns:a16="http://schemas.microsoft.com/office/drawing/2014/main" id="{93AE0BD4-3155-5CFF-363F-2DDC35105A3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</p:spTree>
    <p:extLst>
      <p:ext uri="{BB962C8B-B14F-4D97-AF65-F5344CB8AC3E}">
        <p14:creationId xmlns:p14="http://schemas.microsoft.com/office/powerpoint/2010/main" val="10493544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_Title Placeholder 1 (JU-Free)"/>
          <p:cNvSpPr>
            <a:spLocks noGrp="1"/>
          </p:cNvSpPr>
          <p:nvPr>
            <p:ph type="title"/>
          </p:nvPr>
        </p:nvSpPr>
        <p:spPr>
          <a:xfrm>
            <a:off x="685800" y="673100"/>
            <a:ext cx="10820400" cy="9017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nl-NL" dirty="0"/>
              <a:t>[Titel]</a:t>
            </a:r>
          </a:p>
        </p:txBody>
      </p:sp>
      <p:sp>
        <p:nvSpPr>
          <p:cNvPr id="3" name="02_Placeholder 2[PHJU] (JU-Free)"/>
          <p:cNvSpPr>
            <a:spLocks noGrp="1"/>
          </p:cNvSpPr>
          <p:nvPr>
            <p:ph type="body" idx="1"/>
          </p:nvPr>
        </p:nvSpPr>
        <p:spPr>
          <a:xfrm>
            <a:off x="685800" y="1752600"/>
            <a:ext cx="10820400" cy="401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dirty="0"/>
              <a:t>[Tekst]</a:t>
            </a:r>
          </a:p>
        </p:txBody>
      </p:sp>
      <p:sp>
        <p:nvSpPr>
          <p:cNvPr id="8" name="Rectangle 3 (JU-Free)">
            <a:extLst>
              <a:ext uri="{FF2B5EF4-FFF2-40B4-BE49-F238E27FC236}">
                <a16:creationId xmlns:a16="http://schemas.microsoft.com/office/drawing/2014/main" id="{08424746-798F-5FAB-0C9F-654F66B006BE}"/>
              </a:ext>
            </a:extLst>
          </p:cNvPr>
          <p:cNvSpPr>
            <a:spLocks/>
          </p:cNvSpPr>
          <p:nvPr/>
        </p:nvSpPr>
        <p:spPr>
          <a:xfrm>
            <a:off x="228600" y="6553200"/>
            <a:ext cx="2921000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r>
              <a:rPr lang="nl-NL" sz="700" b="1" noProof="1">
                <a:solidFill>
                  <a:schemeClr val="tx1"/>
                </a:solidFill>
                <a:latin typeface="+mj-lt"/>
              </a:rPr>
              <a:t>Logius</a:t>
            </a:r>
          </a:p>
        </p:txBody>
      </p:sp>
      <p:sp>
        <p:nvSpPr>
          <p:cNvPr id="4" name="03_Date Placeholder 4 (JU-Free)"/>
          <p:cNvSpPr>
            <a:spLocks noGrp="1"/>
          </p:cNvSpPr>
          <p:nvPr>
            <p:ph type="dt" sz="half" idx="2"/>
          </p:nvPr>
        </p:nvSpPr>
        <p:spPr>
          <a:xfrm>
            <a:off x="10744200" y="6553200"/>
            <a:ext cx="762000" cy="25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>
                <a:solidFill>
                  <a:schemeClr val="tx1"/>
                </a:solidFill>
                <a:latin typeface="RijksSansTT" panose="020B0504010101010104" pitchFamily="34" charset="0"/>
              </a:defRPr>
            </a:lvl1pPr>
          </a:lstStyle>
          <a:p>
            <a:fld id="{515C58FC-D271-4E19-B981-15FDE58B2899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5" name="04_Footer Placeholder 5 (JU-Free)"/>
          <p:cNvSpPr>
            <a:spLocks noGrp="1"/>
          </p:cNvSpPr>
          <p:nvPr>
            <p:ph type="ftr" sz="quarter" idx="3"/>
          </p:nvPr>
        </p:nvSpPr>
        <p:spPr>
          <a:xfrm>
            <a:off x="3073400" y="6553200"/>
            <a:ext cx="6045200" cy="25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700">
                <a:solidFill>
                  <a:schemeClr val="tx1"/>
                </a:solidFill>
                <a:latin typeface="RijksSansTT" panose="020B0504010101010104" pitchFamily="34" charset="0"/>
              </a:defRPr>
            </a:lvl1pPr>
          </a:lstStyle>
          <a:p>
            <a:endParaRPr lang="nl-NL"/>
          </a:p>
        </p:txBody>
      </p:sp>
      <p:sp>
        <p:nvSpPr>
          <p:cNvPr id="6" name="05_Slide Number Placeholder 6 (JU-Free)"/>
          <p:cNvSpPr>
            <a:spLocks noGrp="1"/>
          </p:cNvSpPr>
          <p:nvPr>
            <p:ph type="sldNum" sz="quarter" idx="4"/>
          </p:nvPr>
        </p:nvSpPr>
        <p:spPr>
          <a:xfrm>
            <a:off x="11569700" y="6553200"/>
            <a:ext cx="393700" cy="25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>
                <a:solidFill>
                  <a:schemeClr val="tx1"/>
                </a:solidFill>
                <a:latin typeface="RijksSansTT" panose="020B0504010101010104" pitchFamily="34" charset="0"/>
              </a:defRPr>
            </a:lvl1pPr>
          </a:lstStyle>
          <a:p>
            <a:fld id="{D236F890-6256-40DB-B672-7863EA9E872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2398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</p:sldLayoutIdLst>
  <p:txStyles>
    <p:titleStyle>
      <a:lvl1pPr algn="l" defTabSz="914400" rtl="0" eaLnBrk="1" latinLnBrk="0" hangingPunct="1">
        <a:lnSpc>
          <a:spcPct val="87000"/>
        </a:lnSpc>
        <a:spcBef>
          <a:spcPct val="0"/>
        </a:spcBef>
        <a:buNone/>
        <a:defRPr sz="3600" b="1" kern="1200">
          <a:solidFill>
            <a:srgbClr val="154273"/>
          </a:solidFill>
          <a:latin typeface="+mj-lt"/>
          <a:ea typeface="+mj-ea"/>
          <a:cs typeface="+mj-cs"/>
        </a:defRPr>
      </a:lvl1pPr>
    </p:titleStyle>
    <p:bodyStyle>
      <a:lvl1pPr marL="162000" indent="-162000" algn="l" defTabSz="914400" rtl="0" eaLnBrk="1" latinLnBrk="0" hangingPunct="1">
        <a:lnSpc>
          <a:spcPct val="105000"/>
        </a:lnSpc>
        <a:spcBef>
          <a:spcPts val="900"/>
        </a:spcBef>
        <a:buFont typeface="RijksSansTT ExtraBold" panose="020B0904010101010104" pitchFamily="34" charset="0"/>
        <a:buChar char="•"/>
        <a:defRPr sz="1700" kern="1200">
          <a:solidFill>
            <a:schemeClr val="tx1"/>
          </a:solidFill>
          <a:latin typeface="RijksSansTT" panose="020B0504010101010104" pitchFamily="34" charset="0"/>
          <a:ea typeface="+mn-ea"/>
          <a:cs typeface="+mn-cs"/>
        </a:defRPr>
      </a:lvl1pPr>
      <a:lvl2pPr marL="324000" indent="-162000" algn="l" defTabSz="914400" rtl="0" eaLnBrk="1" latinLnBrk="0" hangingPunct="1">
        <a:lnSpc>
          <a:spcPct val="105000"/>
        </a:lnSpc>
        <a:spcBef>
          <a:spcPts val="900"/>
        </a:spcBef>
        <a:buFont typeface="RijksSansTT ExtraBold" panose="020B0904010101010104" pitchFamily="34" charset="0"/>
        <a:buChar char="-"/>
        <a:defRPr sz="17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86000" indent="-162000" algn="l" defTabSz="914400" rtl="0" eaLnBrk="1" latinLnBrk="0" hangingPunct="1">
        <a:lnSpc>
          <a:spcPct val="105000"/>
        </a:lnSpc>
        <a:spcBef>
          <a:spcPts val="900"/>
        </a:spcBef>
        <a:buFont typeface="RijksSansTT ExtraBold" panose="020B0904010101010104" pitchFamily="34" charset="0"/>
        <a:buChar char="&gt;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62000" indent="-162000" algn="l" defTabSz="914400" rtl="0" eaLnBrk="1" latinLnBrk="0" hangingPunct="1">
        <a:lnSpc>
          <a:spcPct val="105000"/>
        </a:lnSpc>
        <a:spcBef>
          <a:spcPts val="900"/>
        </a:spcBef>
        <a:buFont typeface="+mj-lt"/>
        <a:buAutoNum type="arabicPeriod"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324000" indent="-162000" algn="l" defTabSz="914400" rtl="0" eaLnBrk="1" latinLnBrk="0" hangingPunct="1">
        <a:lnSpc>
          <a:spcPct val="105000"/>
        </a:lnSpc>
        <a:spcBef>
          <a:spcPts val="900"/>
        </a:spcBef>
        <a:buFont typeface="+mj-lt"/>
        <a:buAutoNum type="arabicPeriod"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486000" indent="-162000" algn="l" defTabSz="914400" rtl="0" eaLnBrk="1" latinLnBrk="0" hangingPunct="1">
        <a:lnSpc>
          <a:spcPct val="105000"/>
        </a:lnSpc>
        <a:spcBef>
          <a:spcPts val="900"/>
        </a:spcBef>
        <a:buFont typeface="+mj-lt"/>
        <a:buAutoNum type="arabicPeriod"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1700" b="1" kern="1200">
          <a:solidFill>
            <a:schemeClr val="tx1"/>
          </a:solidFill>
          <a:latin typeface="+mj-lt"/>
          <a:ea typeface="+mn-ea"/>
          <a:cs typeface="+mn-cs"/>
        </a:defRPr>
      </a:lvl8pPr>
      <a:lvl9pPr marL="16200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utoriteitpersoonsgegevens.nl/documenten/verwerkingsregister-ap" TargetMode="External"/><Relationship Id="rId2" Type="http://schemas.openxmlformats.org/officeDocument/2006/relationships/hyperlink" Target="https://www.logius.nl/onze-dienstverlening/toegang/digid/documentatie/gegevensverwerkingen-digid" TargetMode="Externa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9DB7B89-58D1-6440-16BA-F6AC0CC3F5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B380BC8-8BDD-F08B-E845-17E002F4E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Architectuur </a:t>
            </a:r>
            <a:r>
              <a:rPr lang="nl-NL" dirty="0" err="1"/>
              <a:t>logging</a:t>
            </a:r>
            <a:r>
              <a:rPr lang="nl-NL" dirty="0"/>
              <a:t> standaarden</a:t>
            </a:r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A50529F6-0919-12D6-4B9E-EF28E099D8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Tim van der Lippe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29CF538-FC1F-242E-2861-478C41B6CA0B}"/>
              </a:ext>
            </a:extLst>
          </p:cNvPr>
          <p:cNvSpPr>
            <a:spLocks noGrp="1"/>
          </p:cNvSpPr>
          <p:nvPr>
            <p:ph type="body" sz="quarter" idx="1002"/>
          </p:nvPr>
        </p:nvSpPr>
        <p:spPr/>
        <p:txBody>
          <a:bodyPr/>
          <a:lstStyle/>
          <a:p>
            <a:r>
              <a:rPr lang="nl-NL" dirty="0"/>
              <a:t>2026-09-24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DA3FEC79-149A-D6E6-A6D5-3B1D940554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6094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00C9B-ED5E-8EA4-9303-2C1D0DC52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722435-3A39-3F0A-EC3F-65538C561DCC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Architectuur </a:t>
            </a:r>
            <a:r>
              <a:rPr lang="nl-NL" dirty="0" err="1"/>
              <a:t>logging</a:t>
            </a:r>
            <a:r>
              <a:rPr lang="nl-NL" dirty="0"/>
              <a:t> standaarden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522FA57-6CDB-D54F-C3DC-240C99865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ct val="200000"/>
              </a:lnSpc>
            </a:pPr>
            <a:r>
              <a:rPr lang="nl-NL" sz="2800" dirty="0"/>
              <a:t>FDS: </a:t>
            </a:r>
            <a:r>
              <a:rPr lang="nl-NL" sz="2800" dirty="0" err="1"/>
              <a:t>logging</a:t>
            </a:r>
            <a:r>
              <a:rPr lang="nl-NL" sz="2800" dirty="0"/>
              <a:t> standaarden werken samen</a:t>
            </a:r>
          </a:p>
          <a:p>
            <a:pPr>
              <a:lnSpc>
                <a:spcPct val="200000"/>
              </a:lnSpc>
            </a:pPr>
            <a:r>
              <a:rPr lang="nl-NL" sz="2800" dirty="0"/>
              <a:t>Kan met W3C </a:t>
            </a:r>
            <a:r>
              <a:rPr lang="nl-NL" sz="2800" dirty="0" err="1"/>
              <a:t>Trace</a:t>
            </a:r>
            <a:r>
              <a:rPr lang="nl-NL" sz="2800" dirty="0"/>
              <a:t> Context</a:t>
            </a:r>
          </a:p>
          <a:p>
            <a:pPr>
              <a:lnSpc>
                <a:spcPct val="200000"/>
              </a:lnSpc>
            </a:pPr>
            <a:r>
              <a:rPr lang="nl-NL" sz="2800" dirty="0"/>
              <a:t>Nog niet alle details uitgewerkt</a:t>
            </a:r>
          </a:p>
        </p:txBody>
      </p:sp>
    </p:spTree>
    <p:extLst>
      <p:ext uri="{BB962C8B-B14F-4D97-AF65-F5344CB8AC3E}">
        <p14:creationId xmlns:p14="http://schemas.microsoft.com/office/powerpoint/2010/main" val="4081390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157E82-812C-1F7D-D3BA-8A1682D1A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Inhoudsopgave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459EBFAE-72DD-8CE9-92D9-E65E8A892FEB}"/>
              </a:ext>
            </a:extLst>
          </p:cNvPr>
          <p:cNvSpPr>
            <a:spLocks noGrp="1"/>
          </p:cNvSpPr>
          <p:nvPr>
            <p:ph type="pic" idx="100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B6F684F-07CB-CAC1-25E6-C0BBB0984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57375"/>
            <a:ext cx="5041900" cy="4416425"/>
          </a:xfrm>
        </p:spPr>
        <p:txBody>
          <a:bodyPr anchor="ctr"/>
          <a:lstStyle/>
          <a:p>
            <a:pPr>
              <a:lnSpc>
                <a:spcPct val="200000"/>
              </a:lnSpc>
            </a:pPr>
            <a:r>
              <a:rPr lang="nl-NL" sz="2800" dirty="0"/>
              <a:t>Verantwoording afleggen</a:t>
            </a:r>
          </a:p>
          <a:p>
            <a:pPr>
              <a:lnSpc>
                <a:spcPct val="200000"/>
              </a:lnSpc>
            </a:pPr>
            <a:r>
              <a:rPr lang="nl-NL" sz="2800" dirty="0"/>
              <a:t>Logregels ter verantwoording</a:t>
            </a:r>
          </a:p>
          <a:p>
            <a:pPr>
              <a:lnSpc>
                <a:spcPct val="200000"/>
              </a:lnSpc>
            </a:pPr>
            <a:r>
              <a:rPr lang="nl-NL" sz="2800" dirty="0"/>
              <a:t>Werken in ketens</a:t>
            </a:r>
          </a:p>
          <a:p>
            <a:pPr>
              <a:lnSpc>
                <a:spcPct val="200000"/>
              </a:lnSpc>
            </a:pPr>
            <a:r>
              <a:rPr lang="nl-NL" sz="2800" dirty="0"/>
              <a:t>Samenhang </a:t>
            </a:r>
            <a:r>
              <a:rPr lang="nl-NL" sz="2800" dirty="0" err="1"/>
              <a:t>logging</a:t>
            </a:r>
            <a:r>
              <a:rPr lang="nl-NL" sz="2800" dirty="0"/>
              <a:t> standaarden</a:t>
            </a:r>
          </a:p>
        </p:txBody>
      </p:sp>
    </p:spTree>
    <p:extLst>
      <p:ext uri="{BB962C8B-B14F-4D97-AF65-F5344CB8AC3E}">
        <p14:creationId xmlns:p14="http://schemas.microsoft.com/office/powerpoint/2010/main" val="3826136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791F2B-CEC4-1C92-8885-9DDB48843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Verantwoording afleggen</a:t>
            </a:r>
          </a:p>
        </p:txBody>
      </p:sp>
    </p:spTree>
    <p:extLst>
      <p:ext uri="{BB962C8B-B14F-4D97-AF65-F5344CB8AC3E}">
        <p14:creationId xmlns:p14="http://schemas.microsoft.com/office/powerpoint/2010/main" val="3357074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B78697-7B62-D7BB-B314-3A625CB300FB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Verantwoording afleggen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4BF5841-A020-AA9D-D054-FBD72AB0E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ct val="200000"/>
              </a:lnSpc>
            </a:pPr>
            <a:r>
              <a:rPr lang="nl-NL" sz="2800" dirty="0"/>
              <a:t>Op basis van wetgeving</a:t>
            </a:r>
          </a:p>
          <a:p>
            <a:pPr>
              <a:lnSpc>
                <a:spcPct val="200000"/>
              </a:lnSpc>
            </a:pPr>
            <a:r>
              <a:rPr lang="nl-NL" sz="2800" dirty="0"/>
              <a:t>Gegevens door systemen</a:t>
            </a:r>
          </a:p>
          <a:p>
            <a:pPr>
              <a:lnSpc>
                <a:spcPct val="200000"/>
              </a:lnSpc>
            </a:pPr>
            <a:r>
              <a:rPr lang="nl-NL" sz="2800" dirty="0"/>
              <a:t>Wie doet wat?</a:t>
            </a:r>
          </a:p>
        </p:txBody>
      </p:sp>
    </p:spTree>
    <p:extLst>
      <p:ext uri="{BB962C8B-B14F-4D97-AF65-F5344CB8AC3E}">
        <p14:creationId xmlns:p14="http://schemas.microsoft.com/office/powerpoint/2010/main" val="1065041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33CC3-0AD5-4BBC-AF85-38DBB3BD7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BA2A90-747F-78A3-9AFF-608E379902A9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Verantwoording afleggen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728F697-8966-FE8B-A27E-AD8EBA667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ct val="200000"/>
              </a:lnSpc>
            </a:pPr>
            <a:r>
              <a:rPr lang="nl-NL" sz="2800" dirty="0"/>
              <a:t>GDPR</a:t>
            </a:r>
          </a:p>
          <a:p>
            <a:pPr>
              <a:lnSpc>
                <a:spcPct val="200000"/>
              </a:lnSpc>
            </a:pPr>
            <a:r>
              <a:rPr lang="nl-NL" sz="2800" dirty="0"/>
              <a:t>Gegevens bij besluiten</a:t>
            </a:r>
          </a:p>
          <a:p>
            <a:pPr>
              <a:lnSpc>
                <a:spcPct val="200000"/>
              </a:lnSpc>
            </a:pPr>
            <a:r>
              <a:rPr lang="nl-NL" sz="2800" dirty="0"/>
              <a:t>WOO</a:t>
            </a:r>
          </a:p>
        </p:txBody>
      </p:sp>
    </p:spTree>
    <p:extLst>
      <p:ext uri="{BB962C8B-B14F-4D97-AF65-F5344CB8AC3E}">
        <p14:creationId xmlns:p14="http://schemas.microsoft.com/office/powerpoint/2010/main" val="3835032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05987-BE1D-9974-9B8F-036FA8DF9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FBFF8D-430D-C3B4-D1FA-8EB5FD66DF3F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Verantwoording afleggen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8FB7704-C920-F86C-3630-4E6DD53FD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ct val="200000"/>
              </a:lnSpc>
            </a:pPr>
            <a:r>
              <a:rPr lang="nl-NL" sz="2800" dirty="0"/>
              <a:t>Register van Verwerkingsactiviteiten</a:t>
            </a:r>
          </a:p>
          <a:p>
            <a:pPr>
              <a:lnSpc>
                <a:spcPct val="200000"/>
              </a:lnSpc>
            </a:pPr>
            <a:r>
              <a:rPr lang="nl-NL" sz="2800" dirty="0"/>
              <a:t>Vaak onvolledig</a:t>
            </a:r>
          </a:p>
          <a:p>
            <a:pPr>
              <a:lnSpc>
                <a:spcPct val="200000"/>
              </a:lnSpc>
            </a:pPr>
            <a:r>
              <a:rPr lang="nl-NL" sz="2800" dirty="0"/>
              <a:t>Automatisering i.p.v. lange onderzoeken</a:t>
            </a:r>
          </a:p>
        </p:txBody>
      </p:sp>
    </p:spTree>
    <p:extLst>
      <p:ext uri="{BB962C8B-B14F-4D97-AF65-F5344CB8AC3E}">
        <p14:creationId xmlns:p14="http://schemas.microsoft.com/office/powerpoint/2010/main" val="2225851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BCFEA-7327-4B89-6E26-E7431984C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AF0572-1AB4-8BA0-B8C6-7A789305EB6B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Verantwoording afleggen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E5B82E5-DD66-C12F-4907-BB1204666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ct val="200000"/>
              </a:lnSpc>
            </a:pPr>
            <a:r>
              <a:rPr lang="nl-NL" sz="2800" dirty="0"/>
              <a:t>Wie kent die van Logius?</a:t>
            </a:r>
          </a:p>
          <a:p>
            <a:pPr>
              <a:lnSpc>
                <a:spcPct val="200000"/>
              </a:lnSpc>
            </a:pPr>
            <a:r>
              <a:rPr lang="nl-NL" sz="2800" dirty="0">
                <a:hlinkClick r:id="rId2"/>
              </a:rPr>
              <a:t>Logius | Gegevensverwerkingen </a:t>
            </a:r>
            <a:r>
              <a:rPr lang="nl-NL" sz="2800" dirty="0" err="1">
                <a:hlinkClick r:id="rId2"/>
              </a:rPr>
              <a:t>DigiD</a:t>
            </a:r>
            <a:endParaRPr lang="nl-NL" sz="2800" dirty="0"/>
          </a:p>
          <a:p>
            <a:pPr>
              <a:lnSpc>
                <a:spcPct val="200000"/>
              </a:lnSpc>
            </a:pPr>
            <a:r>
              <a:rPr lang="nl-NL" sz="2800" dirty="0">
                <a:hlinkClick r:id="rId3"/>
              </a:rPr>
              <a:t>Verwerkingsregister AP | Autoriteit Persoonsgegevens</a:t>
            </a:r>
            <a:endParaRPr lang="nl-NL" sz="2800" dirty="0"/>
          </a:p>
        </p:txBody>
      </p:sp>
    </p:spTree>
    <p:extLst>
      <p:ext uri="{BB962C8B-B14F-4D97-AF65-F5344CB8AC3E}">
        <p14:creationId xmlns:p14="http://schemas.microsoft.com/office/powerpoint/2010/main" val="1046858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2DB27-BAAF-3E70-98B9-0CDC4A5A9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EE4EAD-9799-22E6-CAC1-D6BA1783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Logregels ter verantwoording</a:t>
            </a:r>
          </a:p>
        </p:txBody>
      </p:sp>
    </p:spTree>
    <p:extLst>
      <p:ext uri="{BB962C8B-B14F-4D97-AF65-F5344CB8AC3E}">
        <p14:creationId xmlns:p14="http://schemas.microsoft.com/office/powerpoint/2010/main" val="3691968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D3BB0-7216-7668-BF4B-7E321A009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2ED4F5-2E17-05FF-CE6A-2CB0D0BFD890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Logregels ter verantwoording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5F40B66-709D-09AC-A5E1-5D604FBDE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ct val="200000"/>
              </a:lnSpc>
            </a:pPr>
            <a:r>
              <a:rPr lang="nl-NL" sz="2800" dirty="0"/>
              <a:t>Log wanneer, wat over wie</a:t>
            </a:r>
          </a:p>
          <a:p>
            <a:pPr>
              <a:lnSpc>
                <a:spcPct val="200000"/>
              </a:lnSpc>
            </a:pPr>
            <a:r>
              <a:rPr lang="nl-NL" sz="2800" dirty="0"/>
              <a:t>Niet te weinig, niet teveel</a:t>
            </a:r>
          </a:p>
          <a:p>
            <a:pPr>
              <a:lnSpc>
                <a:spcPct val="200000"/>
              </a:lnSpc>
            </a:pPr>
            <a:r>
              <a:rPr lang="nl-NL" sz="2800" dirty="0"/>
              <a:t>Gestructureerd over ketens heen</a:t>
            </a:r>
          </a:p>
        </p:txBody>
      </p:sp>
    </p:spTree>
    <p:extLst>
      <p:ext uri="{BB962C8B-B14F-4D97-AF65-F5344CB8AC3E}">
        <p14:creationId xmlns:p14="http://schemas.microsoft.com/office/powerpoint/2010/main" val="3017169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F5711-E8CB-2355-029D-97792B27B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F642FE-E5E0-D707-A270-AD5560EFFF08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Logregels ter verantwoording</a:t>
            </a:r>
          </a:p>
        </p:txBody>
      </p:sp>
      <p:sp>
        <p:nvSpPr>
          <p:cNvPr id="6" name="AutoShape 2" descr="architecture">
            <a:extLst>
              <a:ext uri="{FF2B5EF4-FFF2-40B4-BE49-F238E27FC236}">
                <a16:creationId xmlns:a16="http://schemas.microsoft.com/office/drawing/2014/main" id="{16A311F7-C2F1-6525-CD82-C93BF476F3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AutoShape 4" descr="architecture">
            <a:extLst>
              <a:ext uri="{FF2B5EF4-FFF2-40B4-BE49-F238E27FC236}">
                <a16:creationId xmlns:a16="http://schemas.microsoft.com/office/drawing/2014/main" id="{ED9C0BD8-1400-FF77-5675-C257F9D4FB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16" name="Tijdelijke aanduiding voor inhoud 15">
            <a:extLst>
              <a:ext uri="{FF2B5EF4-FFF2-40B4-BE49-F238E27FC236}">
                <a16:creationId xmlns:a16="http://schemas.microsoft.com/office/drawing/2014/main" id="{7CC916C4-1696-D819-D106-5184ECD9E6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1723335" y="1884362"/>
            <a:ext cx="8440529" cy="339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8825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E97B7-850F-9F68-CAEA-D32B90D31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81C3D1-AAE7-82BC-E57B-7199C24E8A13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Logregels ter verantwoording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CEB6FC88-0FF0-2CCA-F136-30F87CA2D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0790" y="1574800"/>
            <a:ext cx="4630419" cy="487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884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59B67-11EA-39AF-3FF7-A53CB9C83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8D68C8-BFD5-196B-02FF-B211B6288C44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Logregels ter verantwoording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CE8A1CC6-BC09-FAA8-EAD5-CCA1B1A22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39" y="1854102"/>
            <a:ext cx="11106721" cy="381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103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8F229-4D54-23DE-0A5D-3F2E2497B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F7EF61-BBD6-4017-985C-F178456C7363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Logregels ter verantwoording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A89B4570-11A9-8D1D-0A38-7E955ABA8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903" y="1434856"/>
            <a:ext cx="6674193" cy="475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15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DEF57-CC0B-5313-F386-3947E6A59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5F614B-784E-5554-2BD7-A6F11DC640E8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Logregels ter verantwoording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DE81D1EA-93C7-DECE-0810-75B1B2071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087" y="1997075"/>
            <a:ext cx="10791825" cy="3524250"/>
          </a:xfrm>
        </p:spPr>
      </p:pic>
    </p:spTree>
    <p:extLst>
      <p:ext uri="{BB962C8B-B14F-4D97-AF65-F5344CB8AC3E}">
        <p14:creationId xmlns:p14="http://schemas.microsoft.com/office/powerpoint/2010/main" val="1898651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15EA4-F17B-C908-1EB0-D6921A449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9E7DA1-6A08-8A2D-2D39-1FFA466C45CD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Logregels ter verantwoording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0A961D6F-6710-1023-38AC-6EFF5FD36D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4712" y="1997075"/>
            <a:ext cx="5362575" cy="3524250"/>
          </a:xfrm>
        </p:spPr>
      </p:pic>
    </p:spTree>
    <p:extLst>
      <p:ext uri="{BB962C8B-B14F-4D97-AF65-F5344CB8AC3E}">
        <p14:creationId xmlns:p14="http://schemas.microsoft.com/office/powerpoint/2010/main" val="3498352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B2D07-8C94-25A1-79B7-450ACA2FB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F58EC2-0866-1A54-912D-FFD43F1D8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Werken in ketens</a:t>
            </a:r>
          </a:p>
        </p:txBody>
      </p:sp>
    </p:spTree>
    <p:extLst>
      <p:ext uri="{BB962C8B-B14F-4D97-AF65-F5344CB8AC3E}">
        <p14:creationId xmlns:p14="http://schemas.microsoft.com/office/powerpoint/2010/main" val="740594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FED8B-ABCD-33CE-740A-8053981B1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CB2490-59BC-7B55-5302-7CF64A6F9702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Werken in ketens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F0AF35F-1063-FA44-E0E7-D749FC55E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ct val="200000"/>
              </a:lnSpc>
            </a:pPr>
            <a:r>
              <a:rPr lang="nl-NL" sz="2800" dirty="0"/>
              <a:t>Ooit bedacht door VNG</a:t>
            </a:r>
          </a:p>
          <a:p>
            <a:pPr>
              <a:lnSpc>
                <a:spcPct val="200000"/>
              </a:lnSpc>
            </a:pPr>
            <a:r>
              <a:rPr lang="nl-NL" sz="2800" dirty="0"/>
              <a:t>Gaf gegevens door, is ongewenst</a:t>
            </a:r>
          </a:p>
          <a:p>
            <a:pPr>
              <a:lnSpc>
                <a:spcPct val="200000"/>
              </a:lnSpc>
            </a:pPr>
            <a:r>
              <a:rPr lang="nl-NL" sz="2800" dirty="0"/>
              <a:t>Geef generiek nummertje door</a:t>
            </a:r>
          </a:p>
        </p:txBody>
      </p:sp>
    </p:spTree>
    <p:extLst>
      <p:ext uri="{BB962C8B-B14F-4D97-AF65-F5344CB8AC3E}">
        <p14:creationId xmlns:p14="http://schemas.microsoft.com/office/powerpoint/2010/main" val="547626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A804B-6ABD-11CD-6F81-D6E98411F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D70B2D-AF30-1BF3-83E8-D1B51343BCD0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Werken in ketens</a:t>
            </a:r>
          </a:p>
        </p:txBody>
      </p:sp>
      <p:sp>
        <p:nvSpPr>
          <p:cNvPr id="6" name="AutoShape 2" descr="architecture">
            <a:extLst>
              <a:ext uri="{FF2B5EF4-FFF2-40B4-BE49-F238E27FC236}">
                <a16:creationId xmlns:a16="http://schemas.microsoft.com/office/drawing/2014/main" id="{0AAFF130-9E35-8EBA-C089-EC7F33F0AA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AutoShape 4" descr="architecture">
            <a:extLst>
              <a:ext uri="{FF2B5EF4-FFF2-40B4-BE49-F238E27FC236}">
                <a16:creationId xmlns:a16="http://schemas.microsoft.com/office/drawing/2014/main" id="{04385E9A-DA87-EA24-1DA1-1FF2D26FD5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16" name="Tijdelijke aanduiding voor inhoud 15">
            <a:extLst>
              <a:ext uri="{FF2B5EF4-FFF2-40B4-BE49-F238E27FC236}">
                <a16:creationId xmlns:a16="http://schemas.microsoft.com/office/drawing/2014/main" id="{388DFAAF-EFA5-EBFC-5DC3-52EF4CCCD2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1723335" y="1884362"/>
            <a:ext cx="8440529" cy="339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913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8C844-3072-44B3-B370-7E4D83ED4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921D40-D6EF-F267-AF60-DCCDFCC7A996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Werken in ketens</a:t>
            </a:r>
          </a:p>
        </p:txBody>
      </p:sp>
      <p:pic>
        <p:nvPicPr>
          <p:cNvPr id="7" name="Tijdelijke aanduiding voor inhoud 6">
            <a:extLst>
              <a:ext uri="{FF2B5EF4-FFF2-40B4-BE49-F238E27FC236}">
                <a16:creationId xmlns:a16="http://schemas.microsoft.com/office/drawing/2014/main" id="{CCB259EE-876A-217D-40AA-2A537C39F9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8234" y="1122030"/>
            <a:ext cx="6255532" cy="5735970"/>
          </a:xfrm>
        </p:spPr>
      </p:pic>
    </p:spTree>
    <p:extLst>
      <p:ext uri="{BB962C8B-B14F-4D97-AF65-F5344CB8AC3E}">
        <p14:creationId xmlns:p14="http://schemas.microsoft.com/office/powerpoint/2010/main" val="2711120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36E2E-5B9C-696C-6987-84AF569F2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6D901A-14A2-0C0E-AFC8-4A24EC87AEC9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Werken in ketens</a:t>
            </a:r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A8EDF97C-A657-DE6E-E1DB-8D35681C9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272" y="1574800"/>
            <a:ext cx="10169456" cy="4781550"/>
          </a:xfrm>
        </p:spPr>
      </p:pic>
    </p:spTree>
    <p:extLst>
      <p:ext uri="{BB962C8B-B14F-4D97-AF65-F5344CB8AC3E}">
        <p14:creationId xmlns:p14="http://schemas.microsoft.com/office/powerpoint/2010/main" val="651146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F5A90-3BED-5593-F282-1F702246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EC2DE0-6B89-7BCA-A43D-ECC55E8A65C3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Werken in ketens</a:t>
            </a:r>
          </a:p>
        </p:txBody>
      </p:sp>
      <p:pic>
        <p:nvPicPr>
          <p:cNvPr id="7" name="Tijdelijke aanduiding voor inhoud 6">
            <a:extLst>
              <a:ext uri="{FF2B5EF4-FFF2-40B4-BE49-F238E27FC236}">
                <a16:creationId xmlns:a16="http://schemas.microsoft.com/office/drawing/2014/main" id="{075F0DA6-9974-FC76-6ADB-8BD6A20F2C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2711" y="1441450"/>
            <a:ext cx="9926578" cy="4743450"/>
          </a:xfrm>
        </p:spPr>
      </p:pic>
    </p:spTree>
    <p:extLst>
      <p:ext uri="{BB962C8B-B14F-4D97-AF65-F5344CB8AC3E}">
        <p14:creationId xmlns:p14="http://schemas.microsoft.com/office/powerpoint/2010/main" val="810127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74C2E6-455B-2BA6-0CF2-77F4400A7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Recap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BBCB696-CEA1-56B4-CE60-04289B9A1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799" y="2590800"/>
            <a:ext cx="10487025" cy="3276600"/>
          </a:xfrm>
        </p:spPr>
        <p:txBody>
          <a:bodyPr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l-NL" sz="2800" dirty="0"/>
              <a:t>Verantwoording afleggen op basis van logregels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l-NL" sz="2800" dirty="0"/>
              <a:t>Maak register van verwerkingsactiviteiten op orde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l-NL" sz="2800" dirty="0"/>
              <a:t>Werk in ketens met </a:t>
            </a:r>
            <a:r>
              <a:rPr lang="nl-NL" sz="2800" dirty="0" err="1"/>
              <a:t>trace_id</a:t>
            </a:r>
            <a:endParaRPr lang="nl-NL" sz="2800" dirty="0"/>
          </a:p>
        </p:txBody>
      </p:sp>
    </p:spTree>
    <p:extLst>
      <p:ext uri="{BB962C8B-B14F-4D97-AF65-F5344CB8AC3E}">
        <p14:creationId xmlns:p14="http://schemas.microsoft.com/office/powerpoint/2010/main" val="10902922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7305B-9F42-9C9F-FCB1-648BD9FF2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5A9C47-BE2A-331B-A5CA-CF1458E39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Samenhang </a:t>
            </a:r>
            <a:r>
              <a:rPr lang="nl-NL" dirty="0" err="1"/>
              <a:t>logging</a:t>
            </a:r>
            <a:r>
              <a:rPr lang="nl-NL" dirty="0"/>
              <a:t> standaarden</a:t>
            </a:r>
          </a:p>
        </p:txBody>
      </p:sp>
    </p:spTree>
    <p:extLst>
      <p:ext uri="{BB962C8B-B14F-4D97-AF65-F5344CB8AC3E}">
        <p14:creationId xmlns:p14="http://schemas.microsoft.com/office/powerpoint/2010/main" val="3289724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3F3D3-E1F2-9E8A-902B-2D154B689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CF705-E970-53E2-1EB4-35A3BA6DD814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Samenhang </a:t>
            </a:r>
            <a:r>
              <a:rPr lang="nl-NL" dirty="0" err="1"/>
              <a:t>logging</a:t>
            </a:r>
            <a:r>
              <a:rPr lang="nl-NL" dirty="0"/>
              <a:t> standaarden</a:t>
            </a:r>
          </a:p>
        </p:txBody>
      </p:sp>
      <p:sp>
        <p:nvSpPr>
          <p:cNvPr id="6" name="AutoShape 2" descr="architecture">
            <a:extLst>
              <a:ext uri="{FF2B5EF4-FFF2-40B4-BE49-F238E27FC236}">
                <a16:creationId xmlns:a16="http://schemas.microsoft.com/office/drawing/2014/main" id="{35DB6D3F-D194-97CA-B9E3-6B27270A20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AutoShape 4" descr="architecture">
            <a:extLst>
              <a:ext uri="{FF2B5EF4-FFF2-40B4-BE49-F238E27FC236}">
                <a16:creationId xmlns:a16="http://schemas.microsoft.com/office/drawing/2014/main" id="{3E3359C1-DDE3-DD42-837F-54C2343988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16" name="Tijdelijke aanduiding voor inhoud 15">
            <a:extLst>
              <a:ext uri="{FF2B5EF4-FFF2-40B4-BE49-F238E27FC236}">
                <a16:creationId xmlns:a16="http://schemas.microsoft.com/office/drawing/2014/main" id="{7F0C039C-DF2F-96A5-B47F-7AE212C83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1723335" y="1884362"/>
            <a:ext cx="8440529" cy="339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134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D66CB-AB72-F06B-5815-2441055AF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98A578-3076-E765-8B6D-ECA0448BA76B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Samenhang </a:t>
            </a:r>
            <a:r>
              <a:rPr lang="nl-NL" dirty="0" err="1"/>
              <a:t>logging</a:t>
            </a:r>
            <a:r>
              <a:rPr lang="nl-NL" dirty="0"/>
              <a:t> standaarden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9A10313-AB8E-622A-16AD-367E4AC17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ct val="200000"/>
              </a:lnSpc>
            </a:pPr>
            <a:r>
              <a:rPr lang="nl-NL" sz="2800" dirty="0"/>
              <a:t>Zien we FSC als deel van de keten?</a:t>
            </a:r>
          </a:p>
          <a:p>
            <a:pPr>
              <a:lnSpc>
                <a:spcPct val="200000"/>
              </a:lnSpc>
            </a:pPr>
            <a:r>
              <a:rPr lang="nl-NL" sz="2800" dirty="0"/>
              <a:t>Zien we ADL als deel van de keten?</a:t>
            </a:r>
          </a:p>
        </p:txBody>
      </p:sp>
    </p:spTree>
    <p:extLst>
      <p:ext uri="{BB962C8B-B14F-4D97-AF65-F5344CB8AC3E}">
        <p14:creationId xmlns:p14="http://schemas.microsoft.com/office/powerpoint/2010/main" val="2379384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AAA89-5715-1739-B890-7F2DC62D2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D0A895-3410-F58F-3C14-800918C60507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Samenhang </a:t>
            </a:r>
            <a:r>
              <a:rPr lang="nl-NL" dirty="0" err="1"/>
              <a:t>logging</a:t>
            </a:r>
            <a:r>
              <a:rPr lang="nl-NL" dirty="0"/>
              <a:t> standaarden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FBE25619-C46B-2D39-4871-0E21D30301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4712" y="1997075"/>
            <a:ext cx="5362575" cy="3524250"/>
          </a:xfrm>
        </p:spPr>
      </p:pic>
    </p:spTree>
    <p:extLst>
      <p:ext uri="{BB962C8B-B14F-4D97-AF65-F5344CB8AC3E}">
        <p14:creationId xmlns:p14="http://schemas.microsoft.com/office/powerpoint/2010/main" val="4081226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BF421-A44A-C4A8-8E48-F127FE0C6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FE20CB00-DAA2-14C9-0165-BC56F80073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5BE8D7F-C94B-C2B7-7656-11308D6F4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Architectuur </a:t>
            </a:r>
            <a:r>
              <a:rPr lang="nl-NL" dirty="0" err="1"/>
              <a:t>logging</a:t>
            </a:r>
            <a:r>
              <a:rPr lang="nl-NL" dirty="0"/>
              <a:t> standaarden</a:t>
            </a:r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1335C691-6E73-612E-2018-EB657EE48C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Tim van der Lippe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2EA5203-A5B7-F192-45B9-42CDABE41966}"/>
              </a:ext>
            </a:extLst>
          </p:cNvPr>
          <p:cNvSpPr>
            <a:spLocks noGrp="1"/>
          </p:cNvSpPr>
          <p:nvPr>
            <p:ph type="body" sz="quarter" idx="1002"/>
          </p:nvPr>
        </p:nvSpPr>
        <p:spPr/>
        <p:txBody>
          <a:bodyPr/>
          <a:lstStyle/>
          <a:p>
            <a:r>
              <a:rPr lang="nl-NL" dirty="0"/>
              <a:t>2026-09-24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FAC86BC-0BA4-D33D-16D2-906A717794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97547324"/>
      </p:ext>
    </p:extLst>
  </p:cSld>
  <p:clrMapOvr>
    <a:masterClrMapping/>
  </p:clrMapOvr>
</p:sld>
</file>

<file path=ppt/theme/theme1.xml><?xml version="1.0" encoding="utf-8"?>
<a:theme xmlns:a="http://schemas.openxmlformats.org/drawingml/2006/main" name="Huisstijl">
  <a:themeElements>
    <a:clrScheme name="Kleuren - Logius">
      <a:dk1>
        <a:srgbClr val="000000"/>
      </a:dk1>
      <a:lt1>
        <a:srgbClr val="FFFFFF"/>
      </a:lt1>
      <a:dk2>
        <a:srgbClr val="39870C"/>
      </a:dk2>
      <a:lt2>
        <a:srgbClr val="FFFFFF"/>
      </a:lt2>
      <a:accent1>
        <a:srgbClr val="39870C"/>
      </a:accent1>
      <a:accent2>
        <a:srgbClr val="6AA549"/>
      </a:accent2>
      <a:accent3>
        <a:srgbClr val="88B76D"/>
      </a:accent3>
      <a:accent4>
        <a:srgbClr val="A5C991"/>
      </a:accent4>
      <a:accent5>
        <a:srgbClr val="C3DBB5"/>
      </a:accent5>
      <a:accent6>
        <a:srgbClr val="E1EDDA"/>
      </a:accent6>
      <a:hlink>
        <a:srgbClr val="154273"/>
      </a:hlink>
      <a:folHlink>
        <a:srgbClr val="154273"/>
      </a:folHlink>
    </a:clrScheme>
    <a:fontScheme name="Lettertypen Ministerie">
      <a:majorFont>
        <a:latin typeface="RijksSansTT"/>
        <a:ea typeface=""/>
        <a:cs typeface=""/>
      </a:majorFont>
      <a:minorFont>
        <a:latin typeface="RijksSansTT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Groen">
      <a:srgbClr val="39870C"/>
    </a:custClr>
    <a:custClr name="Groen 75%">
      <a:srgbClr val="6AA549"/>
    </a:custClr>
    <a:custClr name="Groen 60%">
      <a:srgbClr val="88B76D"/>
    </a:custClr>
    <a:custClr name="Groen 45%">
      <a:srgbClr val="A5C991"/>
    </a:custClr>
    <a:custClr name="Groen 30%">
      <a:srgbClr val="C3DBB5"/>
    </a:custClr>
    <a:custClr name="Groen 15%">
      <a:srgbClr val="E1EDD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lintblauw">
      <a:srgbClr val="154273"/>
    </a:custClr>
    <a:custClr name="lintblauw 75%">
      <a:srgbClr val="4F7196"/>
    </a:custClr>
    <a:custClr name="lintblauw 60%">
      <a:srgbClr val="738EAB"/>
    </a:custClr>
    <a:custClr name="Lintblauw 45%">
      <a:srgbClr val="95A9C0"/>
    </a:custClr>
    <a:custClr name="Lintblauw 30%">
      <a:srgbClr val="B8C6D5"/>
    </a:custClr>
    <a:custClr name="lintblauw 15%">
      <a:srgbClr val="DCE3E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je">
      <a:srgbClr val="E17000"/>
    </a:custClr>
    <a:custClr name="Oranje 75%">
      <a:srgbClr val="E89440"/>
    </a:custClr>
    <a:custClr name="Oranje 60%">
      <a:srgbClr val="EDA966"/>
    </a:custClr>
    <a:custClr name="Oranje 45%">
      <a:srgbClr val="F1BE8C"/>
    </a:custClr>
    <a:custClr name="Oranje 30%">
      <a:srgbClr val="F6D4B2"/>
    </a:custClr>
    <a:custClr name="Oranje 15%">
      <a:srgbClr val="FBEAD9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Donkergeel">
      <a:srgbClr val="FFB612"/>
    </a:custClr>
    <a:custClr name="Donkergeel 75%">
      <a:srgbClr val="FDC84D"/>
    </a:custClr>
    <a:custClr name="Donkergeel 60%">
      <a:srgbClr val="FDD370"/>
    </a:custClr>
    <a:custClr name="Donkergeel 45%">
      <a:srgbClr val="FDDE94"/>
    </a:custClr>
    <a:custClr name="Donkergeel 30%">
      <a:srgbClr val="FEE9B7"/>
    </a:custClr>
    <a:custClr name="Donkergeel 15%">
      <a:srgbClr val="FEF4DB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Lichtblauw">
      <a:srgbClr val="8FCAE7"/>
    </a:custClr>
    <a:custClr name="Lichtblauw 75%">
      <a:srgbClr val="ABD7ED"/>
    </a:custClr>
    <a:custClr name="Lichtblauw 60%">
      <a:srgbClr val="BCDFF0"/>
    </a:custClr>
    <a:custClr name="Lichtblauw 45%">
      <a:srgbClr val="CCE7F4"/>
    </a:custClr>
    <a:custClr name="Lichtblauw 30%">
      <a:srgbClr val="DDEFF8"/>
    </a:custClr>
    <a:custClr name="Lichtblauw 15%">
      <a:srgbClr val="EEF7FC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Presentatie (NL) Logius.pptx [Read-Only]" id="{C9D9E1C4-569E-4D9C-864F-8EB056E23D27}" vid="{069ED119-31C9-47E4-844F-36C7C6669FC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Presentatie (NL) Logius</Template>
  <TotalTime>0</TotalTime>
  <Words>224</Words>
  <Application>Microsoft Office PowerPoint</Application>
  <PresentationFormat>Breedbeeld</PresentationFormat>
  <Paragraphs>62</Paragraphs>
  <Slides>28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28</vt:i4>
      </vt:variant>
    </vt:vector>
  </HeadingPairs>
  <TitlesOfParts>
    <vt:vector size="33" baseType="lpstr">
      <vt:lpstr>Arial</vt:lpstr>
      <vt:lpstr>RijksoverheidSerif</vt:lpstr>
      <vt:lpstr>RijksSansTT</vt:lpstr>
      <vt:lpstr>RijksSansTT ExtraBold</vt:lpstr>
      <vt:lpstr>Huisstijl</vt:lpstr>
      <vt:lpstr>Architectuur logging standaarden</vt:lpstr>
      <vt:lpstr>Architectuur logging standaarden</vt:lpstr>
      <vt:lpstr>Inhoudsopgave</vt:lpstr>
      <vt:lpstr>Verantwoording afleggen</vt:lpstr>
      <vt:lpstr>Verantwoording afleggen</vt:lpstr>
      <vt:lpstr>Verantwoording afleggen</vt:lpstr>
      <vt:lpstr>Verantwoording afleggen</vt:lpstr>
      <vt:lpstr>Verantwoording afleggen</vt:lpstr>
      <vt:lpstr>Logregels ter verantwoording</vt:lpstr>
      <vt:lpstr>Logregels ter verantwoording</vt:lpstr>
      <vt:lpstr>Logregels ter verantwoording</vt:lpstr>
      <vt:lpstr>Logregels ter verantwoording</vt:lpstr>
      <vt:lpstr>Logregels ter verantwoording</vt:lpstr>
      <vt:lpstr>Logregels ter verantwoording</vt:lpstr>
      <vt:lpstr>Logregels ter verantwoording</vt:lpstr>
      <vt:lpstr>Logregels ter verantwoording</vt:lpstr>
      <vt:lpstr>Werken in ketens</vt:lpstr>
      <vt:lpstr>Werken in ketens</vt:lpstr>
      <vt:lpstr>Werken in ketens</vt:lpstr>
      <vt:lpstr>Werken in ketens</vt:lpstr>
      <vt:lpstr>Werken in ketens</vt:lpstr>
      <vt:lpstr>Werken in ketens</vt:lpstr>
      <vt:lpstr>Recap</vt:lpstr>
      <vt:lpstr>Samenhang logging standaarden</vt:lpstr>
      <vt:lpstr>Samenhang logging standaarden</vt:lpstr>
      <vt:lpstr>Samenhang logging standaarden</vt:lpstr>
      <vt:lpstr>Samenhang logging standaarden</vt:lpstr>
      <vt:lpstr>Architectuur logging standaarden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Lippe, Tim van der</dc:creator>
  <cp:lastModifiedBy>Lippe, Tim van der</cp:lastModifiedBy>
  <cp:revision>9</cp:revision>
  <dcterms:created xsi:type="dcterms:W3CDTF">2026-06-05T07:57:20Z</dcterms:created>
  <dcterms:modified xsi:type="dcterms:W3CDTF">2026-09-23T09:01:51Z</dcterms:modified>
</cp:coreProperties>
</file>