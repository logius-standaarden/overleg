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5" r:id="rId1"/>
    <p:sldMasterId id="2147484337" r:id="rId2"/>
  </p:sldMasterIdLst>
  <p:notesMasterIdLst>
    <p:notesMasterId r:id="rId32"/>
  </p:notesMasterIdLst>
  <p:handoutMasterIdLst>
    <p:handoutMasterId r:id="rId33"/>
  </p:handoutMasterIdLst>
  <p:sldIdLst>
    <p:sldId id="256" r:id="rId3"/>
    <p:sldId id="260" r:id="rId4"/>
    <p:sldId id="756" r:id="rId5"/>
    <p:sldId id="274" r:id="rId6"/>
    <p:sldId id="716" r:id="rId7"/>
    <p:sldId id="823" r:id="rId8"/>
    <p:sldId id="275" r:id="rId9"/>
    <p:sldId id="822" r:id="rId10"/>
    <p:sldId id="839" r:id="rId11"/>
    <p:sldId id="840" r:id="rId12"/>
    <p:sldId id="842" r:id="rId13"/>
    <p:sldId id="841" r:id="rId14"/>
    <p:sldId id="825" r:id="rId15"/>
    <p:sldId id="836" r:id="rId16"/>
    <p:sldId id="835" r:id="rId17"/>
    <p:sldId id="847" r:id="rId18"/>
    <p:sldId id="849" r:id="rId19"/>
    <p:sldId id="827" r:id="rId20"/>
    <p:sldId id="794" r:id="rId21"/>
    <p:sldId id="833" r:id="rId22"/>
    <p:sldId id="834" r:id="rId23"/>
    <p:sldId id="828" r:id="rId24"/>
    <p:sldId id="821" r:id="rId25"/>
    <p:sldId id="845" r:id="rId26"/>
    <p:sldId id="795" r:id="rId27"/>
    <p:sldId id="844" r:id="rId28"/>
    <p:sldId id="843" r:id="rId29"/>
    <p:sldId id="706" r:id="rId30"/>
    <p:sldId id="697" r:id="rId31"/>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518" userDrawn="1">
          <p15:clr>
            <a:srgbClr val="A4A3A4"/>
          </p15:clr>
        </p15:guide>
        <p15:guide id="2" orient="horz" pos="2160">
          <p15:clr>
            <a:srgbClr val="A4A3A4"/>
          </p15:clr>
        </p15:guide>
        <p15:guide id="3" orient="horz" pos="103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rnout Drenthel" initials="AD [7]" lastIdx="1" clrIdx="6"/>
  <p:cmAuthor id="1" name="Arnout Drenthel" initials="AD" lastIdx="1" clrIdx="0"/>
  <p:cmAuthor id="8" name="Arnout Drenthel" initials="AD [8]" lastIdx="1" clrIdx="7"/>
  <p:cmAuthor id="2" name="Arnout Drenthel" initials="AD [2]" lastIdx="1" clrIdx="1"/>
  <p:cmAuthor id="9" name="Arnout Drenthel" initials="AD [9]" lastIdx="1" clrIdx="8"/>
  <p:cmAuthor id="3" name="Arnout Drenthel" initials="AD [3]" lastIdx="1" clrIdx="2"/>
  <p:cmAuthor id="4" name="Arnout Drenthel" initials="AD [4]" lastIdx="1" clrIdx="3"/>
  <p:cmAuthor id="5" name="Arnout Drenthel" initials="AD [5]" lastIdx="1" clrIdx="4"/>
  <p:cmAuthor id="6" name="Arnout Drenthel" initials="AD [6]" lastIdx="1"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870D"/>
    <a:srgbClr val="017BC6"/>
    <a:srgbClr val="015C95"/>
    <a:srgbClr val="FFFFFF"/>
    <a:srgbClr val="0C7BBE"/>
    <a:srgbClr val="FFEBC4"/>
    <a:srgbClr val="CFCEFF"/>
    <a:srgbClr val="164373"/>
    <a:srgbClr val="E17000"/>
    <a:srgbClr val="83CF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567653-6B69-8BAA-3E58-325EF45FB166}" v="19" dt="2026-07-22T11:22:50.841"/>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Stijl, thema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Stijl, thema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Geen stijl, gee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Stijl, gemiddeld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Stijl, gemiddeld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Stijl, licht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os="518"/>
        <p:guide orient="horz" pos="2160"/>
        <p:guide orient="horz" pos="1036"/>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microsoft.com/office/2015/10/relationships/revisionInfo" Target="revisionInfo.xml"/><Relationship Id="rId21" Type="http://schemas.openxmlformats.org/officeDocument/2006/relationships/slide" Target="slides/slide19.xml"/><Relationship Id="rId34" Type="http://schemas.openxmlformats.org/officeDocument/2006/relationships/commentAuthors" Target="commen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C6709BA-0250-418B-A227-469BF0F69AD3}" type="datetimeFigureOut">
              <a:rPr lang="nl-NL" smtClean="0"/>
              <a:pPr/>
              <a:t>25-9-2026</a:t>
            </a:fld>
            <a:endParaRPr lang="nl-NL"/>
          </a:p>
        </p:txBody>
      </p:sp>
      <p:sp>
        <p:nvSpPr>
          <p:cNvPr id="4" name="Tijdelijke aanduiding voor voettekst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5" name="Tijdelijke aanduiding voor dianumm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7A4FE01-11FF-43DA-B7F5-6592B996E3FA}" type="slidenum">
              <a:rPr lang="nl-NL" smtClean="0"/>
              <a:pPr/>
              <a:t>‹nr.›</a:t>
            </a:fld>
            <a:endParaRPr lang="nl-NL"/>
          </a:p>
        </p:txBody>
      </p:sp>
    </p:spTree>
    <p:extLst>
      <p:ext uri="{BB962C8B-B14F-4D97-AF65-F5344CB8AC3E}">
        <p14:creationId xmlns:p14="http://schemas.microsoft.com/office/powerpoint/2010/main" val="1681797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D30240-3B76-4E52-B42B-C39F5C218F4D}" type="datetimeFigureOut">
              <a:rPr lang="nl-NL" smtClean="0"/>
              <a:pPr/>
              <a:t>25-9-2026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501649-886C-4324-AD4C-E61C88D47728}" type="slidenum">
              <a:rPr lang="nl-NL" smtClean="0"/>
              <a:pPr/>
              <a:t>‹nr.›</a:t>
            </a:fld>
            <a:endParaRPr lang="nl-NL"/>
          </a:p>
        </p:txBody>
      </p:sp>
    </p:spTree>
    <p:extLst>
      <p:ext uri="{BB962C8B-B14F-4D97-AF65-F5344CB8AC3E}">
        <p14:creationId xmlns:p14="http://schemas.microsoft.com/office/powerpoint/2010/main" val="1169954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5"/>
          </p:nvPr>
        </p:nvSpPr>
        <p:spPr/>
        <p:txBody>
          <a:bodyPr/>
          <a:lstStyle/>
          <a:p>
            <a:fld id="{DE501649-886C-4324-AD4C-E61C88D47728}" type="slidenum">
              <a:rPr lang="nl-NL" smtClean="0"/>
              <a:pPr/>
              <a:t>2</a:t>
            </a:fld>
            <a:endParaRPr lang="nl-NL"/>
          </a:p>
        </p:txBody>
      </p:sp>
    </p:spTree>
    <p:extLst>
      <p:ext uri="{BB962C8B-B14F-4D97-AF65-F5344CB8AC3E}">
        <p14:creationId xmlns:p14="http://schemas.microsoft.com/office/powerpoint/2010/main" val="40838398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a:t>Uitspraak Da </a:t>
            </a:r>
            <a:r>
              <a:rPr lang="nl-NL" err="1"/>
              <a:t>vinci</a:t>
            </a:r>
            <a:endParaRPr lang="nl-NL"/>
          </a:p>
        </p:txBody>
      </p:sp>
      <p:sp>
        <p:nvSpPr>
          <p:cNvPr id="4" name="Tijdelijke aanduiding voor dianummer 3"/>
          <p:cNvSpPr>
            <a:spLocks noGrp="1"/>
          </p:cNvSpPr>
          <p:nvPr>
            <p:ph type="sldNum" sz="quarter" idx="5"/>
          </p:nvPr>
        </p:nvSpPr>
        <p:spPr/>
        <p:txBody>
          <a:bodyPr/>
          <a:lstStyle/>
          <a:p>
            <a:fld id="{DE501649-886C-4324-AD4C-E61C88D47728}" type="slidenum">
              <a:rPr lang="nl-NL" smtClean="0"/>
              <a:pPr/>
              <a:t>3</a:t>
            </a:fld>
            <a:endParaRPr lang="nl-NL"/>
          </a:p>
        </p:txBody>
      </p:sp>
    </p:spTree>
    <p:extLst>
      <p:ext uri="{BB962C8B-B14F-4D97-AF65-F5344CB8AC3E}">
        <p14:creationId xmlns:p14="http://schemas.microsoft.com/office/powerpoint/2010/main" val="3703203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E3D82-2F88-592A-3FD5-0AF0ED4922D6}"/>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D690E9E8-EE32-3BE5-8872-45C83EAAF0ED}"/>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120B5E98-8585-9A41-A0D3-F88D4D85BE2E}"/>
              </a:ext>
            </a:extLst>
          </p:cNvPr>
          <p:cNvSpPr>
            <a:spLocks noGrp="1"/>
          </p:cNvSpPr>
          <p:nvPr>
            <p:ph type="body" idx="1"/>
          </p:nvPr>
        </p:nvSpPr>
        <p:spPr/>
        <p:txBody>
          <a:bodyPr/>
          <a:lstStyle/>
          <a:p>
            <a:pPr>
              <a:defRPr/>
            </a:pPr>
            <a:r>
              <a:rPr lang="nl-NL">
                <a:cs typeface="Calibri"/>
              </a:rPr>
              <a:t>Dagelijks gebruik van </a:t>
            </a:r>
            <a:r>
              <a:rPr lang="nl-NL" err="1">
                <a:cs typeface="Calibri"/>
              </a:rPr>
              <a:t>provenance</a:t>
            </a:r>
            <a:r>
              <a:rPr lang="nl-NL">
                <a:cs typeface="Calibri"/>
              </a:rPr>
              <a:t> data; Een bankrekening --&gt; Stel je hebt een saldo op dag x. Hoe weet je dat dit saldo betrouwbaar is? Je kunt hier achter komen door de veranderingen van een rekening te bekijken.</a:t>
            </a:r>
          </a:p>
        </p:txBody>
      </p:sp>
      <p:sp>
        <p:nvSpPr>
          <p:cNvPr id="4" name="Tijdelijke aanduiding voor dianummer 3">
            <a:extLst>
              <a:ext uri="{FF2B5EF4-FFF2-40B4-BE49-F238E27FC236}">
                <a16:creationId xmlns:a16="http://schemas.microsoft.com/office/drawing/2014/main" id="{45C04D7E-95F4-31C2-C0C4-B202C0579D9E}"/>
              </a:ext>
            </a:extLst>
          </p:cNvPr>
          <p:cNvSpPr>
            <a:spLocks noGrp="1"/>
          </p:cNvSpPr>
          <p:nvPr>
            <p:ph type="sldNum" sz="quarter" idx="5"/>
          </p:nvPr>
        </p:nvSpPr>
        <p:spPr/>
        <p:txBody>
          <a:bodyPr/>
          <a:lstStyle/>
          <a:p>
            <a:fld id="{98B7966D-DCA4-4E2D-A6C0-D0D2BF99FD33}" type="slidenum">
              <a:rPr lang="nl-NL" smtClean="0"/>
              <a:t>5</a:t>
            </a:fld>
            <a:endParaRPr lang="nl-NL"/>
          </a:p>
        </p:txBody>
      </p:sp>
    </p:spTree>
    <p:extLst>
      <p:ext uri="{BB962C8B-B14F-4D97-AF65-F5344CB8AC3E}">
        <p14:creationId xmlns:p14="http://schemas.microsoft.com/office/powerpoint/2010/main" val="11533596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BF45C-93A9-1F8E-702A-BB25F99A3DC8}"/>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BDEDDB17-A152-E108-0D77-9264A0D2B999}"/>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71B947E5-9764-B689-5875-BFF6AA09CFBE}"/>
              </a:ext>
            </a:extLst>
          </p:cNvPr>
          <p:cNvSpPr>
            <a:spLocks noGrp="1"/>
          </p:cNvSpPr>
          <p:nvPr>
            <p:ph type="body" idx="1"/>
          </p:nvPr>
        </p:nvSpPr>
        <p:spPr/>
        <p:txBody>
          <a:bodyPr/>
          <a:lstStyle/>
          <a:p>
            <a:endParaRPr lang="nl-NL"/>
          </a:p>
        </p:txBody>
      </p:sp>
      <p:sp>
        <p:nvSpPr>
          <p:cNvPr id="4" name="Tijdelijke aanduiding voor dianummer 3">
            <a:extLst>
              <a:ext uri="{FF2B5EF4-FFF2-40B4-BE49-F238E27FC236}">
                <a16:creationId xmlns:a16="http://schemas.microsoft.com/office/drawing/2014/main" id="{28E30A79-C67C-0B68-B47B-EF9AB5242A40}"/>
              </a:ext>
            </a:extLst>
          </p:cNvPr>
          <p:cNvSpPr>
            <a:spLocks noGrp="1"/>
          </p:cNvSpPr>
          <p:nvPr>
            <p:ph type="sldNum" sz="quarter" idx="5"/>
          </p:nvPr>
        </p:nvSpPr>
        <p:spPr/>
        <p:txBody>
          <a:bodyPr/>
          <a:lstStyle/>
          <a:p>
            <a:fld id="{DE501649-886C-4324-AD4C-E61C88D47728}" type="slidenum">
              <a:rPr lang="nl-NL" smtClean="0"/>
              <a:pPr/>
              <a:t>13</a:t>
            </a:fld>
            <a:endParaRPr lang="nl-NL"/>
          </a:p>
        </p:txBody>
      </p:sp>
    </p:spTree>
    <p:extLst>
      <p:ext uri="{BB962C8B-B14F-4D97-AF65-F5344CB8AC3E}">
        <p14:creationId xmlns:p14="http://schemas.microsoft.com/office/powerpoint/2010/main" val="9934359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5AE40-FF45-50BE-78C5-6BDF377A348C}"/>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5D061988-71D0-98D1-DE3B-A23F34A05A0E}"/>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3C6842DC-6727-25CA-2D26-631841D9B03F}"/>
              </a:ext>
            </a:extLst>
          </p:cNvPr>
          <p:cNvSpPr>
            <a:spLocks noGrp="1"/>
          </p:cNvSpPr>
          <p:nvPr>
            <p:ph type="body" idx="1"/>
          </p:nvPr>
        </p:nvSpPr>
        <p:spPr/>
        <p:txBody>
          <a:bodyPr/>
          <a:lstStyle/>
          <a:p>
            <a:endParaRPr lang="nl-NL"/>
          </a:p>
        </p:txBody>
      </p:sp>
      <p:sp>
        <p:nvSpPr>
          <p:cNvPr id="4" name="Tijdelijke aanduiding voor dianummer 3">
            <a:extLst>
              <a:ext uri="{FF2B5EF4-FFF2-40B4-BE49-F238E27FC236}">
                <a16:creationId xmlns:a16="http://schemas.microsoft.com/office/drawing/2014/main" id="{552A39BD-219D-1651-B10F-8FBFCD6DAC8D}"/>
              </a:ext>
            </a:extLst>
          </p:cNvPr>
          <p:cNvSpPr>
            <a:spLocks noGrp="1"/>
          </p:cNvSpPr>
          <p:nvPr>
            <p:ph type="sldNum" sz="quarter" idx="5"/>
          </p:nvPr>
        </p:nvSpPr>
        <p:spPr/>
        <p:txBody>
          <a:bodyPr/>
          <a:lstStyle/>
          <a:p>
            <a:fld id="{DE501649-886C-4324-AD4C-E61C88D47728}" type="slidenum">
              <a:rPr lang="nl-NL" smtClean="0"/>
              <a:pPr/>
              <a:t>14</a:t>
            </a:fld>
            <a:endParaRPr lang="nl-NL"/>
          </a:p>
        </p:txBody>
      </p:sp>
    </p:spTree>
    <p:extLst>
      <p:ext uri="{BB962C8B-B14F-4D97-AF65-F5344CB8AC3E}">
        <p14:creationId xmlns:p14="http://schemas.microsoft.com/office/powerpoint/2010/main" val="1589560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BD1E4-1EAA-6713-22D6-4E3A9DE0F4F6}"/>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572E5465-BA95-BB8D-ACDB-5A0B068D14FA}"/>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687D48AD-2B76-2B7E-1B78-06DFCA3D466C}"/>
              </a:ext>
            </a:extLst>
          </p:cNvPr>
          <p:cNvSpPr>
            <a:spLocks noGrp="1"/>
          </p:cNvSpPr>
          <p:nvPr>
            <p:ph type="body" idx="1"/>
          </p:nvPr>
        </p:nvSpPr>
        <p:spPr/>
        <p:txBody>
          <a:bodyPr/>
          <a:lstStyle/>
          <a:p>
            <a:endParaRPr lang="nl-NL"/>
          </a:p>
        </p:txBody>
      </p:sp>
      <p:sp>
        <p:nvSpPr>
          <p:cNvPr id="4" name="Tijdelijke aanduiding voor dianummer 3">
            <a:extLst>
              <a:ext uri="{FF2B5EF4-FFF2-40B4-BE49-F238E27FC236}">
                <a16:creationId xmlns:a16="http://schemas.microsoft.com/office/drawing/2014/main" id="{DB4DCEF4-C8DA-C47F-DD24-C56D0B1E5733}"/>
              </a:ext>
            </a:extLst>
          </p:cNvPr>
          <p:cNvSpPr>
            <a:spLocks noGrp="1"/>
          </p:cNvSpPr>
          <p:nvPr>
            <p:ph type="sldNum" sz="quarter" idx="5"/>
          </p:nvPr>
        </p:nvSpPr>
        <p:spPr/>
        <p:txBody>
          <a:bodyPr/>
          <a:lstStyle/>
          <a:p>
            <a:fld id="{DE501649-886C-4324-AD4C-E61C88D47728}" type="slidenum">
              <a:rPr lang="nl-NL" smtClean="0"/>
              <a:pPr/>
              <a:t>15</a:t>
            </a:fld>
            <a:endParaRPr lang="nl-NL"/>
          </a:p>
        </p:txBody>
      </p:sp>
    </p:spTree>
    <p:extLst>
      <p:ext uri="{BB962C8B-B14F-4D97-AF65-F5344CB8AC3E}">
        <p14:creationId xmlns:p14="http://schemas.microsoft.com/office/powerpoint/2010/main" val="774336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D7788-FDAB-D150-AB46-4C3AE6F7F8AF}"/>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8E9777A3-2FFF-A3B3-0833-360EECB3A25F}"/>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E5F3217F-DC06-C09C-39D0-21FD541CB3F3}"/>
              </a:ext>
            </a:extLst>
          </p:cNvPr>
          <p:cNvSpPr>
            <a:spLocks noGrp="1"/>
          </p:cNvSpPr>
          <p:nvPr>
            <p:ph type="body" idx="1"/>
          </p:nvPr>
        </p:nvSpPr>
        <p:spPr/>
        <p:txBody>
          <a:bodyPr/>
          <a:lstStyle/>
          <a:p>
            <a:endParaRPr lang="nl-NL"/>
          </a:p>
        </p:txBody>
      </p:sp>
      <p:sp>
        <p:nvSpPr>
          <p:cNvPr id="4" name="Tijdelijke aanduiding voor dianummer 3">
            <a:extLst>
              <a:ext uri="{FF2B5EF4-FFF2-40B4-BE49-F238E27FC236}">
                <a16:creationId xmlns:a16="http://schemas.microsoft.com/office/drawing/2014/main" id="{2ACA150F-7C14-4261-5877-647BA9744436}"/>
              </a:ext>
            </a:extLst>
          </p:cNvPr>
          <p:cNvSpPr>
            <a:spLocks noGrp="1"/>
          </p:cNvSpPr>
          <p:nvPr>
            <p:ph type="sldNum" sz="quarter" idx="5"/>
          </p:nvPr>
        </p:nvSpPr>
        <p:spPr/>
        <p:txBody>
          <a:bodyPr/>
          <a:lstStyle/>
          <a:p>
            <a:fld id="{DE501649-886C-4324-AD4C-E61C88D47728}" type="slidenum">
              <a:rPr lang="nl-NL" smtClean="0"/>
              <a:pPr/>
              <a:t>16</a:t>
            </a:fld>
            <a:endParaRPr lang="nl-NL"/>
          </a:p>
        </p:txBody>
      </p:sp>
    </p:spTree>
    <p:extLst>
      <p:ext uri="{BB962C8B-B14F-4D97-AF65-F5344CB8AC3E}">
        <p14:creationId xmlns:p14="http://schemas.microsoft.com/office/powerpoint/2010/main" val="13005122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3DC04-0FAA-1AB7-5273-09BFDC1AE8B0}"/>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2026179-8949-C2DE-45E7-0C0B52B2963D}"/>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1B31CDF7-292E-241D-84BA-00AFA15A8F3D}"/>
              </a:ext>
            </a:extLst>
          </p:cNvPr>
          <p:cNvSpPr>
            <a:spLocks noGrp="1"/>
          </p:cNvSpPr>
          <p:nvPr>
            <p:ph type="body" idx="1"/>
          </p:nvPr>
        </p:nvSpPr>
        <p:spPr/>
        <p:txBody>
          <a:bodyPr/>
          <a:lstStyle/>
          <a:p>
            <a:r>
              <a:rPr lang="nl-NL"/>
              <a:t>Uitspraak Da </a:t>
            </a:r>
            <a:r>
              <a:rPr lang="nl-NL" err="1"/>
              <a:t>vinci</a:t>
            </a:r>
            <a:endParaRPr lang="nl-NL"/>
          </a:p>
        </p:txBody>
      </p:sp>
      <p:sp>
        <p:nvSpPr>
          <p:cNvPr id="4" name="Tijdelijke aanduiding voor dianummer 3">
            <a:extLst>
              <a:ext uri="{FF2B5EF4-FFF2-40B4-BE49-F238E27FC236}">
                <a16:creationId xmlns:a16="http://schemas.microsoft.com/office/drawing/2014/main" id="{2C47771E-321C-7474-6CFE-FF2974016D26}"/>
              </a:ext>
            </a:extLst>
          </p:cNvPr>
          <p:cNvSpPr>
            <a:spLocks noGrp="1"/>
          </p:cNvSpPr>
          <p:nvPr>
            <p:ph type="sldNum" sz="quarter" idx="5"/>
          </p:nvPr>
        </p:nvSpPr>
        <p:spPr/>
        <p:txBody>
          <a:bodyPr/>
          <a:lstStyle/>
          <a:p>
            <a:fld id="{DE501649-886C-4324-AD4C-E61C88D47728}" type="slidenum">
              <a:rPr lang="nl-NL" smtClean="0"/>
              <a:pPr/>
              <a:t>18</a:t>
            </a:fld>
            <a:endParaRPr lang="nl-NL"/>
          </a:p>
        </p:txBody>
      </p:sp>
    </p:spTree>
    <p:extLst>
      <p:ext uri="{BB962C8B-B14F-4D97-AF65-F5344CB8AC3E}">
        <p14:creationId xmlns:p14="http://schemas.microsoft.com/office/powerpoint/2010/main" val="25149352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D512A-D4DB-F40C-2FA7-AF3C84663E4D}"/>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DA2A0E83-BC89-BB12-E169-F7DF9456778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ED1371F7-3E1F-96AC-CC50-14E2E90198D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nl-NL"/>
          </a:p>
        </p:txBody>
      </p:sp>
      <p:sp>
        <p:nvSpPr>
          <p:cNvPr id="4" name="Tijdelijke aanduiding voor dianummer 3">
            <a:extLst>
              <a:ext uri="{FF2B5EF4-FFF2-40B4-BE49-F238E27FC236}">
                <a16:creationId xmlns:a16="http://schemas.microsoft.com/office/drawing/2014/main" id="{5A0A0C32-D78B-AFFF-8501-B1EAED6C0924}"/>
              </a:ext>
            </a:extLst>
          </p:cNvPr>
          <p:cNvSpPr>
            <a:spLocks noGrp="1"/>
          </p:cNvSpPr>
          <p:nvPr>
            <p:ph type="sldNum" sz="quarter" idx="5"/>
          </p:nvPr>
        </p:nvSpPr>
        <p:spPr/>
        <p:txBody>
          <a:bodyPr/>
          <a:lstStyle/>
          <a:p>
            <a:fld id="{98B7966D-DCA4-4E2D-A6C0-D0D2BF99FD33}" type="slidenum">
              <a:rPr lang="nl-NL" smtClean="0"/>
              <a:t>22</a:t>
            </a:fld>
            <a:endParaRPr lang="nl-NL"/>
          </a:p>
        </p:txBody>
      </p:sp>
    </p:spTree>
    <p:extLst>
      <p:ext uri="{BB962C8B-B14F-4D97-AF65-F5344CB8AC3E}">
        <p14:creationId xmlns:p14="http://schemas.microsoft.com/office/powerpoint/2010/main" val="13120379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3FFAD-0ECD-67F9-8675-C96125A06A40}"/>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43A4EED4-E45D-EE61-0BA8-D8D46CB2C61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7DFDC226-9D1B-A5E4-6D66-A87C6B64DAE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a:t>Zie digital </a:t>
            </a:r>
            <a:r>
              <a:rPr lang="nl-NL" err="1"/>
              <a:t>twin</a:t>
            </a:r>
            <a:r>
              <a:rPr lang="nl-NL"/>
              <a:t> / </a:t>
            </a:r>
            <a:r>
              <a:rPr lang="nl-NL" err="1"/>
              <a:t>knowledge</a:t>
            </a:r>
            <a:r>
              <a:rPr lang="nl-NL"/>
              <a:t> </a:t>
            </a:r>
            <a:r>
              <a:rPr lang="nl-NL" err="1"/>
              <a:t>graph</a:t>
            </a:r>
            <a:endParaRPr lang="nl-NL"/>
          </a:p>
        </p:txBody>
      </p:sp>
      <p:sp>
        <p:nvSpPr>
          <p:cNvPr id="4" name="Tijdelijke aanduiding voor dianummer 3">
            <a:extLst>
              <a:ext uri="{FF2B5EF4-FFF2-40B4-BE49-F238E27FC236}">
                <a16:creationId xmlns:a16="http://schemas.microsoft.com/office/drawing/2014/main" id="{503C55B1-B582-7C33-8DEF-BB95CB76CF1C}"/>
              </a:ext>
            </a:extLst>
          </p:cNvPr>
          <p:cNvSpPr>
            <a:spLocks noGrp="1"/>
          </p:cNvSpPr>
          <p:nvPr>
            <p:ph type="sldNum" sz="quarter" idx="5"/>
          </p:nvPr>
        </p:nvSpPr>
        <p:spPr/>
        <p:txBody>
          <a:bodyPr/>
          <a:lstStyle/>
          <a:p>
            <a:fld id="{98B7966D-DCA4-4E2D-A6C0-D0D2BF99FD33}" type="slidenum">
              <a:rPr lang="nl-NL" smtClean="0"/>
              <a:t>23</a:t>
            </a:fld>
            <a:endParaRPr lang="nl-NL"/>
          </a:p>
        </p:txBody>
      </p:sp>
    </p:spTree>
    <p:extLst>
      <p:ext uri="{BB962C8B-B14F-4D97-AF65-F5344CB8AC3E}">
        <p14:creationId xmlns:p14="http://schemas.microsoft.com/office/powerpoint/2010/main" val="40464938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84FD4-5000-F1CC-59D4-BFE89A4B43FA}"/>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64BE53E9-883D-A829-4B9B-077374BD1AEC}"/>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A29C0B6F-54AA-EEC0-360E-6E7EF06F3615}"/>
              </a:ext>
            </a:extLst>
          </p:cNvPr>
          <p:cNvSpPr>
            <a:spLocks noGrp="1"/>
          </p:cNvSpPr>
          <p:nvPr>
            <p:ph type="body" idx="1"/>
          </p:nvPr>
        </p:nvSpPr>
        <p:spPr/>
        <p:txBody>
          <a:bodyPr/>
          <a:lstStyle/>
          <a:p>
            <a:endParaRPr lang="nl-NL"/>
          </a:p>
        </p:txBody>
      </p:sp>
      <p:sp>
        <p:nvSpPr>
          <p:cNvPr id="4" name="Tijdelijke aanduiding voor dianummer 3">
            <a:extLst>
              <a:ext uri="{FF2B5EF4-FFF2-40B4-BE49-F238E27FC236}">
                <a16:creationId xmlns:a16="http://schemas.microsoft.com/office/drawing/2014/main" id="{7C271393-011F-17CD-7B06-D1B57F8A45B6}"/>
              </a:ext>
            </a:extLst>
          </p:cNvPr>
          <p:cNvSpPr>
            <a:spLocks noGrp="1"/>
          </p:cNvSpPr>
          <p:nvPr>
            <p:ph type="sldNum" sz="quarter" idx="5"/>
          </p:nvPr>
        </p:nvSpPr>
        <p:spPr/>
        <p:txBody>
          <a:bodyPr/>
          <a:lstStyle/>
          <a:p>
            <a:fld id="{DE501649-886C-4324-AD4C-E61C88D47728}" type="slidenum">
              <a:rPr lang="nl-NL" smtClean="0"/>
              <a:pPr/>
              <a:t>26</a:t>
            </a:fld>
            <a:endParaRPr lang="nl-NL"/>
          </a:p>
        </p:txBody>
      </p:sp>
    </p:spTree>
    <p:extLst>
      <p:ext uri="{BB962C8B-B14F-4D97-AF65-F5344CB8AC3E}">
        <p14:creationId xmlns:p14="http://schemas.microsoft.com/office/powerpoint/2010/main" val="3947197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299DB-1140-96F8-F3AC-06B1A6BB26DA}"/>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91643193-CA29-7F48-47D1-FAA9C3604732}"/>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7F268362-E5DB-5EDB-6902-AAA437D6FF91}"/>
              </a:ext>
            </a:extLst>
          </p:cNvPr>
          <p:cNvSpPr>
            <a:spLocks noGrp="1"/>
          </p:cNvSpPr>
          <p:nvPr>
            <p:ph type="body" idx="1"/>
          </p:nvPr>
        </p:nvSpPr>
        <p:spPr/>
        <p:txBody>
          <a:bodyPr/>
          <a:lstStyle/>
          <a:p>
            <a:r>
              <a:rPr lang="nl-NL" err="1"/>
              <a:t>Coupling</a:t>
            </a:r>
            <a:r>
              <a:rPr lang="nl-NL"/>
              <a:t> op infra laag = gedeelde resources. </a:t>
            </a:r>
          </a:p>
        </p:txBody>
      </p:sp>
      <p:sp>
        <p:nvSpPr>
          <p:cNvPr id="4" name="Tijdelijke aanduiding voor dianummer 3">
            <a:extLst>
              <a:ext uri="{FF2B5EF4-FFF2-40B4-BE49-F238E27FC236}">
                <a16:creationId xmlns:a16="http://schemas.microsoft.com/office/drawing/2014/main" id="{36527EB1-5F3E-C787-3311-AB45189B009A}"/>
              </a:ext>
            </a:extLst>
          </p:cNvPr>
          <p:cNvSpPr>
            <a:spLocks noGrp="1"/>
          </p:cNvSpPr>
          <p:nvPr>
            <p:ph type="sldNum" sz="quarter" idx="5"/>
          </p:nvPr>
        </p:nvSpPr>
        <p:spPr/>
        <p:txBody>
          <a:bodyPr/>
          <a:lstStyle/>
          <a:p>
            <a:fld id="{98B7966D-DCA4-4E2D-A6C0-D0D2BF99FD33}" type="slidenum">
              <a:rPr lang="nl-NL" smtClean="0"/>
              <a:t>28</a:t>
            </a:fld>
            <a:endParaRPr lang="nl-NL"/>
          </a:p>
        </p:txBody>
      </p:sp>
    </p:spTree>
    <p:extLst>
      <p:ext uri="{BB962C8B-B14F-4D97-AF65-F5344CB8AC3E}">
        <p14:creationId xmlns:p14="http://schemas.microsoft.com/office/powerpoint/2010/main" val="13260785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B02E4-F8DB-A609-3B9A-D2793E05598D}"/>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4BA285D3-7BB8-8F5C-405A-0E0F2337B8CA}"/>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B238888B-3BF2-957E-80CE-86C7CC51C1D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a:t>Zie digital </a:t>
            </a:r>
            <a:r>
              <a:rPr lang="nl-NL" err="1"/>
              <a:t>twin</a:t>
            </a:r>
            <a:r>
              <a:rPr lang="nl-NL"/>
              <a:t> / </a:t>
            </a:r>
            <a:r>
              <a:rPr lang="nl-NL" err="1"/>
              <a:t>knowledge</a:t>
            </a:r>
            <a:r>
              <a:rPr lang="nl-NL"/>
              <a:t> </a:t>
            </a:r>
            <a:r>
              <a:rPr lang="nl-NL" err="1"/>
              <a:t>graph</a:t>
            </a:r>
            <a:endParaRPr lang="nl-NL"/>
          </a:p>
        </p:txBody>
      </p:sp>
      <p:sp>
        <p:nvSpPr>
          <p:cNvPr id="4" name="Tijdelijke aanduiding voor dianummer 3">
            <a:extLst>
              <a:ext uri="{FF2B5EF4-FFF2-40B4-BE49-F238E27FC236}">
                <a16:creationId xmlns:a16="http://schemas.microsoft.com/office/drawing/2014/main" id="{44A25872-457E-916D-A4BA-769610173262}"/>
              </a:ext>
            </a:extLst>
          </p:cNvPr>
          <p:cNvSpPr>
            <a:spLocks noGrp="1"/>
          </p:cNvSpPr>
          <p:nvPr>
            <p:ph type="sldNum" sz="quarter" idx="5"/>
          </p:nvPr>
        </p:nvSpPr>
        <p:spPr/>
        <p:txBody>
          <a:bodyPr/>
          <a:lstStyle/>
          <a:p>
            <a:fld id="{98B7966D-DCA4-4E2D-A6C0-D0D2BF99FD33}" type="slidenum">
              <a:rPr lang="nl-NL" smtClean="0"/>
              <a:t>29</a:t>
            </a:fld>
            <a:endParaRPr lang="nl-NL"/>
          </a:p>
        </p:txBody>
      </p:sp>
    </p:spTree>
    <p:extLst>
      <p:ext uri="{BB962C8B-B14F-4D97-AF65-F5344CB8AC3E}">
        <p14:creationId xmlns:p14="http://schemas.microsoft.com/office/powerpoint/2010/main" val="56734673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6.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6.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9.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11.png"/><Relationship Id="rId4" Type="http://schemas.openxmlformats.org/officeDocument/2006/relationships/image" Target="../media/image6.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dia">
    <p:bg>
      <p:bgRef idx="1001">
        <a:schemeClr val="bg2"/>
      </p:bgRef>
    </p:bg>
    <p:spTree>
      <p:nvGrpSpPr>
        <p:cNvPr id="1" name=""/>
        <p:cNvGrpSpPr/>
        <p:nvPr/>
      </p:nvGrpSpPr>
      <p:grpSpPr>
        <a:xfrm>
          <a:off x="0" y="0"/>
          <a:ext cx="0" cy="0"/>
          <a:chOff x="0" y="0"/>
          <a:chExt cx="0" cy="0"/>
        </a:xfrm>
      </p:grpSpPr>
      <p:sp>
        <p:nvSpPr>
          <p:cNvPr id="2" name="Titel 1"/>
          <p:cNvSpPr>
            <a:spLocks noGrp="1"/>
          </p:cNvSpPr>
          <p:nvPr>
            <p:ph type="ctrTitle"/>
          </p:nvPr>
        </p:nvSpPr>
        <p:spPr>
          <a:xfrm>
            <a:off x="6554588" y="1882800"/>
            <a:ext cx="5004000" cy="2336400"/>
          </a:xfrm>
        </p:spPr>
        <p:txBody>
          <a:bodyPr tIns="90000" bIns="90000" anchor="t">
            <a:normAutofit/>
          </a:bodyPr>
          <a:lstStyle>
            <a:lvl1pPr algn="l">
              <a:defRPr sz="3600">
                <a:solidFill>
                  <a:schemeClr val="tx1"/>
                </a:solidFill>
              </a:defRPr>
            </a:lvl1pPr>
          </a:lstStyle>
          <a:p>
            <a:r>
              <a:rPr lang="nl-NL"/>
              <a:t>Klik om stijl te bewerken</a:t>
            </a:r>
          </a:p>
        </p:txBody>
      </p:sp>
      <p:sp>
        <p:nvSpPr>
          <p:cNvPr id="3" name="Ondertitel 2"/>
          <p:cNvSpPr>
            <a:spLocks noGrp="1"/>
          </p:cNvSpPr>
          <p:nvPr>
            <p:ph type="subTitle" idx="1"/>
          </p:nvPr>
        </p:nvSpPr>
        <p:spPr>
          <a:xfrm>
            <a:off x="6554588" y="4215600"/>
            <a:ext cx="5004000" cy="1339200"/>
          </a:xfrm>
        </p:spPr>
        <p:txBody>
          <a:bodyPr lIns="104400" tIns="90000" rIns="90000" bIns="46800"/>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7"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tx1"/>
                </a:solidFill>
              </a:defRPr>
            </a:lvl1pPr>
          </a:lstStyle>
          <a:p>
            <a:fld id="{5B6AAF2B-AF0B-4194-B5A9-FCA7BFB44B8C}" type="datetime4">
              <a:rPr lang="nl-NL" smtClean="0"/>
              <a:pPr/>
              <a:t>25 september 2026</a:t>
            </a:fld>
            <a:r>
              <a:rPr lang="en-US"/>
              <a:t> | Events en Provenance</a:t>
            </a:r>
            <a:endParaRPr lang="nl-NL"/>
          </a:p>
        </p:txBody>
      </p:sp>
      <p:sp>
        <p:nvSpPr>
          <p:cNvPr id="9" name="Tijdelijke aanduiding voor dianummer 10"/>
          <p:cNvSpPr>
            <a:spLocks noGrp="1"/>
          </p:cNvSpPr>
          <p:nvPr>
            <p:ph type="sldNum" sz="quarter" idx="12"/>
          </p:nvPr>
        </p:nvSpPr>
        <p:spPr>
          <a:xfrm>
            <a:off x="6553199" y="6221413"/>
            <a:ext cx="5005389" cy="322075"/>
          </a:xfrm>
        </p:spPr>
        <p:txBody>
          <a:bodyPr/>
          <a:lstStyle>
            <a:lvl1pPr>
              <a:defRPr>
                <a:solidFill>
                  <a:schemeClr val="tx2"/>
                </a:solidFill>
              </a:defRPr>
            </a:lvl1pPr>
          </a:lstStyle>
          <a:p>
            <a:fld id="{10A0A6AF-03C5-477E-939A-E28F7E7F05EA}" type="slidenum">
              <a:rPr lang="nl-NL" smtClean="0"/>
              <a:pPr/>
              <a:t>‹nr.›</a:t>
            </a:fld>
            <a:endParaRPr lang="nl-NL"/>
          </a:p>
        </p:txBody>
      </p:sp>
      <p:pic>
        <p:nvPicPr>
          <p:cNvPr id="10" name="Afbeelding 6">
            <a:extLst>
              <a:ext uri="{FF2B5EF4-FFF2-40B4-BE49-F238E27FC236}">
                <a16:creationId xmlns:a16="http://schemas.microsoft.com/office/drawing/2014/main" id="{414EF9ED-BADD-456D-572E-9A48847170A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7037"/>
          <a:stretch/>
        </p:blipFill>
        <p:spPr>
          <a:xfrm>
            <a:off x="2" y="0"/>
            <a:ext cx="6457306" cy="1682494"/>
          </a:xfrm>
          <a:prstGeom prst="rect">
            <a:avLst/>
          </a:prstGeom>
        </p:spPr>
      </p:pic>
    </p:spTree>
    <p:extLst>
      <p:ext uri="{BB962C8B-B14F-4D97-AF65-F5344CB8AC3E}">
        <p14:creationId xmlns:p14="http://schemas.microsoft.com/office/powerpoint/2010/main" val="180877304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36">
          <p15:clr>
            <a:srgbClr val="FBAE40"/>
          </p15:clr>
        </p15:guide>
        <p15:guide id="2" pos="404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dia afbeelding verticaal">
    <p:spTree>
      <p:nvGrpSpPr>
        <p:cNvPr id="1" name=""/>
        <p:cNvGrpSpPr/>
        <p:nvPr/>
      </p:nvGrpSpPr>
      <p:grpSpPr>
        <a:xfrm>
          <a:off x="0" y="0"/>
          <a:ext cx="0" cy="0"/>
          <a:chOff x="0" y="0"/>
          <a:chExt cx="0" cy="0"/>
        </a:xfrm>
      </p:grpSpPr>
      <p:sp>
        <p:nvSpPr>
          <p:cNvPr id="32" name="Tijdelijke aanduiding voor afbeelding 31"/>
          <p:cNvSpPr>
            <a:spLocks noGrp="1"/>
          </p:cNvSpPr>
          <p:nvPr>
            <p:ph type="pic" sz="quarter" idx="22"/>
          </p:nvPr>
        </p:nvSpPr>
        <p:spPr>
          <a:xfrm>
            <a:off x="-3175" y="0"/>
            <a:ext cx="6099175" cy="6858000"/>
          </a:xfrm>
          <a:custGeom>
            <a:avLst/>
            <a:gdLst>
              <a:gd name="connsiteX0" fmla="*/ 0 w 6099175"/>
              <a:gd name="connsiteY0" fmla="*/ 0 h 6858000"/>
              <a:gd name="connsiteX1" fmla="*/ 5776763 w 6099175"/>
              <a:gd name="connsiteY1" fmla="*/ 0 h 6858000"/>
              <a:gd name="connsiteX2" fmla="*/ 5776763 w 6099175"/>
              <a:gd name="connsiteY2" fmla="*/ 1144800 h 6858000"/>
              <a:gd name="connsiteX3" fmla="*/ 6099175 w 6099175"/>
              <a:gd name="connsiteY3" fmla="*/ 1144800 h 6858000"/>
              <a:gd name="connsiteX4" fmla="*/ 6099175 w 6099175"/>
              <a:gd name="connsiteY4" fmla="*/ 6541200 h 6858000"/>
              <a:gd name="connsiteX5" fmla="*/ 5776595 w 6099175"/>
              <a:gd name="connsiteY5" fmla="*/ 6541200 h 6858000"/>
              <a:gd name="connsiteX6" fmla="*/ 5776595 w 6099175"/>
              <a:gd name="connsiteY6" fmla="*/ 6858000 h 6858000"/>
              <a:gd name="connsiteX7" fmla="*/ 0 w 6099175"/>
              <a:gd name="connsiteY7" fmla="*/ 6858000 h 6858000"/>
              <a:gd name="connsiteX0" fmla="*/ 0 w 6099175"/>
              <a:gd name="connsiteY0" fmla="*/ 0 h 6858000"/>
              <a:gd name="connsiteX1" fmla="*/ 5776763 w 6099175"/>
              <a:gd name="connsiteY1" fmla="*/ 0 h 6858000"/>
              <a:gd name="connsiteX2" fmla="*/ 5776763 w 6099175"/>
              <a:gd name="connsiteY2" fmla="*/ 1144800 h 6858000"/>
              <a:gd name="connsiteX3" fmla="*/ 6099175 w 6099175"/>
              <a:gd name="connsiteY3" fmla="*/ 1144800 h 6858000"/>
              <a:gd name="connsiteX4" fmla="*/ 6099175 w 6099175"/>
              <a:gd name="connsiteY4" fmla="*/ 6541200 h 6858000"/>
              <a:gd name="connsiteX5" fmla="*/ 6094647 w 6099175"/>
              <a:gd name="connsiteY5" fmla="*/ 6858000 h 6858000"/>
              <a:gd name="connsiteX6" fmla="*/ 5776595 w 6099175"/>
              <a:gd name="connsiteY6" fmla="*/ 6858000 h 6858000"/>
              <a:gd name="connsiteX7" fmla="*/ 0 w 6099175"/>
              <a:gd name="connsiteY7" fmla="*/ 6858000 h 6858000"/>
              <a:gd name="connsiteX8" fmla="*/ 0 w 6099175"/>
              <a:gd name="connsiteY8" fmla="*/ 0 h 6858000"/>
              <a:gd name="connsiteX0" fmla="*/ 0 w 6099175"/>
              <a:gd name="connsiteY0" fmla="*/ 0 h 6858000"/>
              <a:gd name="connsiteX1" fmla="*/ 5776763 w 6099175"/>
              <a:gd name="connsiteY1" fmla="*/ 0 h 6858000"/>
              <a:gd name="connsiteX2" fmla="*/ 5782373 w 6099175"/>
              <a:gd name="connsiteY2" fmla="*/ 1161630 h 6858000"/>
              <a:gd name="connsiteX3" fmla="*/ 6099175 w 6099175"/>
              <a:gd name="connsiteY3" fmla="*/ 1144800 h 6858000"/>
              <a:gd name="connsiteX4" fmla="*/ 6099175 w 6099175"/>
              <a:gd name="connsiteY4" fmla="*/ 6541200 h 6858000"/>
              <a:gd name="connsiteX5" fmla="*/ 6094647 w 6099175"/>
              <a:gd name="connsiteY5" fmla="*/ 6858000 h 6858000"/>
              <a:gd name="connsiteX6" fmla="*/ 5776595 w 6099175"/>
              <a:gd name="connsiteY6" fmla="*/ 6858000 h 6858000"/>
              <a:gd name="connsiteX7" fmla="*/ 0 w 6099175"/>
              <a:gd name="connsiteY7" fmla="*/ 6858000 h 6858000"/>
              <a:gd name="connsiteX8" fmla="*/ 0 w 6099175"/>
              <a:gd name="connsiteY8" fmla="*/ 0 h 6858000"/>
              <a:gd name="connsiteX0" fmla="*/ 0 w 6099175"/>
              <a:gd name="connsiteY0" fmla="*/ 0 h 6858000"/>
              <a:gd name="connsiteX1" fmla="*/ 5776763 w 6099175"/>
              <a:gd name="connsiteY1" fmla="*/ 0 h 6858000"/>
              <a:gd name="connsiteX2" fmla="*/ 5782373 w 6099175"/>
              <a:gd name="connsiteY2" fmla="*/ 1161630 h 6858000"/>
              <a:gd name="connsiteX3" fmla="*/ 6099175 w 6099175"/>
              <a:gd name="connsiteY3" fmla="*/ 1161630 h 6858000"/>
              <a:gd name="connsiteX4" fmla="*/ 6099175 w 6099175"/>
              <a:gd name="connsiteY4" fmla="*/ 6541200 h 6858000"/>
              <a:gd name="connsiteX5" fmla="*/ 6094647 w 6099175"/>
              <a:gd name="connsiteY5" fmla="*/ 6858000 h 6858000"/>
              <a:gd name="connsiteX6" fmla="*/ 5776595 w 6099175"/>
              <a:gd name="connsiteY6" fmla="*/ 6858000 h 6858000"/>
              <a:gd name="connsiteX7" fmla="*/ 0 w 6099175"/>
              <a:gd name="connsiteY7" fmla="*/ 6858000 h 6858000"/>
              <a:gd name="connsiteX8" fmla="*/ 0 w 6099175"/>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99175" h="6858000">
                <a:moveTo>
                  <a:pt x="0" y="0"/>
                </a:moveTo>
                <a:lnTo>
                  <a:pt x="5776763" y="0"/>
                </a:lnTo>
                <a:lnTo>
                  <a:pt x="5782373" y="1161630"/>
                </a:lnTo>
                <a:lnTo>
                  <a:pt x="6099175" y="1161630"/>
                </a:lnTo>
                <a:lnTo>
                  <a:pt x="6099175" y="6541200"/>
                </a:lnTo>
                <a:cubicBezTo>
                  <a:pt x="6097666" y="6646800"/>
                  <a:pt x="6096156" y="6752400"/>
                  <a:pt x="6094647" y="6858000"/>
                </a:cubicBezTo>
                <a:lnTo>
                  <a:pt x="5776595" y="6858000"/>
                </a:lnTo>
                <a:lnTo>
                  <a:pt x="0" y="6858000"/>
                </a:lnTo>
                <a:lnTo>
                  <a:pt x="0" y="0"/>
                </a:lnTo>
                <a:close/>
              </a:path>
            </a:pathLst>
          </a:custGeom>
          <a:solidFill>
            <a:schemeClr val="bg1">
              <a:lumMod val="85000"/>
            </a:schemeClr>
          </a:solidFill>
        </p:spPr>
        <p:txBody>
          <a:bodyPr wrap="square" lIns="612000" anchor="ctr" anchorCtr="0">
            <a:noAutofit/>
          </a:bodyPr>
          <a:lstStyle/>
          <a:p>
            <a:r>
              <a:rPr lang="nl-NL"/>
              <a:t>Klik op het pictogram als u een afbeelding wilt toevoegen</a:t>
            </a:r>
          </a:p>
        </p:txBody>
      </p:sp>
      <p:sp>
        <p:nvSpPr>
          <p:cNvPr id="16" name="Rechthoek 15"/>
          <p:cNvSpPr/>
          <p:nvPr userDrawn="1"/>
        </p:nvSpPr>
        <p:spPr>
          <a:xfrm>
            <a:off x="6096000" y="0"/>
            <a:ext cx="6096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3" name="Afbeelding 1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175" y="0"/>
            <a:ext cx="12198350" cy="1066800"/>
          </a:xfrm>
          <a:prstGeom prst="rect">
            <a:avLst/>
          </a:prstGeom>
        </p:spPr>
      </p:pic>
      <p:sp>
        <p:nvSpPr>
          <p:cNvPr id="24" name="Tijdelijke aanduiding voor tekst 16"/>
          <p:cNvSpPr>
            <a:spLocks noGrp="1"/>
          </p:cNvSpPr>
          <p:nvPr>
            <p:ph type="body" sz="quarter" idx="21" hasCustomPrompt="1"/>
          </p:nvPr>
        </p:nvSpPr>
        <p:spPr>
          <a:xfrm>
            <a:off x="6553200" y="5832053"/>
            <a:ext cx="5004000" cy="389360"/>
          </a:xfrm>
        </p:spPr>
        <p:txBody>
          <a:bodyPr lIns="118800" anchor="b" anchorCtr="0">
            <a:noAutofit/>
          </a:bodyPr>
          <a:lstStyle>
            <a:lvl1pPr marL="0" indent="0">
              <a:buNone/>
              <a:defRPr sz="16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nl-NL"/>
              <a:t>Naam spreker</a:t>
            </a:r>
          </a:p>
        </p:txBody>
      </p:sp>
      <p:sp>
        <p:nvSpPr>
          <p:cNvPr id="15" name="Tijdelijke aanduiding voor dianummer 14"/>
          <p:cNvSpPr>
            <a:spLocks noGrp="1"/>
          </p:cNvSpPr>
          <p:nvPr>
            <p:ph type="sldNum" sz="quarter" idx="25"/>
          </p:nvPr>
        </p:nvSpPr>
        <p:spPr/>
        <p:txBody>
          <a:bodyPr/>
          <a:lstStyle>
            <a:lvl1pPr>
              <a:defRPr>
                <a:solidFill>
                  <a:schemeClr val="bg1"/>
                </a:solidFill>
              </a:defRPr>
            </a:lvl1pPr>
          </a:lstStyle>
          <a:p>
            <a:fld id="{10A0A6AF-03C5-477E-939A-E28F7E7F05EA}" type="slidenum">
              <a:rPr lang="nl-NL" smtClean="0"/>
              <a:pPr/>
              <a:t>‹nr.›</a:t>
            </a:fld>
            <a:endParaRPr lang="nl-NL"/>
          </a:p>
        </p:txBody>
      </p:sp>
      <p:sp>
        <p:nvSpPr>
          <p:cNvPr id="17" name="Titel 1"/>
          <p:cNvSpPr>
            <a:spLocks noGrp="1"/>
          </p:cNvSpPr>
          <p:nvPr>
            <p:ph type="ctrTitle"/>
          </p:nvPr>
        </p:nvSpPr>
        <p:spPr>
          <a:xfrm>
            <a:off x="6553200" y="1885467"/>
            <a:ext cx="5004000" cy="2336400"/>
          </a:xfrm>
        </p:spPr>
        <p:txBody>
          <a:bodyPr tIns="90000" bIns="90000" anchor="t">
            <a:normAutofit/>
          </a:bodyPr>
          <a:lstStyle>
            <a:lvl1pPr algn="l">
              <a:defRPr sz="3600">
                <a:solidFill>
                  <a:schemeClr val="bg1"/>
                </a:solidFill>
              </a:defRPr>
            </a:lvl1pPr>
          </a:lstStyle>
          <a:p>
            <a:r>
              <a:rPr lang="nl-NL"/>
              <a:t>Klik om stijl te bewerken</a:t>
            </a:r>
          </a:p>
        </p:txBody>
      </p:sp>
      <p:sp>
        <p:nvSpPr>
          <p:cNvPr id="18" name="Ondertitel 2"/>
          <p:cNvSpPr>
            <a:spLocks noGrp="1"/>
          </p:cNvSpPr>
          <p:nvPr>
            <p:ph type="subTitle" idx="1"/>
          </p:nvPr>
        </p:nvSpPr>
        <p:spPr>
          <a:xfrm>
            <a:off x="6553200" y="4218267"/>
            <a:ext cx="5004000" cy="1613786"/>
          </a:xfrm>
        </p:spPr>
        <p:txBody>
          <a:bodyPr lIns="104400" tIns="90000" rIns="90000" bIns="46800"/>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22"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solidFill>
              </a:defRPr>
            </a:lvl1pPr>
          </a:lstStyle>
          <a:p>
            <a:fld id="{5B6AAF2B-AF0B-4194-B5A9-FCA7BFB44B8C}" type="datetime4">
              <a:rPr lang="nl-NL" smtClean="0"/>
              <a:pPr/>
              <a:t>25 september 2026</a:t>
            </a:fld>
            <a:r>
              <a:rPr lang="en-US"/>
              <a:t> | </a:t>
            </a:r>
            <a:r>
              <a:rPr lang="en-US" err="1"/>
              <a:t>Voettekst</a:t>
            </a:r>
            <a:endParaRPr lang="nl-NL"/>
          </a:p>
        </p:txBody>
      </p:sp>
      <p:pic>
        <p:nvPicPr>
          <p:cNvPr id="12" name="Afbeelding 6">
            <a:extLst>
              <a:ext uri="{FF2B5EF4-FFF2-40B4-BE49-F238E27FC236}">
                <a16:creationId xmlns:a16="http://schemas.microsoft.com/office/drawing/2014/main" id="{50FD40A3-8D7D-59FF-0722-F2303F33D59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7037"/>
          <a:stretch/>
        </p:blipFill>
        <p:spPr>
          <a:xfrm>
            <a:off x="2" y="0"/>
            <a:ext cx="6457306" cy="1682494"/>
          </a:xfrm>
          <a:prstGeom prst="rect">
            <a:avLst/>
          </a:prstGeom>
        </p:spPr>
      </p:pic>
    </p:spTree>
    <p:extLst>
      <p:ext uri="{BB962C8B-B14F-4D97-AF65-F5344CB8AC3E}">
        <p14:creationId xmlns:p14="http://schemas.microsoft.com/office/powerpoint/2010/main" val="626223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dia verticaal">
    <p:spTree>
      <p:nvGrpSpPr>
        <p:cNvPr id="1" name=""/>
        <p:cNvGrpSpPr/>
        <p:nvPr/>
      </p:nvGrpSpPr>
      <p:grpSpPr>
        <a:xfrm>
          <a:off x="0" y="0"/>
          <a:ext cx="0" cy="0"/>
          <a:chOff x="0" y="0"/>
          <a:chExt cx="0" cy="0"/>
        </a:xfrm>
      </p:grpSpPr>
      <p:sp>
        <p:nvSpPr>
          <p:cNvPr id="13" name="Rechthoek 12"/>
          <p:cNvSpPr/>
          <p:nvPr userDrawn="1"/>
        </p:nvSpPr>
        <p:spPr>
          <a:xfrm>
            <a:off x="6096000" y="0"/>
            <a:ext cx="6096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4" name="Afbeelding 13"/>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175" y="0"/>
            <a:ext cx="12198350" cy="1066800"/>
          </a:xfrm>
          <a:prstGeom prst="rect">
            <a:avLst/>
          </a:prstGeom>
        </p:spPr>
      </p:pic>
      <p:sp>
        <p:nvSpPr>
          <p:cNvPr id="20" name="Tijdelijke aanduiding voor dianummer 19"/>
          <p:cNvSpPr>
            <a:spLocks noGrp="1"/>
          </p:cNvSpPr>
          <p:nvPr>
            <p:ph type="sldNum" sz="quarter" idx="19"/>
          </p:nvPr>
        </p:nvSpPr>
        <p:spPr/>
        <p:txBody>
          <a:bodyPr/>
          <a:lstStyle>
            <a:lvl1pPr>
              <a:defRPr>
                <a:solidFill>
                  <a:schemeClr val="bg1"/>
                </a:solidFill>
              </a:defRPr>
            </a:lvl1pPr>
          </a:lstStyle>
          <a:p>
            <a:fld id="{10A0A6AF-03C5-477E-939A-E28F7E7F05EA}" type="slidenum">
              <a:rPr lang="nl-NL" smtClean="0"/>
              <a:pPr/>
              <a:t>‹nr.›</a:t>
            </a:fld>
            <a:endParaRPr lang="nl-NL"/>
          </a:p>
        </p:txBody>
      </p:sp>
      <p:sp>
        <p:nvSpPr>
          <p:cNvPr id="24" name="Ondertitel 2"/>
          <p:cNvSpPr>
            <a:spLocks noGrp="1"/>
          </p:cNvSpPr>
          <p:nvPr>
            <p:ph type="subTitle" idx="1"/>
          </p:nvPr>
        </p:nvSpPr>
        <p:spPr>
          <a:xfrm>
            <a:off x="6556176" y="3427413"/>
            <a:ext cx="5004000" cy="2404640"/>
          </a:xfrm>
        </p:spPr>
        <p:txBody>
          <a:bodyPr lIns="104400" tIns="90000" rIns="90000" bIns="46800"/>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25" name="Tijdelijke aanduiding voor tekst 16"/>
          <p:cNvSpPr>
            <a:spLocks noGrp="1"/>
          </p:cNvSpPr>
          <p:nvPr>
            <p:ph type="body" sz="quarter" idx="21" hasCustomPrompt="1"/>
          </p:nvPr>
        </p:nvSpPr>
        <p:spPr>
          <a:xfrm>
            <a:off x="6553200" y="5832053"/>
            <a:ext cx="5004000" cy="389360"/>
          </a:xfrm>
        </p:spPr>
        <p:txBody>
          <a:bodyPr lIns="118800" anchor="b" anchorCtr="0">
            <a:noAutofit/>
          </a:bodyPr>
          <a:lstStyle>
            <a:lvl1pPr marL="0" indent="0">
              <a:buNone/>
              <a:defRPr sz="16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nl-NL"/>
              <a:t>Naam spreker</a:t>
            </a:r>
          </a:p>
        </p:txBody>
      </p:sp>
      <p:sp>
        <p:nvSpPr>
          <p:cNvPr id="21" name="Titel 1"/>
          <p:cNvSpPr>
            <a:spLocks noGrp="1"/>
          </p:cNvSpPr>
          <p:nvPr>
            <p:ph type="ctrTitle"/>
          </p:nvPr>
        </p:nvSpPr>
        <p:spPr>
          <a:xfrm>
            <a:off x="6554588" y="2024063"/>
            <a:ext cx="5004000" cy="1403350"/>
          </a:xfrm>
        </p:spPr>
        <p:txBody>
          <a:bodyPr tIns="90000" bIns="90000" anchor="t">
            <a:normAutofit/>
          </a:bodyPr>
          <a:lstStyle>
            <a:lvl1pPr algn="l">
              <a:defRPr sz="3600">
                <a:solidFill>
                  <a:schemeClr val="bg1"/>
                </a:solidFill>
              </a:defRPr>
            </a:lvl1pPr>
          </a:lstStyle>
          <a:p>
            <a:r>
              <a:rPr lang="nl-NL"/>
              <a:t>Klik om stijl te bewerken</a:t>
            </a:r>
          </a:p>
        </p:txBody>
      </p:sp>
      <p:sp>
        <p:nvSpPr>
          <p:cNvPr id="23"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42A6A312-8330-45FA-8478-BE231086A333}" type="datetime4">
              <a:rPr lang="nl-NL" smtClean="0"/>
              <a:pPr/>
              <a:t>25 september 2026</a:t>
            </a:fld>
            <a:r>
              <a:rPr lang="en-US"/>
              <a:t> | </a:t>
            </a:r>
            <a:r>
              <a:rPr lang="en-US" err="1"/>
              <a:t>Voettekst</a:t>
            </a:r>
            <a:endParaRPr lang="nl-NL"/>
          </a:p>
        </p:txBody>
      </p:sp>
      <p:pic>
        <p:nvPicPr>
          <p:cNvPr id="11" name="Afbeelding 6">
            <a:extLst>
              <a:ext uri="{FF2B5EF4-FFF2-40B4-BE49-F238E27FC236}">
                <a16:creationId xmlns:a16="http://schemas.microsoft.com/office/drawing/2014/main" id="{77F717E5-7430-41F3-183D-040858695A26}"/>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7037"/>
          <a:stretch/>
        </p:blipFill>
        <p:spPr>
          <a:xfrm>
            <a:off x="2" y="0"/>
            <a:ext cx="6457306" cy="1682494"/>
          </a:xfrm>
          <a:prstGeom prst="rect">
            <a:avLst/>
          </a:prstGeom>
        </p:spPr>
      </p:pic>
    </p:spTree>
    <p:extLst>
      <p:ext uri="{BB962C8B-B14F-4D97-AF65-F5344CB8AC3E}">
        <p14:creationId xmlns:p14="http://schemas.microsoft.com/office/powerpoint/2010/main" val="1065973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dia horizontaal">
    <p:spTree>
      <p:nvGrpSpPr>
        <p:cNvPr id="1" name=""/>
        <p:cNvGrpSpPr/>
        <p:nvPr/>
      </p:nvGrpSpPr>
      <p:grpSpPr>
        <a:xfrm>
          <a:off x="0" y="0"/>
          <a:ext cx="0" cy="0"/>
          <a:chOff x="0" y="0"/>
          <a:chExt cx="0" cy="0"/>
        </a:xfrm>
      </p:grpSpPr>
      <p:sp>
        <p:nvSpPr>
          <p:cNvPr id="6" name="Rechthoek 5"/>
          <p:cNvSpPr/>
          <p:nvPr userDrawn="1"/>
        </p:nvSpPr>
        <p:spPr>
          <a:xfrm>
            <a:off x="0" y="-1"/>
            <a:ext cx="12192000" cy="34274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p:cNvSpPr>
            <a:spLocks noGrp="1"/>
          </p:cNvSpPr>
          <p:nvPr>
            <p:ph type="title"/>
          </p:nvPr>
        </p:nvSpPr>
        <p:spPr>
          <a:xfrm>
            <a:off x="635000" y="1879600"/>
            <a:ext cx="10923588" cy="1547813"/>
          </a:xfrm>
        </p:spPr>
        <p:txBody>
          <a:bodyPr anchor="t" anchorCtr="0">
            <a:normAutofit/>
          </a:bodyPr>
          <a:lstStyle>
            <a:lvl1pPr>
              <a:defRPr sz="4800">
                <a:solidFill>
                  <a:schemeClr val="bg1"/>
                </a:solidFill>
              </a:defRPr>
            </a:lvl1pPr>
          </a:lstStyle>
          <a:p>
            <a:r>
              <a:rPr lang="nl-NL"/>
              <a:t>Klik om stijl te bewerken</a:t>
            </a:r>
          </a:p>
        </p:txBody>
      </p:sp>
      <p:pic>
        <p:nvPicPr>
          <p:cNvPr id="7" name="Afbeelding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175" y="0"/>
            <a:ext cx="12198350" cy="1066800"/>
          </a:xfrm>
          <a:prstGeom prst="rect">
            <a:avLst/>
          </a:prstGeom>
        </p:spPr>
      </p:pic>
      <p:sp>
        <p:nvSpPr>
          <p:cNvPr id="17" name="Tijdelijke aanduiding voor dianummer 16"/>
          <p:cNvSpPr>
            <a:spLocks noGrp="1"/>
          </p:cNvSpPr>
          <p:nvPr>
            <p:ph type="sldNum" sz="quarter" idx="16"/>
          </p:nvPr>
        </p:nvSpPr>
        <p:spPr/>
        <p:txBody>
          <a:bodyPr/>
          <a:lstStyle/>
          <a:p>
            <a:fld id="{10A0A6AF-03C5-477E-939A-E28F7E7F05EA}" type="slidenum">
              <a:rPr lang="nl-NL" smtClean="0"/>
              <a:pPr/>
              <a:t>‹nr.›</a:t>
            </a:fld>
            <a:endParaRPr lang="nl-NL"/>
          </a:p>
        </p:txBody>
      </p:sp>
      <p:sp>
        <p:nvSpPr>
          <p:cNvPr id="9" name="Ondertitel 2"/>
          <p:cNvSpPr>
            <a:spLocks noGrp="1"/>
          </p:cNvSpPr>
          <p:nvPr>
            <p:ph type="subTitle" idx="1"/>
          </p:nvPr>
        </p:nvSpPr>
        <p:spPr>
          <a:xfrm>
            <a:off x="635000" y="3749487"/>
            <a:ext cx="10925176" cy="2077232"/>
          </a:xfrm>
        </p:spPr>
        <p:txBody>
          <a:bodyPr lIns="104400" tIns="90000" rIns="90000" bIns="46800"/>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10" name="Tijdelijke aanduiding voor tekst 16"/>
          <p:cNvSpPr>
            <a:spLocks noGrp="1"/>
          </p:cNvSpPr>
          <p:nvPr>
            <p:ph type="body" sz="quarter" idx="10" hasCustomPrompt="1"/>
          </p:nvPr>
        </p:nvSpPr>
        <p:spPr>
          <a:xfrm>
            <a:off x="633412" y="5829386"/>
            <a:ext cx="5005388" cy="389360"/>
          </a:xfrm>
        </p:spPr>
        <p:txBody>
          <a:bodyPr lIns="86400" anchor="b" anchorCtr="0">
            <a:noAutofit/>
          </a:bodyPr>
          <a:lstStyle>
            <a:lvl1pPr marL="0" indent="0" algn="l">
              <a:buNone/>
              <a:defRPr sz="16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nl-NL"/>
              <a:t>Naam spreker</a:t>
            </a:r>
          </a:p>
        </p:txBody>
      </p:sp>
      <p:sp>
        <p:nvSpPr>
          <p:cNvPr id="14"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r>
              <a:rPr lang="nl-NL"/>
              <a:t>27 februari 2017 | Voettekst</a:t>
            </a:r>
          </a:p>
        </p:txBody>
      </p:sp>
      <p:pic>
        <p:nvPicPr>
          <p:cNvPr id="11" name="Afbeelding 6">
            <a:extLst>
              <a:ext uri="{FF2B5EF4-FFF2-40B4-BE49-F238E27FC236}">
                <a16:creationId xmlns:a16="http://schemas.microsoft.com/office/drawing/2014/main" id="{B1C626E7-9173-EEF3-E560-7E2C7C0426D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7037"/>
          <a:stretch/>
        </p:blipFill>
        <p:spPr>
          <a:xfrm>
            <a:off x="2" y="0"/>
            <a:ext cx="6457306" cy="1682494"/>
          </a:xfrm>
          <a:prstGeom prst="rect">
            <a:avLst/>
          </a:prstGeom>
        </p:spPr>
      </p:pic>
    </p:spTree>
    <p:extLst>
      <p:ext uri="{BB962C8B-B14F-4D97-AF65-F5344CB8AC3E}">
        <p14:creationId xmlns:p14="http://schemas.microsoft.com/office/powerpoint/2010/main" val="1609945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houdsopgave">
    <p:spTree>
      <p:nvGrpSpPr>
        <p:cNvPr id="1" name=""/>
        <p:cNvGrpSpPr/>
        <p:nvPr/>
      </p:nvGrpSpPr>
      <p:grpSpPr>
        <a:xfrm>
          <a:off x="0" y="0"/>
          <a:ext cx="0" cy="0"/>
          <a:chOff x="0" y="0"/>
          <a:chExt cx="0" cy="0"/>
        </a:xfrm>
      </p:grpSpPr>
      <p:sp>
        <p:nvSpPr>
          <p:cNvPr id="7" name="Rechthoek 6"/>
          <p:cNvSpPr/>
          <p:nvPr userDrawn="1"/>
        </p:nvSpPr>
        <p:spPr>
          <a:xfrm>
            <a:off x="0" y="0"/>
            <a:ext cx="6096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0" name="Titel 1"/>
          <p:cNvSpPr>
            <a:spLocks noGrp="1"/>
          </p:cNvSpPr>
          <p:nvPr>
            <p:ph type="title"/>
          </p:nvPr>
        </p:nvSpPr>
        <p:spPr>
          <a:xfrm>
            <a:off x="634999" y="2636838"/>
            <a:ext cx="5003801" cy="1584325"/>
          </a:xfrm>
        </p:spPr>
        <p:txBody>
          <a:bodyPr anchor="t" anchorCtr="0">
            <a:normAutofit/>
          </a:bodyPr>
          <a:lstStyle>
            <a:lvl1pPr algn="r">
              <a:defRPr sz="3600">
                <a:solidFill>
                  <a:schemeClr val="bg1"/>
                </a:solidFill>
              </a:defRPr>
            </a:lvl1pPr>
          </a:lstStyle>
          <a:p>
            <a:r>
              <a:rPr lang="nl-NL"/>
              <a:t>Klik om stijl te bewerken</a:t>
            </a:r>
          </a:p>
        </p:txBody>
      </p:sp>
      <p:sp>
        <p:nvSpPr>
          <p:cNvPr id="13" name="Tijdelijke aanduiding voor tekst 4"/>
          <p:cNvSpPr>
            <a:spLocks noGrp="1"/>
          </p:cNvSpPr>
          <p:nvPr>
            <p:ph type="body" sz="quarter" idx="15"/>
          </p:nvPr>
        </p:nvSpPr>
        <p:spPr>
          <a:xfrm>
            <a:off x="7791732" y="916926"/>
            <a:ext cx="3766856" cy="817562"/>
          </a:xfrm>
        </p:spPr>
        <p:txBody>
          <a:bodyPr anchor="b" anchorCtr="0">
            <a:normAutofit/>
          </a:bodyPr>
          <a:lstStyle>
            <a:lvl1pPr marL="0" indent="0">
              <a:buNone/>
              <a:defRPr sz="1800"/>
            </a:lvl1pPr>
            <a:lvl2pPr marL="313200" indent="0">
              <a:buNone/>
              <a:defRPr/>
            </a:lvl2pPr>
            <a:lvl3pPr marL="630000" indent="0">
              <a:buNone/>
              <a:defRPr/>
            </a:lvl3pPr>
            <a:lvl4pPr marL="943200" indent="0">
              <a:buNone/>
              <a:defRPr/>
            </a:lvl4pPr>
            <a:lvl5pPr marL="1260000" indent="0">
              <a:buNone/>
              <a:defRPr/>
            </a:lvl5pPr>
          </a:lstStyle>
          <a:p>
            <a:pPr lvl="0"/>
            <a:r>
              <a:rPr lang="nl-NL"/>
              <a:t>Klikken om de tekststijl van het model te bewerken</a:t>
            </a:r>
          </a:p>
        </p:txBody>
      </p:sp>
      <p:sp>
        <p:nvSpPr>
          <p:cNvPr id="14" name="Tijdelijke aanduiding voor tekst 4"/>
          <p:cNvSpPr>
            <a:spLocks noGrp="1"/>
          </p:cNvSpPr>
          <p:nvPr>
            <p:ph type="body" sz="quarter" idx="16"/>
          </p:nvPr>
        </p:nvSpPr>
        <p:spPr>
          <a:xfrm>
            <a:off x="7791732" y="2061911"/>
            <a:ext cx="3766856" cy="817562"/>
          </a:xfrm>
        </p:spPr>
        <p:txBody>
          <a:bodyPr anchor="b" anchorCtr="0">
            <a:normAutofit/>
          </a:bodyPr>
          <a:lstStyle>
            <a:lvl1pPr marL="0" indent="0">
              <a:buNone/>
              <a:defRPr sz="1800"/>
            </a:lvl1pPr>
            <a:lvl2pPr marL="313200" indent="0">
              <a:buNone/>
              <a:defRPr/>
            </a:lvl2pPr>
            <a:lvl3pPr marL="630000" indent="0">
              <a:buNone/>
              <a:defRPr/>
            </a:lvl3pPr>
            <a:lvl4pPr marL="943200" indent="0">
              <a:buNone/>
              <a:defRPr/>
            </a:lvl4pPr>
            <a:lvl5pPr marL="1260000" indent="0">
              <a:buNone/>
              <a:defRPr/>
            </a:lvl5pPr>
          </a:lstStyle>
          <a:p>
            <a:pPr lvl="0"/>
            <a:r>
              <a:rPr lang="nl-NL"/>
              <a:t>Klikken om de tekststijl van het model te bewerken</a:t>
            </a:r>
          </a:p>
        </p:txBody>
      </p:sp>
      <p:sp>
        <p:nvSpPr>
          <p:cNvPr id="15" name="Tijdelijke aanduiding voor tekst 4"/>
          <p:cNvSpPr>
            <a:spLocks noGrp="1"/>
          </p:cNvSpPr>
          <p:nvPr>
            <p:ph type="body" sz="quarter" idx="17"/>
          </p:nvPr>
        </p:nvSpPr>
        <p:spPr>
          <a:xfrm>
            <a:off x="7791732" y="3211200"/>
            <a:ext cx="3766856" cy="817562"/>
          </a:xfrm>
        </p:spPr>
        <p:txBody>
          <a:bodyPr anchor="b" anchorCtr="0">
            <a:normAutofit/>
          </a:bodyPr>
          <a:lstStyle>
            <a:lvl1pPr marL="0" indent="0">
              <a:buNone/>
              <a:defRPr sz="1800"/>
            </a:lvl1pPr>
            <a:lvl2pPr marL="313200" indent="0">
              <a:buNone/>
              <a:defRPr/>
            </a:lvl2pPr>
            <a:lvl3pPr marL="630000" indent="0">
              <a:buNone/>
              <a:defRPr/>
            </a:lvl3pPr>
            <a:lvl4pPr marL="943200" indent="0">
              <a:buNone/>
              <a:defRPr/>
            </a:lvl4pPr>
            <a:lvl5pPr marL="1260000" indent="0">
              <a:buNone/>
              <a:defRPr/>
            </a:lvl5pPr>
          </a:lstStyle>
          <a:p>
            <a:pPr lvl="0"/>
            <a:r>
              <a:rPr lang="nl-NL"/>
              <a:t>Klikken om de tekststijl van het model te bewerken</a:t>
            </a:r>
          </a:p>
        </p:txBody>
      </p:sp>
      <p:sp>
        <p:nvSpPr>
          <p:cNvPr id="16" name="Tijdelijke aanduiding voor tekst 4"/>
          <p:cNvSpPr>
            <a:spLocks noGrp="1"/>
          </p:cNvSpPr>
          <p:nvPr>
            <p:ph type="body" sz="quarter" idx="18"/>
          </p:nvPr>
        </p:nvSpPr>
        <p:spPr>
          <a:xfrm>
            <a:off x="7791732" y="4352400"/>
            <a:ext cx="3766856" cy="817562"/>
          </a:xfrm>
        </p:spPr>
        <p:txBody>
          <a:bodyPr anchor="b" anchorCtr="0">
            <a:normAutofit/>
          </a:bodyPr>
          <a:lstStyle>
            <a:lvl1pPr marL="0" indent="0">
              <a:buNone/>
              <a:defRPr sz="1800"/>
            </a:lvl1pPr>
            <a:lvl2pPr marL="313200" indent="0">
              <a:buNone/>
              <a:defRPr/>
            </a:lvl2pPr>
            <a:lvl3pPr marL="630000" indent="0">
              <a:buNone/>
              <a:defRPr/>
            </a:lvl3pPr>
            <a:lvl4pPr marL="943200" indent="0">
              <a:buNone/>
              <a:defRPr/>
            </a:lvl4pPr>
            <a:lvl5pPr marL="1260000" indent="0">
              <a:buNone/>
              <a:defRPr/>
            </a:lvl5pPr>
          </a:lstStyle>
          <a:p>
            <a:pPr lvl="0"/>
            <a:r>
              <a:rPr lang="nl-NL"/>
              <a:t>Klikken om de tekststijl van het model te bewerken</a:t>
            </a:r>
          </a:p>
        </p:txBody>
      </p:sp>
      <p:sp>
        <p:nvSpPr>
          <p:cNvPr id="17" name="Tijdelijke aanduiding voor tekst 4"/>
          <p:cNvSpPr>
            <a:spLocks noGrp="1"/>
          </p:cNvSpPr>
          <p:nvPr>
            <p:ph type="body" sz="quarter" idx="19"/>
          </p:nvPr>
        </p:nvSpPr>
        <p:spPr>
          <a:xfrm>
            <a:off x="7791732" y="5497200"/>
            <a:ext cx="3766856" cy="817562"/>
          </a:xfrm>
        </p:spPr>
        <p:txBody>
          <a:bodyPr anchor="b" anchorCtr="0">
            <a:normAutofit/>
          </a:bodyPr>
          <a:lstStyle>
            <a:lvl1pPr marL="0" indent="0">
              <a:buNone/>
              <a:defRPr sz="1800"/>
            </a:lvl1pPr>
            <a:lvl2pPr marL="313200" indent="0">
              <a:buNone/>
              <a:defRPr/>
            </a:lvl2pPr>
            <a:lvl3pPr marL="630000" indent="0">
              <a:buNone/>
              <a:defRPr/>
            </a:lvl3pPr>
            <a:lvl4pPr marL="943200" indent="0">
              <a:buNone/>
              <a:defRPr/>
            </a:lvl4pPr>
            <a:lvl5pPr marL="1260000" indent="0">
              <a:buNone/>
              <a:defRPr/>
            </a:lvl5pPr>
          </a:lstStyle>
          <a:p>
            <a:pPr lvl="0"/>
            <a:r>
              <a:rPr lang="nl-NL"/>
              <a:t>Klikken om de tekststijl van het model te bewerken</a:t>
            </a:r>
          </a:p>
        </p:txBody>
      </p:sp>
      <p:sp>
        <p:nvSpPr>
          <p:cNvPr id="18" name="Tijdelijke aanduiding voor dianummer 17"/>
          <p:cNvSpPr>
            <a:spLocks noGrp="1"/>
          </p:cNvSpPr>
          <p:nvPr>
            <p:ph type="sldNum" sz="quarter" idx="22"/>
          </p:nvPr>
        </p:nvSpPr>
        <p:spPr/>
        <p:txBody>
          <a:bodyPr/>
          <a:lstStyle/>
          <a:p>
            <a:fld id="{10A0A6AF-03C5-477E-939A-E28F7E7F05EA}" type="slidenum">
              <a:rPr lang="nl-NL" smtClean="0"/>
              <a:pPr/>
              <a:t>‹nr.›</a:t>
            </a:fld>
            <a:endParaRPr lang="nl-NL"/>
          </a:p>
        </p:txBody>
      </p:sp>
      <p:sp>
        <p:nvSpPr>
          <p:cNvPr id="22" name="Tijdelijke aanduiding voor tekst 2"/>
          <p:cNvSpPr>
            <a:spLocks noGrp="1"/>
          </p:cNvSpPr>
          <p:nvPr>
            <p:ph type="body" sz="quarter" idx="10" hasCustomPrompt="1"/>
          </p:nvPr>
        </p:nvSpPr>
        <p:spPr>
          <a:xfrm>
            <a:off x="6418727" y="998445"/>
            <a:ext cx="1373005" cy="817563"/>
          </a:xfrm>
        </p:spPr>
        <p:txBody>
          <a:bodyPr bIns="46800" anchor="b" anchorCtr="0">
            <a:normAutofit/>
          </a:bodyPr>
          <a:lstStyle>
            <a:lvl1pPr marL="0" indent="0" algn="r">
              <a:buNone/>
              <a:defRPr sz="4800">
                <a:solidFill>
                  <a:schemeClr val="tx2"/>
                </a:solidFill>
              </a:defRPr>
            </a:lvl1pPr>
          </a:lstStyle>
          <a:p>
            <a:pPr lvl="0"/>
            <a:r>
              <a:rPr lang="nl-NL"/>
              <a:t>#</a:t>
            </a:r>
          </a:p>
        </p:txBody>
      </p:sp>
      <p:sp>
        <p:nvSpPr>
          <p:cNvPr id="23" name="Tijdelijke aanduiding voor tekst 2"/>
          <p:cNvSpPr>
            <a:spLocks noGrp="1"/>
          </p:cNvSpPr>
          <p:nvPr>
            <p:ph type="body" sz="quarter" idx="11" hasCustomPrompt="1"/>
          </p:nvPr>
        </p:nvSpPr>
        <p:spPr>
          <a:xfrm>
            <a:off x="6418727" y="2143674"/>
            <a:ext cx="1373005" cy="817563"/>
          </a:xfrm>
        </p:spPr>
        <p:txBody>
          <a:bodyPr bIns="46800" anchor="b" anchorCtr="0">
            <a:normAutofit/>
          </a:bodyPr>
          <a:lstStyle>
            <a:lvl1pPr marL="0" indent="0" algn="r">
              <a:buNone/>
              <a:defRPr sz="4800">
                <a:solidFill>
                  <a:schemeClr val="tx2"/>
                </a:solidFill>
              </a:defRPr>
            </a:lvl1pPr>
          </a:lstStyle>
          <a:p>
            <a:pPr lvl="0"/>
            <a:r>
              <a:rPr lang="nl-NL"/>
              <a:t>#</a:t>
            </a:r>
          </a:p>
        </p:txBody>
      </p:sp>
      <p:sp>
        <p:nvSpPr>
          <p:cNvPr id="24" name="Tijdelijke aanduiding voor tekst 2"/>
          <p:cNvSpPr>
            <a:spLocks noGrp="1"/>
          </p:cNvSpPr>
          <p:nvPr>
            <p:ph type="body" sz="quarter" idx="12" hasCustomPrompt="1"/>
          </p:nvPr>
        </p:nvSpPr>
        <p:spPr>
          <a:xfrm>
            <a:off x="6418727" y="3288903"/>
            <a:ext cx="1373005" cy="817563"/>
          </a:xfrm>
        </p:spPr>
        <p:txBody>
          <a:bodyPr bIns="46800" anchor="b" anchorCtr="0">
            <a:normAutofit/>
          </a:bodyPr>
          <a:lstStyle>
            <a:lvl1pPr marL="0" indent="0" algn="r">
              <a:buNone/>
              <a:defRPr sz="4800">
                <a:solidFill>
                  <a:schemeClr val="tx2"/>
                </a:solidFill>
              </a:defRPr>
            </a:lvl1pPr>
          </a:lstStyle>
          <a:p>
            <a:pPr lvl="0"/>
            <a:r>
              <a:rPr lang="nl-NL"/>
              <a:t>#</a:t>
            </a:r>
          </a:p>
        </p:txBody>
      </p:sp>
      <p:sp>
        <p:nvSpPr>
          <p:cNvPr id="25" name="Tijdelijke aanduiding voor tekst 2"/>
          <p:cNvSpPr>
            <a:spLocks noGrp="1"/>
          </p:cNvSpPr>
          <p:nvPr>
            <p:ph type="body" sz="quarter" idx="13" hasCustomPrompt="1"/>
          </p:nvPr>
        </p:nvSpPr>
        <p:spPr>
          <a:xfrm>
            <a:off x="6418727" y="4434132"/>
            <a:ext cx="1373005" cy="817563"/>
          </a:xfrm>
        </p:spPr>
        <p:txBody>
          <a:bodyPr bIns="46800" anchor="b" anchorCtr="0">
            <a:normAutofit/>
          </a:bodyPr>
          <a:lstStyle>
            <a:lvl1pPr marL="0" indent="0" algn="r">
              <a:buNone/>
              <a:defRPr sz="4800">
                <a:solidFill>
                  <a:schemeClr val="tx2"/>
                </a:solidFill>
              </a:defRPr>
            </a:lvl1pPr>
          </a:lstStyle>
          <a:p>
            <a:pPr lvl="0"/>
            <a:r>
              <a:rPr lang="nl-NL"/>
              <a:t>#</a:t>
            </a:r>
          </a:p>
        </p:txBody>
      </p:sp>
      <p:sp>
        <p:nvSpPr>
          <p:cNvPr id="26" name="Tijdelijke aanduiding voor tekst 2"/>
          <p:cNvSpPr>
            <a:spLocks noGrp="1"/>
          </p:cNvSpPr>
          <p:nvPr>
            <p:ph type="body" sz="quarter" idx="14" hasCustomPrompt="1"/>
          </p:nvPr>
        </p:nvSpPr>
        <p:spPr>
          <a:xfrm>
            <a:off x="6418727" y="5579361"/>
            <a:ext cx="1373005" cy="817563"/>
          </a:xfrm>
        </p:spPr>
        <p:txBody>
          <a:bodyPr bIns="46800" anchor="b" anchorCtr="0">
            <a:normAutofit/>
          </a:bodyPr>
          <a:lstStyle>
            <a:lvl1pPr marL="0" indent="0" algn="r">
              <a:buNone/>
              <a:defRPr sz="4800">
                <a:solidFill>
                  <a:schemeClr val="tx2"/>
                </a:solidFill>
              </a:defRPr>
            </a:lvl1pPr>
          </a:lstStyle>
          <a:p>
            <a:pPr lvl="0"/>
            <a:r>
              <a:rPr lang="nl-NL"/>
              <a:t>#</a:t>
            </a:r>
          </a:p>
        </p:txBody>
      </p:sp>
      <p:sp>
        <p:nvSpPr>
          <p:cNvPr id="27"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solidFill>
              </a:defRPr>
            </a:lvl1pPr>
          </a:lstStyle>
          <a:p>
            <a:fld id="{70C39E7E-B30A-4BEB-8CB8-A2DF389F6662}" type="datetime4">
              <a:rPr lang="nl-NL" smtClean="0"/>
              <a:pPr/>
              <a:t>25 september 2026</a:t>
            </a:fld>
            <a:r>
              <a:rPr lang="en-US"/>
              <a:t> | </a:t>
            </a:r>
            <a:r>
              <a:rPr lang="en-US" err="1"/>
              <a:t>Voettekst</a:t>
            </a:r>
            <a:endParaRPr lang="nl-NL"/>
          </a:p>
        </p:txBody>
      </p:sp>
      <p:pic>
        <p:nvPicPr>
          <p:cNvPr id="28" name="Afbeelding 27" descr="RO_vervolgpagina_Logo_2_RGB_pos__aangepast.png"/>
          <p:cNvPicPr>
            <a:picLocks noChangeAspect="1"/>
          </p:cNvPicPr>
          <p:nvPr userDrawn="1"/>
        </p:nvPicPr>
        <p:blipFill>
          <a:blip r:embed="rId2" cstate="print"/>
          <a:stretch>
            <a:fillRect/>
          </a:stretch>
        </p:blipFill>
        <p:spPr>
          <a:xfrm>
            <a:off x="0" y="0"/>
            <a:ext cx="12192000" cy="1057656"/>
          </a:xfrm>
          <a:prstGeom prst="rect">
            <a:avLst/>
          </a:prstGeom>
        </p:spPr>
      </p:pic>
    </p:spTree>
    <p:extLst>
      <p:ext uri="{BB962C8B-B14F-4D97-AF65-F5344CB8AC3E}">
        <p14:creationId xmlns:p14="http://schemas.microsoft.com/office/powerpoint/2010/main" val="3481552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houdsopgave met afbeelding">
    <p:spTree>
      <p:nvGrpSpPr>
        <p:cNvPr id="1" name=""/>
        <p:cNvGrpSpPr/>
        <p:nvPr/>
      </p:nvGrpSpPr>
      <p:grpSpPr>
        <a:xfrm>
          <a:off x="0" y="0"/>
          <a:ext cx="0" cy="0"/>
          <a:chOff x="0" y="0"/>
          <a:chExt cx="0" cy="0"/>
        </a:xfrm>
      </p:grpSpPr>
      <p:sp>
        <p:nvSpPr>
          <p:cNvPr id="5" name="Rechthoek 4"/>
          <p:cNvSpPr/>
          <p:nvPr userDrawn="1"/>
        </p:nvSpPr>
        <p:spPr>
          <a:xfrm>
            <a:off x="6096000" y="0"/>
            <a:ext cx="6096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Tijdelijke aanduiding voor tekst 11"/>
          <p:cNvSpPr>
            <a:spLocks noGrp="1"/>
          </p:cNvSpPr>
          <p:nvPr>
            <p:ph type="body" sz="quarter" idx="13"/>
          </p:nvPr>
        </p:nvSpPr>
        <p:spPr>
          <a:xfrm>
            <a:off x="6553200" y="2289600"/>
            <a:ext cx="5004000" cy="3931813"/>
          </a:xfrm>
        </p:spPr>
        <p:txBody>
          <a:bodyPr/>
          <a:lstStyle>
            <a:lvl1pPr marL="457200" indent="-457200">
              <a:buClr>
                <a:schemeClr val="bg1"/>
              </a:buClr>
              <a:buFont typeface="+mj-lt"/>
              <a:buAutoNum type="arabicPeriod"/>
              <a:defRPr>
                <a:solidFill>
                  <a:schemeClr val="bg1"/>
                </a:solidFill>
              </a:defRPr>
            </a:lvl1pPr>
            <a:lvl2pPr marL="684000" indent="-216000">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Tx/>
              <a:defRPr>
                <a:solidFill>
                  <a:schemeClr val="bg1"/>
                </a:solidFill>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tel 5"/>
          <p:cNvSpPr>
            <a:spLocks noGrp="1"/>
          </p:cNvSpPr>
          <p:nvPr>
            <p:ph type="title"/>
          </p:nvPr>
        </p:nvSpPr>
        <p:spPr>
          <a:xfrm>
            <a:off x="6553200" y="1051200"/>
            <a:ext cx="5004000" cy="948047"/>
          </a:xfrm>
        </p:spPr>
        <p:txBody>
          <a:bodyPr/>
          <a:lstStyle>
            <a:lvl1pPr>
              <a:defRPr>
                <a:solidFill>
                  <a:schemeClr val="bg1"/>
                </a:solidFill>
              </a:defRPr>
            </a:lvl1pPr>
          </a:lstStyle>
          <a:p>
            <a:r>
              <a:rPr lang="nl-NL"/>
              <a:t>Klik om stijl te bewerken</a:t>
            </a:r>
          </a:p>
        </p:txBody>
      </p:sp>
      <p:sp>
        <p:nvSpPr>
          <p:cNvPr id="19" name="Tijdelijke aanduiding voor dianummer 18"/>
          <p:cNvSpPr>
            <a:spLocks noGrp="1"/>
          </p:cNvSpPr>
          <p:nvPr>
            <p:ph type="sldNum" sz="quarter" idx="16"/>
          </p:nvPr>
        </p:nvSpPr>
        <p:spPr/>
        <p:txBody>
          <a:bodyPr/>
          <a:lstStyle>
            <a:lvl1pPr>
              <a:defRPr>
                <a:solidFill>
                  <a:schemeClr val="bg1"/>
                </a:solidFill>
              </a:defRPr>
            </a:lvl1pPr>
          </a:lstStyle>
          <a:p>
            <a:fld id="{10A0A6AF-03C5-477E-939A-E28F7E7F05EA}" type="slidenum">
              <a:rPr lang="nl-NL" smtClean="0"/>
              <a:pPr/>
              <a:t>‹nr.›</a:t>
            </a:fld>
            <a:endParaRPr lang="nl-NL"/>
          </a:p>
        </p:txBody>
      </p:sp>
      <p:sp>
        <p:nvSpPr>
          <p:cNvPr id="12"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solidFill>
              </a:defRPr>
            </a:lvl1pPr>
          </a:lstStyle>
          <a:p>
            <a:r>
              <a:rPr lang="en-US"/>
              <a:t>27 februari 2017 | Voettekst</a:t>
            </a:r>
            <a:endParaRPr lang="nl-NL"/>
          </a:p>
        </p:txBody>
      </p:sp>
      <p:sp>
        <p:nvSpPr>
          <p:cNvPr id="9" name="Tijdelijke aanduiding voor afbeelding 31"/>
          <p:cNvSpPr>
            <a:spLocks noGrp="1"/>
          </p:cNvSpPr>
          <p:nvPr>
            <p:ph type="pic" sz="quarter" idx="22"/>
          </p:nvPr>
        </p:nvSpPr>
        <p:spPr>
          <a:xfrm>
            <a:off x="-3175" y="0"/>
            <a:ext cx="6104785" cy="6858000"/>
          </a:xfrm>
          <a:custGeom>
            <a:avLst/>
            <a:gdLst>
              <a:gd name="connsiteX0" fmla="*/ 0 w 6099175"/>
              <a:gd name="connsiteY0" fmla="*/ 0 h 6858000"/>
              <a:gd name="connsiteX1" fmla="*/ 5776763 w 6099175"/>
              <a:gd name="connsiteY1" fmla="*/ 0 h 6858000"/>
              <a:gd name="connsiteX2" fmla="*/ 5776763 w 6099175"/>
              <a:gd name="connsiteY2" fmla="*/ 1144800 h 6858000"/>
              <a:gd name="connsiteX3" fmla="*/ 6099175 w 6099175"/>
              <a:gd name="connsiteY3" fmla="*/ 1144800 h 6858000"/>
              <a:gd name="connsiteX4" fmla="*/ 6099175 w 6099175"/>
              <a:gd name="connsiteY4" fmla="*/ 6541200 h 6858000"/>
              <a:gd name="connsiteX5" fmla="*/ 5776595 w 6099175"/>
              <a:gd name="connsiteY5" fmla="*/ 6541200 h 6858000"/>
              <a:gd name="connsiteX6" fmla="*/ 5776595 w 6099175"/>
              <a:gd name="connsiteY6" fmla="*/ 6858000 h 6858000"/>
              <a:gd name="connsiteX7" fmla="*/ 0 w 6099175"/>
              <a:gd name="connsiteY7" fmla="*/ 6858000 h 6858000"/>
              <a:gd name="connsiteX0" fmla="*/ 0 w 6099175"/>
              <a:gd name="connsiteY0" fmla="*/ 0 h 6858000"/>
              <a:gd name="connsiteX1" fmla="*/ 5776763 w 6099175"/>
              <a:gd name="connsiteY1" fmla="*/ 0 h 6858000"/>
              <a:gd name="connsiteX2" fmla="*/ 5776763 w 6099175"/>
              <a:gd name="connsiteY2" fmla="*/ 1144800 h 6858000"/>
              <a:gd name="connsiteX3" fmla="*/ 6099175 w 6099175"/>
              <a:gd name="connsiteY3" fmla="*/ 1144800 h 6858000"/>
              <a:gd name="connsiteX4" fmla="*/ 6099175 w 6099175"/>
              <a:gd name="connsiteY4" fmla="*/ 6541200 h 6858000"/>
              <a:gd name="connsiteX5" fmla="*/ 6094647 w 6099175"/>
              <a:gd name="connsiteY5" fmla="*/ 6858000 h 6858000"/>
              <a:gd name="connsiteX6" fmla="*/ 5776595 w 6099175"/>
              <a:gd name="connsiteY6" fmla="*/ 6858000 h 6858000"/>
              <a:gd name="connsiteX7" fmla="*/ 0 w 6099175"/>
              <a:gd name="connsiteY7" fmla="*/ 6858000 h 6858000"/>
              <a:gd name="connsiteX8" fmla="*/ 0 w 6099175"/>
              <a:gd name="connsiteY8" fmla="*/ 0 h 6858000"/>
              <a:gd name="connsiteX0" fmla="*/ 0 w 6099175"/>
              <a:gd name="connsiteY0" fmla="*/ 0 h 6858000"/>
              <a:gd name="connsiteX1" fmla="*/ 5860910 w 6099175"/>
              <a:gd name="connsiteY1" fmla="*/ 0 h 6858000"/>
              <a:gd name="connsiteX2" fmla="*/ 5776763 w 6099175"/>
              <a:gd name="connsiteY2" fmla="*/ 1144800 h 6858000"/>
              <a:gd name="connsiteX3" fmla="*/ 6099175 w 6099175"/>
              <a:gd name="connsiteY3" fmla="*/ 1144800 h 6858000"/>
              <a:gd name="connsiteX4" fmla="*/ 6099175 w 6099175"/>
              <a:gd name="connsiteY4" fmla="*/ 6541200 h 6858000"/>
              <a:gd name="connsiteX5" fmla="*/ 6094647 w 6099175"/>
              <a:gd name="connsiteY5" fmla="*/ 6858000 h 6858000"/>
              <a:gd name="connsiteX6" fmla="*/ 5776595 w 6099175"/>
              <a:gd name="connsiteY6" fmla="*/ 6858000 h 6858000"/>
              <a:gd name="connsiteX7" fmla="*/ 0 w 6099175"/>
              <a:gd name="connsiteY7" fmla="*/ 6858000 h 6858000"/>
              <a:gd name="connsiteX8" fmla="*/ 0 w 6099175"/>
              <a:gd name="connsiteY8" fmla="*/ 0 h 6858000"/>
              <a:gd name="connsiteX0" fmla="*/ 0 w 6099175"/>
              <a:gd name="connsiteY0" fmla="*/ 0 h 6858000"/>
              <a:gd name="connsiteX1" fmla="*/ 5860910 w 6099175"/>
              <a:gd name="connsiteY1" fmla="*/ 0 h 6858000"/>
              <a:gd name="connsiteX2" fmla="*/ 5855300 w 6099175"/>
              <a:gd name="connsiteY2" fmla="*/ 1150410 h 6858000"/>
              <a:gd name="connsiteX3" fmla="*/ 6099175 w 6099175"/>
              <a:gd name="connsiteY3" fmla="*/ 1144800 h 6858000"/>
              <a:gd name="connsiteX4" fmla="*/ 6099175 w 6099175"/>
              <a:gd name="connsiteY4" fmla="*/ 6541200 h 6858000"/>
              <a:gd name="connsiteX5" fmla="*/ 6094647 w 6099175"/>
              <a:gd name="connsiteY5" fmla="*/ 6858000 h 6858000"/>
              <a:gd name="connsiteX6" fmla="*/ 5776595 w 6099175"/>
              <a:gd name="connsiteY6" fmla="*/ 6858000 h 6858000"/>
              <a:gd name="connsiteX7" fmla="*/ 0 w 6099175"/>
              <a:gd name="connsiteY7" fmla="*/ 6858000 h 6858000"/>
              <a:gd name="connsiteX8" fmla="*/ 0 w 6099175"/>
              <a:gd name="connsiteY8" fmla="*/ 0 h 6858000"/>
              <a:gd name="connsiteX0" fmla="*/ 0 w 6104785"/>
              <a:gd name="connsiteY0" fmla="*/ 0 h 6858000"/>
              <a:gd name="connsiteX1" fmla="*/ 5860910 w 6104785"/>
              <a:gd name="connsiteY1" fmla="*/ 0 h 6858000"/>
              <a:gd name="connsiteX2" fmla="*/ 5855300 w 6104785"/>
              <a:gd name="connsiteY2" fmla="*/ 1150410 h 6858000"/>
              <a:gd name="connsiteX3" fmla="*/ 6104785 w 6104785"/>
              <a:gd name="connsiteY3" fmla="*/ 712845 h 6858000"/>
              <a:gd name="connsiteX4" fmla="*/ 6099175 w 6104785"/>
              <a:gd name="connsiteY4" fmla="*/ 6541200 h 6858000"/>
              <a:gd name="connsiteX5" fmla="*/ 6094647 w 6104785"/>
              <a:gd name="connsiteY5" fmla="*/ 6858000 h 6858000"/>
              <a:gd name="connsiteX6" fmla="*/ 5776595 w 6104785"/>
              <a:gd name="connsiteY6" fmla="*/ 6858000 h 6858000"/>
              <a:gd name="connsiteX7" fmla="*/ 0 w 6104785"/>
              <a:gd name="connsiteY7" fmla="*/ 6858000 h 6858000"/>
              <a:gd name="connsiteX8" fmla="*/ 0 w 6104785"/>
              <a:gd name="connsiteY8" fmla="*/ 0 h 6858000"/>
              <a:gd name="connsiteX0" fmla="*/ 0 w 6104785"/>
              <a:gd name="connsiteY0" fmla="*/ 0 h 6858000"/>
              <a:gd name="connsiteX1" fmla="*/ 5860910 w 6104785"/>
              <a:gd name="connsiteY1" fmla="*/ 0 h 6858000"/>
              <a:gd name="connsiteX2" fmla="*/ 5860909 w 6104785"/>
              <a:gd name="connsiteY2" fmla="*/ 718454 h 6858000"/>
              <a:gd name="connsiteX3" fmla="*/ 6104785 w 6104785"/>
              <a:gd name="connsiteY3" fmla="*/ 712845 h 6858000"/>
              <a:gd name="connsiteX4" fmla="*/ 6099175 w 6104785"/>
              <a:gd name="connsiteY4" fmla="*/ 6541200 h 6858000"/>
              <a:gd name="connsiteX5" fmla="*/ 6094647 w 6104785"/>
              <a:gd name="connsiteY5" fmla="*/ 6858000 h 6858000"/>
              <a:gd name="connsiteX6" fmla="*/ 5776595 w 6104785"/>
              <a:gd name="connsiteY6" fmla="*/ 6858000 h 6858000"/>
              <a:gd name="connsiteX7" fmla="*/ 0 w 6104785"/>
              <a:gd name="connsiteY7" fmla="*/ 6858000 h 6858000"/>
              <a:gd name="connsiteX8" fmla="*/ 0 w 6104785"/>
              <a:gd name="connsiteY8" fmla="*/ 0 h 6858000"/>
              <a:gd name="connsiteX0" fmla="*/ 0 w 6104785"/>
              <a:gd name="connsiteY0" fmla="*/ 0 h 6858000"/>
              <a:gd name="connsiteX1" fmla="*/ 5860910 w 6104785"/>
              <a:gd name="connsiteY1" fmla="*/ 0 h 6858000"/>
              <a:gd name="connsiteX2" fmla="*/ 5860909 w 6104785"/>
              <a:gd name="connsiteY2" fmla="*/ 718454 h 6858000"/>
              <a:gd name="connsiteX3" fmla="*/ 6104785 w 6104785"/>
              <a:gd name="connsiteY3" fmla="*/ 701625 h 6858000"/>
              <a:gd name="connsiteX4" fmla="*/ 6099175 w 6104785"/>
              <a:gd name="connsiteY4" fmla="*/ 6541200 h 6858000"/>
              <a:gd name="connsiteX5" fmla="*/ 6094647 w 6104785"/>
              <a:gd name="connsiteY5" fmla="*/ 6858000 h 6858000"/>
              <a:gd name="connsiteX6" fmla="*/ 5776595 w 6104785"/>
              <a:gd name="connsiteY6" fmla="*/ 6858000 h 6858000"/>
              <a:gd name="connsiteX7" fmla="*/ 0 w 6104785"/>
              <a:gd name="connsiteY7" fmla="*/ 6858000 h 6858000"/>
              <a:gd name="connsiteX8" fmla="*/ 0 w 6104785"/>
              <a:gd name="connsiteY8" fmla="*/ 0 h 6858000"/>
              <a:gd name="connsiteX0" fmla="*/ 0 w 6104785"/>
              <a:gd name="connsiteY0" fmla="*/ 0 h 6858000"/>
              <a:gd name="connsiteX1" fmla="*/ 5860910 w 6104785"/>
              <a:gd name="connsiteY1" fmla="*/ 0 h 6858000"/>
              <a:gd name="connsiteX2" fmla="*/ 5860909 w 6104785"/>
              <a:gd name="connsiteY2" fmla="*/ 701624 h 6858000"/>
              <a:gd name="connsiteX3" fmla="*/ 6104785 w 6104785"/>
              <a:gd name="connsiteY3" fmla="*/ 701625 h 6858000"/>
              <a:gd name="connsiteX4" fmla="*/ 6099175 w 6104785"/>
              <a:gd name="connsiteY4" fmla="*/ 6541200 h 6858000"/>
              <a:gd name="connsiteX5" fmla="*/ 6094647 w 6104785"/>
              <a:gd name="connsiteY5" fmla="*/ 6858000 h 6858000"/>
              <a:gd name="connsiteX6" fmla="*/ 5776595 w 6104785"/>
              <a:gd name="connsiteY6" fmla="*/ 6858000 h 6858000"/>
              <a:gd name="connsiteX7" fmla="*/ 0 w 6104785"/>
              <a:gd name="connsiteY7" fmla="*/ 6858000 h 6858000"/>
              <a:gd name="connsiteX8" fmla="*/ 0 w 6104785"/>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04785" h="6858000">
                <a:moveTo>
                  <a:pt x="0" y="0"/>
                </a:moveTo>
                <a:lnTo>
                  <a:pt x="5860910" y="0"/>
                </a:lnTo>
                <a:cubicBezTo>
                  <a:pt x="5860910" y="239485"/>
                  <a:pt x="5860909" y="462139"/>
                  <a:pt x="5860909" y="701624"/>
                </a:cubicBezTo>
                <a:lnTo>
                  <a:pt x="6104785" y="701625"/>
                </a:lnTo>
                <a:lnTo>
                  <a:pt x="6099175" y="6541200"/>
                </a:lnTo>
                <a:cubicBezTo>
                  <a:pt x="6097666" y="6646800"/>
                  <a:pt x="6096156" y="6752400"/>
                  <a:pt x="6094647" y="6858000"/>
                </a:cubicBezTo>
                <a:lnTo>
                  <a:pt x="5776595" y="6858000"/>
                </a:lnTo>
                <a:lnTo>
                  <a:pt x="0" y="6858000"/>
                </a:lnTo>
                <a:lnTo>
                  <a:pt x="0" y="0"/>
                </a:lnTo>
                <a:close/>
              </a:path>
            </a:pathLst>
          </a:custGeom>
          <a:solidFill>
            <a:schemeClr val="bg1">
              <a:lumMod val="85000"/>
            </a:schemeClr>
          </a:solidFill>
        </p:spPr>
        <p:txBody>
          <a:bodyPr wrap="square" lIns="612000" anchor="ctr" anchorCtr="0">
            <a:noAutofit/>
          </a:bodyPr>
          <a:lstStyle/>
          <a:p>
            <a:r>
              <a:rPr lang="nl-NL"/>
              <a:t>Klik op het pictogram als u een afbeelding wilt toevoegen</a:t>
            </a:r>
          </a:p>
        </p:txBody>
      </p:sp>
      <p:pic>
        <p:nvPicPr>
          <p:cNvPr id="10" name="Afbeelding 9" descr="RO_vervolgpagina_Logo_2_RGB_pos__aangepast.png"/>
          <p:cNvPicPr>
            <a:picLocks noChangeAspect="1"/>
          </p:cNvPicPr>
          <p:nvPr userDrawn="1"/>
        </p:nvPicPr>
        <p:blipFill>
          <a:blip r:embed="rId2" cstate="print"/>
          <a:stretch>
            <a:fillRect/>
          </a:stretch>
        </p:blipFill>
        <p:spPr>
          <a:xfrm>
            <a:off x="0" y="0"/>
            <a:ext cx="12192000" cy="1057656"/>
          </a:xfrm>
          <a:prstGeom prst="rect">
            <a:avLst/>
          </a:prstGeom>
        </p:spPr>
      </p:pic>
      <p:sp>
        <p:nvSpPr>
          <p:cNvPr id="13" name="Tijdelijke aanduiding voor voettekst 4"/>
          <p:cNvSpPr txBox="1">
            <a:spLocks/>
          </p:cNvSpPr>
          <p:nvPr userDrawn="1"/>
        </p:nvSpPr>
        <p:spPr>
          <a:xfrm>
            <a:off x="633600" y="6220800"/>
            <a:ext cx="5003800" cy="322075"/>
          </a:xfrm>
          <a:prstGeom prst="rect">
            <a:avLst/>
          </a:prstGeom>
        </p:spPr>
        <p:txBody>
          <a:bodyPr vert="horz" lIns="91440" tIns="45720" rIns="91440" bIns="45720" rtlCol="0" anchor="b" anchorCtr="0"/>
          <a:lstStyle>
            <a:lvl1pPr algn="l">
              <a:defRPr sz="1050">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B6AAF2B-AF0B-4194-B5A9-FCA7BFB44B8C}" type="datetime4">
              <a:rPr kumimoji="0" lang="nl-NL" sz="1050" b="0" i="0" u="none" strike="noStrike" kern="1200" cap="none" spc="0" normalizeH="0" baseline="0" noProof="0" smtClean="0">
                <a:ln>
                  <a:noFill/>
                </a:ln>
                <a:solidFill>
                  <a:schemeClr val="bg1"/>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 september 2026</a:t>
            </a:fld>
            <a:r>
              <a:rPr kumimoji="0" lang="en-US" sz="1050" b="0" i="0" u="none" strike="noStrike" kern="1200" cap="none" spc="0" normalizeH="0" baseline="0" noProof="0">
                <a:ln>
                  <a:noFill/>
                </a:ln>
                <a:solidFill>
                  <a:schemeClr val="bg1"/>
                </a:solidFill>
                <a:effectLst/>
                <a:uLnTx/>
                <a:uFillTx/>
                <a:latin typeface="+mn-lt"/>
                <a:ea typeface="+mn-ea"/>
                <a:cs typeface="+mn-cs"/>
              </a:rPr>
              <a:t> | </a:t>
            </a:r>
            <a:r>
              <a:rPr kumimoji="0" lang="en-US" sz="1050" b="0" i="0" u="none" strike="noStrike" kern="1200" cap="none" spc="0" normalizeH="0" baseline="0" noProof="0" err="1">
                <a:ln>
                  <a:noFill/>
                </a:ln>
                <a:solidFill>
                  <a:schemeClr val="bg1"/>
                </a:solidFill>
                <a:effectLst/>
                <a:uLnTx/>
                <a:uFillTx/>
                <a:latin typeface="+mn-lt"/>
                <a:ea typeface="+mn-ea"/>
                <a:cs typeface="+mn-cs"/>
              </a:rPr>
              <a:t>Voettekst</a:t>
            </a:r>
            <a:endParaRPr kumimoji="0" lang="nl-NL" sz="1050" b="0" i="0" u="none" strike="noStrike" kern="1200" cap="none" spc="0" normalizeH="0" baseline="0" noProof="0">
              <a:ln>
                <a:noFill/>
              </a:ln>
              <a:solidFill>
                <a:schemeClr val="bg1"/>
              </a:solidFill>
              <a:effectLst/>
              <a:uLnTx/>
              <a:uFillTx/>
              <a:latin typeface="+mn-lt"/>
              <a:ea typeface="+mn-ea"/>
              <a:cs typeface="+mn-cs"/>
            </a:endParaRPr>
          </a:p>
        </p:txBody>
      </p:sp>
    </p:spTree>
    <p:extLst>
      <p:ext uri="{BB962C8B-B14F-4D97-AF65-F5344CB8AC3E}">
        <p14:creationId xmlns:p14="http://schemas.microsoft.com/office/powerpoint/2010/main" val="153694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ekop">
    <p:spTree>
      <p:nvGrpSpPr>
        <p:cNvPr id="1" name=""/>
        <p:cNvGrpSpPr/>
        <p:nvPr/>
      </p:nvGrpSpPr>
      <p:grpSpPr>
        <a:xfrm>
          <a:off x="0" y="0"/>
          <a:ext cx="0" cy="0"/>
          <a:chOff x="0" y="0"/>
          <a:chExt cx="0" cy="0"/>
        </a:xfrm>
      </p:grpSpPr>
      <p:sp>
        <p:nvSpPr>
          <p:cNvPr id="7" name="Rechthoek 6"/>
          <p:cNvSpPr/>
          <p:nvPr userDrawn="1"/>
        </p:nvSpPr>
        <p:spPr>
          <a:xfrm>
            <a:off x="0" y="0"/>
            <a:ext cx="6096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p:cNvSpPr>
            <a:spLocks noGrp="1"/>
          </p:cNvSpPr>
          <p:nvPr>
            <p:ph type="title"/>
          </p:nvPr>
        </p:nvSpPr>
        <p:spPr>
          <a:xfrm>
            <a:off x="634999" y="2636837"/>
            <a:ext cx="5003801" cy="1584325"/>
          </a:xfrm>
        </p:spPr>
        <p:txBody>
          <a:bodyPr anchor="t">
            <a:normAutofit/>
          </a:bodyPr>
          <a:lstStyle>
            <a:lvl1pPr algn="r">
              <a:defRPr sz="3600">
                <a:solidFill>
                  <a:schemeClr val="bg1"/>
                </a:solidFill>
              </a:defRPr>
            </a:lvl1pPr>
          </a:lstStyle>
          <a:p>
            <a:r>
              <a:rPr lang="nl-NL"/>
              <a:t>Klik om stijl te bewerken</a:t>
            </a:r>
          </a:p>
        </p:txBody>
      </p:sp>
      <p:sp>
        <p:nvSpPr>
          <p:cNvPr id="3" name="Tijdelijke aanduiding voor tekst 2"/>
          <p:cNvSpPr>
            <a:spLocks noGrp="1"/>
          </p:cNvSpPr>
          <p:nvPr>
            <p:ph type="body" idx="1"/>
          </p:nvPr>
        </p:nvSpPr>
        <p:spPr>
          <a:xfrm>
            <a:off x="634999" y="4221162"/>
            <a:ext cx="5003801" cy="2000251"/>
          </a:xfrm>
        </p:spPr>
        <p:txBody>
          <a:bodyPr tIns="90000" rIns="100800"/>
          <a:lstStyle>
            <a:lvl1pPr marL="0" indent="0" algn="r">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Klikken om de tekststijl van het model te bewerken</a:t>
            </a:r>
          </a:p>
        </p:txBody>
      </p:sp>
      <p:sp>
        <p:nvSpPr>
          <p:cNvPr id="9" name="Tijdelijke aanduiding voor tekst 8"/>
          <p:cNvSpPr>
            <a:spLocks noGrp="1"/>
          </p:cNvSpPr>
          <p:nvPr>
            <p:ph type="body" sz="quarter" idx="13" hasCustomPrompt="1"/>
          </p:nvPr>
        </p:nvSpPr>
        <p:spPr>
          <a:xfrm>
            <a:off x="634999" y="1171575"/>
            <a:ext cx="5003801" cy="1463674"/>
          </a:xfrm>
        </p:spPr>
        <p:txBody>
          <a:bodyPr rIns="0" anchor="b" anchorCtr="0">
            <a:normAutofit/>
          </a:bodyPr>
          <a:lstStyle>
            <a:lvl1pPr marL="0" indent="0" algn="r">
              <a:buNone/>
              <a:defRPr sz="9600" b="1" i="0">
                <a:solidFill>
                  <a:schemeClr val="bg1"/>
                </a:solidFill>
              </a:defRPr>
            </a:lvl1pPr>
            <a:lvl2pPr marL="313200" indent="0" algn="r">
              <a:buNone/>
              <a:defRPr/>
            </a:lvl2pPr>
            <a:lvl3pPr marL="630000" indent="0" algn="r">
              <a:buNone/>
              <a:defRPr/>
            </a:lvl3pPr>
            <a:lvl4pPr marL="943200" indent="0" algn="r">
              <a:buNone/>
              <a:defRPr/>
            </a:lvl4pPr>
            <a:lvl5pPr marL="1260000" indent="0" algn="r">
              <a:buNone/>
              <a:defRPr/>
            </a:lvl5pPr>
          </a:lstStyle>
          <a:p>
            <a:pPr lvl="0"/>
            <a:r>
              <a:rPr lang="nl-NL"/>
              <a:t>#</a:t>
            </a:r>
          </a:p>
        </p:txBody>
      </p:sp>
      <p:sp>
        <p:nvSpPr>
          <p:cNvPr id="13" name="Tijdelijke aanduiding voor dianummer 12"/>
          <p:cNvSpPr>
            <a:spLocks noGrp="1"/>
          </p:cNvSpPr>
          <p:nvPr>
            <p:ph type="sldNum" sz="quarter" idx="16"/>
          </p:nvPr>
        </p:nvSpPr>
        <p:spPr/>
        <p:txBody>
          <a:bodyPr/>
          <a:lstStyle/>
          <a:p>
            <a:fld id="{10A0A6AF-03C5-477E-939A-E28F7E7F05EA}" type="slidenum">
              <a:rPr lang="nl-NL" smtClean="0"/>
              <a:pPr/>
              <a:t>‹nr.›</a:t>
            </a:fld>
            <a:endParaRPr lang="nl-NL"/>
          </a:p>
        </p:txBody>
      </p:sp>
      <p:sp>
        <p:nvSpPr>
          <p:cNvPr id="15"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solidFill>
              </a:defRPr>
            </a:lvl1pPr>
          </a:lstStyle>
          <a:p>
            <a:fld id="{BC202EE1-32A0-4EA9-A629-9F30F6C31AA8}" type="datetime4">
              <a:rPr lang="nl-NL" smtClean="0"/>
              <a:pPr/>
              <a:t>25 september 2026</a:t>
            </a:fld>
            <a:r>
              <a:rPr lang="en-US"/>
              <a:t> | </a:t>
            </a:r>
            <a:r>
              <a:rPr lang="en-US" err="1"/>
              <a:t>Voettekst</a:t>
            </a:r>
            <a:endParaRPr lang="nl-NL"/>
          </a:p>
        </p:txBody>
      </p:sp>
      <p:pic>
        <p:nvPicPr>
          <p:cNvPr id="11" name="Afbeelding 10" descr="RO_vervolgpagina_Logo_2_RGB_pos__aangepast.png"/>
          <p:cNvPicPr>
            <a:picLocks noChangeAspect="1"/>
          </p:cNvPicPr>
          <p:nvPr userDrawn="1"/>
        </p:nvPicPr>
        <p:blipFill>
          <a:blip r:embed="rId2" cstate="print"/>
          <a:stretch>
            <a:fillRect/>
          </a:stretch>
        </p:blipFill>
        <p:spPr>
          <a:xfrm>
            <a:off x="0" y="0"/>
            <a:ext cx="12192000" cy="1057656"/>
          </a:xfrm>
          <a:prstGeom prst="rect">
            <a:avLst/>
          </a:prstGeom>
        </p:spPr>
      </p:pic>
    </p:spTree>
    <p:extLst>
      <p:ext uri="{BB962C8B-B14F-4D97-AF65-F5344CB8AC3E}">
        <p14:creationId xmlns:p14="http://schemas.microsoft.com/office/powerpoint/2010/main" val="2005688301"/>
      </p:ext>
    </p:extLst>
  </p:cSld>
  <p:clrMapOvr>
    <a:masterClrMapping/>
  </p:clrMapOvr>
  <p:extLst>
    <p:ext uri="{DCECCB84-F9BA-43D5-87BE-67443E8EF086}">
      <p15:sldGuideLst xmlns:p15="http://schemas.microsoft.com/office/powerpoint/2012/main">
        <p15:guide id="1" orient="horz" pos="1661" userDrawn="1">
          <p15:clr>
            <a:srgbClr val="FBAE40"/>
          </p15:clr>
        </p15:guide>
        <p15:guide id="2" orient="horz" pos="2659"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ee objecten">
    <p:spTree>
      <p:nvGrpSpPr>
        <p:cNvPr id="1" name=""/>
        <p:cNvGrpSpPr/>
        <p:nvPr/>
      </p:nvGrpSpPr>
      <p:grpSpPr>
        <a:xfrm>
          <a:off x="0" y="0"/>
          <a:ext cx="0" cy="0"/>
          <a:chOff x="0" y="0"/>
          <a:chExt cx="0" cy="0"/>
        </a:xfrm>
      </p:grpSpPr>
      <p:sp>
        <p:nvSpPr>
          <p:cNvPr id="3" name="Tijdelijke aanduiding voor inhoud 2"/>
          <p:cNvSpPr>
            <a:spLocks noGrp="1"/>
          </p:cNvSpPr>
          <p:nvPr>
            <p:ph sz="half" idx="1" hasCustomPrompt="1"/>
          </p:nvPr>
        </p:nvSpPr>
        <p:spPr>
          <a:xfrm>
            <a:off x="635000" y="2276475"/>
            <a:ext cx="5226050" cy="3944938"/>
          </a:xfrm>
        </p:spPr>
        <p:txBody>
          <a:bodyPr/>
          <a:lstStyle>
            <a:lvl1pPr>
              <a:defRPr baseline="0"/>
            </a:lvl1pPr>
          </a:lstStyle>
          <a:p>
            <a:pPr lvl="0"/>
            <a:r>
              <a:rPr lang="nl-NL"/>
              <a:t>Klik om tekst of beeld toe te voegen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p:cNvSpPr>
            <a:spLocks noGrp="1"/>
          </p:cNvSpPr>
          <p:nvPr>
            <p:ph sz="half" idx="2" hasCustomPrompt="1"/>
          </p:nvPr>
        </p:nvSpPr>
        <p:spPr>
          <a:xfrm>
            <a:off x="6553199" y="2276475"/>
            <a:ext cx="5004000" cy="3944938"/>
          </a:xfrm>
        </p:spPr>
        <p:txBody>
          <a:bodyPr/>
          <a:lstStyle/>
          <a:p>
            <a:pPr lvl="0"/>
            <a:r>
              <a:rPr lang="nl-NL"/>
              <a:t>Klik om tekst of beeld toe te voegen</a:t>
            </a:r>
          </a:p>
          <a:p>
            <a:pPr lvl="1"/>
            <a:r>
              <a:rPr lang="nl-NL"/>
              <a:t>Tweede niveau</a:t>
            </a:r>
          </a:p>
          <a:p>
            <a:pPr lvl="2"/>
            <a:r>
              <a:rPr lang="nl-NL"/>
              <a:t>Derde niveau</a:t>
            </a:r>
          </a:p>
          <a:p>
            <a:pPr lvl="3"/>
            <a:r>
              <a:rPr lang="nl-NL"/>
              <a:t>Vierde niveau</a:t>
            </a:r>
          </a:p>
          <a:p>
            <a:pPr lvl="4"/>
            <a:r>
              <a:rPr lang="nl-NL"/>
              <a:t>Vijfde niveau</a:t>
            </a:r>
          </a:p>
        </p:txBody>
      </p:sp>
      <p:sp>
        <p:nvSpPr>
          <p:cNvPr id="2" name="Titel 1"/>
          <p:cNvSpPr>
            <a:spLocks noGrp="1"/>
          </p:cNvSpPr>
          <p:nvPr>
            <p:ph type="title"/>
          </p:nvPr>
        </p:nvSpPr>
        <p:spPr/>
        <p:txBody>
          <a:bodyPr/>
          <a:lstStyle/>
          <a:p>
            <a:r>
              <a:rPr lang="nl-NL"/>
              <a:t>Klik om stijl te bewerken</a:t>
            </a:r>
          </a:p>
        </p:txBody>
      </p:sp>
      <p:sp>
        <p:nvSpPr>
          <p:cNvPr id="16" name="Tijdelijke aanduiding voor dianummer 15"/>
          <p:cNvSpPr>
            <a:spLocks noGrp="1"/>
          </p:cNvSpPr>
          <p:nvPr>
            <p:ph type="sldNum" sz="quarter" idx="12"/>
          </p:nvPr>
        </p:nvSpPr>
        <p:spPr/>
        <p:txBody>
          <a:bodyPr/>
          <a:lstStyle/>
          <a:p>
            <a:fld id="{10A0A6AF-03C5-477E-939A-E28F7E7F05EA}" type="slidenum">
              <a:rPr lang="nl-NL" smtClean="0"/>
              <a:pPr/>
              <a:t>‹nr.›</a:t>
            </a:fld>
            <a:endParaRPr lang="nl-NL"/>
          </a:p>
        </p:txBody>
      </p:sp>
      <p:sp>
        <p:nvSpPr>
          <p:cNvPr id="9"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DBA5E0FA-9490-48F2-980B-B1A0CFFB9C0F}" type="datetime4">
              <a:rPr lang="nl-NL" smtClean="0"/>
              <a:pPr/>
              <a:t>25 september 2026</a:t>
            </a:fld>
            <a:r>
              <a:rPr lang="en-US"/>
              <a:t> | </a:t>
            </a:r>
            <a:r>
              <a:rPr lang="en-US" err="1"/>
              <a:t>Voettekst</a:t>
            </a:r>
            <a:endParaRPr lang="nl-NL"/>
          </a:p>
        </p:txBody>
      </p:sp>
    </p:spTree>
    <p:extLst>
      <p:ext uri="{BB962C8B-B14F-4D97-AF65-F5344CB8AC3E}">
        <p14:creationId xmlns:p14="http://schemas.microsoft.com/office/powerpoint/2010/main" val="138001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Vergelijking">
    <p:spTree>
      <p:nvGrpSpPr>
        <p:cNvPr id="1" name=""/>
        <p:cNvGrpSpPr/>
        <p:nvPr/>
      </p:nvGrpSpPr>
      <p:grpSpPr>
        <a:xfrm>
          <a:off x="0" y="0"/>
          <a:ext cx="0" cy="0"/>
          <a:chOff x="0" y="0"/>
          <a:chExt cx="0" cy="0"/>
        </a:xfrm>
      </p:grpSpPr>
      <p:sp>
        <p:nvSpPr>
          <p:cNvPr id="3" name="Tijdelijke aanduiding voor tekst 2"/>
          <p:cNvSpPr>
            <a:spLocks noGrp="1"/>
          </p:cNvSpPr>
          <p:nvPr>
            <p:ph type="body" idx="1"/>
          </p:nvPr>
        </p:nvSpPr>
        <p:spPr>
          <a:xfrm>
            <a:off x="635001" y="2306037"/>
            <a:ext cx="5004000" cy="648000"/>
          </a:xfrm>
          <a:noFill/>
        </p:spPr>
        <p:txBody>
          <a:bodyPr lIns="180000" tIns="180000" rIns="180000" bIns="72000" anchor="b">
            <a:noAutofit/>
          </a:bodyPr>
          <a:lstStyle>
            <a:lvl1pPr marL="0" indent="0">
              <a:buNone/>
              <a:defRPr sz="1800" b="1"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p:cNvSpPr>
            <a:spLocks noGrp="1"/>
          </p:cNvSpPr>
          <p:nvPr>
            <p:ph sz="half" idx="2" hasCustomPrompt="1"/>
          </p:nvPr>
        </p:nvSpPr>
        <p:spPr>
          <a:xfrm>
            <a:off x="635001" y="2953738"/>
            <a:ext cx="5004000" cy="3267676"/>
          </a:xfrm>
          <a:noFill/>
        </p:spPr>
        <p:txBody>
          <a:bodyPr lIns="180000" tIns="180000" rIns="180000" bIns="72000"/>
          <a:lstStyle/>
          <a:p>
            <a:pPr lvl="0"/>
            <a:r>
              <a:rPr lang="nl-NL"/>
              <a:t>Klik om tekst of beeld toe te voegen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p:cNvSpPr>
            <a:spLocks noGrp="1"/>
          </p:cNvSpPr>
          <p:nvPr>
            <p:ph type="body" sz="quarter" idx="3"/>
          </p:nvPr>
        </p:nvSpPr>
        <p:spPr>
          <a:xfrm>
            <a:off x="6553200" y="2306037"/>
            <a:ext cx="5004000" cy="647228"/>
          </a:xfrm>
          <a:noFill/>
        </p:spPr>
        <p:txBody>
          <a:bodyPr lIns="180000" tIns="180000" rIns="180000" bIns="72000" anchor="b">
            <a:noAutofit/>
          </a:bodyPr>
          <a:lstStyle>
            <a:lvl1pPr marL="0" indent="0">
              <a:buNone/>
              <a:defRPr sz="1800" b="1"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p:cNvSpPr>
            <a:spLocks noGrp="1"/>
          </p:cNvSpPr>
          <p:nvPr>
            <p:ph sz="quarter" idx="4" hasCustomPrompt="1"/>
          </p:nvPr>
        </p:nvSpPr>
        <p:spPr>
          <a:xfrm>
            <a:off x="6553200" y="2953738"/>
            <a:ext cx="5005388" cy="3267676"/>
          </a:xfrm>
          <a:noFill/>
        </p:spPr>
        <p:txBody>
          <a:bodyPr lIns="180000" tIns="180000" rIns="180000" bIns="72000"/>
          <a:lstStyle/>
          <a:p>
            <a:pPr lvl="0"/>
            <a:r>
              <a:rPr lang="nl-NL"/>
              <a:t>Klik om tekst of beeld toe te voegen</a:t>
            </a:r>
          </a:p>
          <a:p>
            <a:pPr lvl="1"/>
            <a:r>
              <a:rPr lang="nl-NL"/>
              <a:t>Tweede niveau</a:t>
            </a:r>
          </a:p>
          <a:p>
            <a:pPr lvl="2"/>
            <a:r>
              <a:rPr lang="nl-NL"/>
              <a:t>Derde niveau</a:t>
            </a:r>
          </a:p>
          <a:p>
            <a:pPr lvl="3"/>
            <a:r>
              <a:rPr lang="nl-NL"/>
              <a:t>Vierde niveau</a:t>
            </a:r>
          </a:p>
          <a:p>
            <a:pPr lvl="4"/>
            <a:r>
              <a:rPr lang="nl-NL"/>
              <a:t>Vijfde niveau</a:t>
            </a:r>
          </a:p>
        </p:txBody>
      </p:sp>
      <p:sp>
        <p:nvSpPr>
          <p:cNvPr id="10" name="Titel 9"/>
          <p:cNvSpPr>
            <a:spLocks noGrp="1"/>
          </p:cNvSpPr>
          <p:nvPr>
            <p:ph type="title"/>
          </p:nvPr>
        </p:nvSpPr>
        <p:spPr/>
        <p:txBody>
          <a:bodyPr/>
          <a:lstStyle/>
          <a:p>
            <a:r>
              <a:rPr lang="nl-NL"/>
              <a:t>Klik om stijl te bewerken</a:t>
            </a:r>
          </a:p>
        </p:txBody>
      </p:sp>
      <p:sp>
        <p:nvSpPr>
          <p:cNvPr id="18" name="Tijdelijke aanduiding voor dianummer 17"/>
          <p:cNvSpPr>
            <a:spLocks noGrp="1"/>
          </p:cNvSpPr>
          <p:nvPr>
            <p:ph type="sldNum" sz="quarter" idx="12"/>
          </p:nvPr>
        </p:nvSpPr>
        <p:spPr/>
        <p:txBody>
          <a:bodyPr/>
          <a:lstStyle/>
          <a:p>
            <a:fld id="{10A0A6AF-03C5-477E-939A-E28F7E7F05EA}" type="slidenum">
              <a:rPr lang="nl-NL" smtClean="0"/>
              <a:pPr/>
              <a:t>‹nr.›</a:t>
            </a:fld>
            <a:endParaRPr lang="nl-NL"/>
          </a:p>
        </p:txBody>
      </p:sp>
      <p:sp>
        <p:nvSpPr>
          <p:cNvPr id="11" name="Tijdelijke aanduiding voor voettekst 4"/>
          <p:cNvSpPr>
            <a:spLocks noGrp="1"/>
          </p:cNvSpPr>
          <p:nvPr>
            <p:ph type="ftr" sz="quarter" idx="1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ADCA06F1-BCC8-460B-97C9-DC7CFF7F4338}" type="datetime4">
              <a:rPr lang="nl-NL" smtClean="0"/>
              <a:pPr/>
              <a:t>25 september 2026</a:t>
            </a:fld>
            <a:r>
              <a:rPr lang="en-US"/>
              <a:t> | </a:t>
            </a:r>
            <a:r>
              <a:rPr lang="en-US" err="1"/>
              <a:t>Voettekst</a:t>
            </a:r>
            <a:endParaRPr lang="nl-NL"/>
          </a:p>
        </p:txBody>
      </p:sp>
    </p:spTree>
    <p:extLst>
      <p:ext uri="{BB962C8B-B14F-4D97-AF65-F5344CB8AC3E}">
        <p14:creationId xmlns:p14="http://schemas.microsoft.com/office/powerpoint/2010/main" val="1190576183"/>
      </p:ext>
    </p:extLst>
  </p:cSld>
  <p:clrMapOvr>
    <a:masterClrMapping/>
  </p:clrMapOvr>
  <p:extLst>
    <p:ext uri="{DCECCB84-F9BA-43D5-87BE-67443E8EF086}">
      <p15:sldGuideLst xmlns:p15="http://schemas.microsoft.com/office/powerpoint/2012/main">
        <p15:guide id="1" pos="3988" userDrawn="1">
          <p15:clr>
            <a:srgbClr val="FBAE40"/>
          </p15:clr>
        </p15:guide>
        <p15:guide id="2" pos="3693" userDrawn="1">
          <p15:clr>
            <a:srgbClr val="FBAE40"/>
          </p15:clr>
        </p15:guide>
        <p15:guide id="3" orient="horz" pos="166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el en object">
    <p:spTree>
      <p:nvGrpSpPr>
        <p:cNvPr id="1" name=""/>
        <p:cNvGrpSpPr/>
        <p:nvPr/>
      </p:nvGrpSpPr>
      <p:grpSpPr>
        <a:xfrm>
          <a:off x="0" y="0"/>
          <a:ext cx="0" cy="0"/>
          <a:chOff x="0" y="0"/>
          <a:chExt cx="0" cy="0"/>
        </a:xfrm>
      </p:grpSpPr>
      <p:sp>
        <p:nvSpPr>
          <p:cNvPr id="3" name="Tijdelijke aanduiding voor inhoud 2"/>
          <p:cNvSpPr>
            <a:spLocks noGrp="1"/>
          </p:cNvSpPr>
          <p:nvPr>
            <p:ph idx="1" hasCustomPrompt="1"/>
          </p:nvPr>
        </p:nvSpPr>
        <p:spPr/>
        <p:txBody>
          <a:bodyPr numCol="2" spcCol="468000"/>
          <a:lstStyle/>
          <a:p>
            <a:pPr lvl="0"/>
            <a:r>
              <a:rPr lang="nl-NL"/>
              <a:t>Klik om tekst of beeld toe te voegen</a:t>
            </a:r>
          </a:p>
          <a:p>
            <a:pPr lvl="1"/>
            <a:r>
              <a:rPr lang="nl-NL"/>
              <a:t>Tweede niveau</a:t>
            </a:r>
          </a:p>
          <a:p>
            <a:pPr lvl="2"/>
            <a:r>
              <a:rPr lang="nl-NL"/>
              <a:t>Derde niveau</a:t>
            </a:r>
          </a:p>
          <a:p>
            <a:pPr lvl="3"/>
            <a:r>
              <a:rPr lang="nl-NL"/>
              <a:t>Vierde niveau</a:t>
            </a:r>
          </a:p>
          <a:p>
            <a:pPr lvl="4"/>
            <a:r>
              <a:rPr lang="nl-NL"/>
              <a:t>Vijfde niveau</a:t>
            </a:r>
          </a:p>
        </p:txBody>
      </p:sp>
      <p:sp>
        <p:nvSpPr>
          <p:cNvPr id="2" name="Titel 1"/>
          <p:cNvSpPr>
            <a:spLocks noGrp="1"/>
          </p:cNvSpPr>
          <p:nvPr>
            <p:ph type="title"/>
          </p:nvPr>
        </p:nvSpPr>
        <p:spPr/>
        <p:txBody>
          <a:bodyPr/>
          <a:lstStyle/>
          <a:p>
            <a:r>
              <a:rPr lang="nl-NL"/>
              <a:t>Klik om stijl te bewerken</a:t>
            </a:r>
          </a:p>
        </p:txBody>
      </p:sp>
      <p:sp>
        <p:nvSpPr>
          <p:cNvPr id="15" name="Tijdelijke aanduiding voor dianummer 14"/>
          <p:cNvSpPr>
            <a:spLocks noGrp="1"/>
          </p:cNvSpPr>
          <p:nvPr>
            <p:ph type="sldNum" sz="quarter" idx="12"/>
          </p:nvPr>
        </p:nvSpPr>
        <p:spPr/>
        <p:txBody>
          <a:bodyPr/>
          <a:lstStyle/>
          <a:p>
            <a:fld id="{10A0A6AF-03C5-477E-939A-E28F7E7F05EA}" type="slidenum">
              <a:rPr lang="nl-NL" smtClean="0"/>
              <a:pPr/>
              <a:t>‹nr.›</a:t>
            </a:fld>
            <a:endParaRPr lang="nl-NL"/>
          </a:p>
        </p:txBody>
      </p:sp>
      <p:sp>
        <p:nvSpPr>
          <p:cNvPr id="7"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87D34612-DF11-4FD6-9B67-AF4303590F80}" type="datetime4">
              <a:rPr lang="nl-NL" smtClean="0"/>
              <a:pPr/>
              <a:t>25 september 2026</a:t>
            </a:fld>
            <a:r>
              <a:rPr lang="en-US"/>
              <a:t> | </a:t>
            </a:r>
            <a:r>
              <a:rPr lang="en-US" err="1"/>
              <a:t>Voettekst</a:t>
            </a:r>
            <a:endParaRPr lang="nl-NL"/>
          </a:p>
        </p:txBody>
      </p:sp>
    </p:spTree>
    <p:extLst>
      <p:ext uri="{BB962C8B-B14F-4D97-AF65-F5344CB8AC3E}">
        <p14:creationId xmlns:p14="http://schemas.microsoft.com/office/powerpoint/2010/main" val="14129216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stijl te bewerken</a:t>
            </a:r>
          </a:p>
        </p:txBody>
      </p:sp>
      <p:sp>
        <p:nvSpPr>
          <p:cNvPr id="14" name="Tijdelijke aanduiding voor dianummer 13"/>
          <p:cNvSpPr>
            <a:spLocks noGrp="1"/>
          </p:cNvSpPr>
          <p:nvPr>
            <p:ph type="sldNum" sz="quarter" idx="12"/>
          </p:nvPr>
        </p:nvSpPr>
        <p:spPr/>
        <p:txBody>
          <a:bodyPr/>
          <a:lstStyle/>
          <a:p>
            <a:fld id="{10A0A6AF-03C5-477E-939A-E28F7E7F05EA}" type="slidenum">
              <a:rPr lang="nl-NL" smtClean="0"/>
              <a:pPr/>
              <a:t>‹nr.›</a:t>
            </a:fld>
            <a:endParaRPr lang="nl-NL"/>
          </a:p>
        </p:txBody>
      </p:sp>
      <p:sp>
        <p:nvSpPr>
          <p:cNvPr id="6"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0ECE85CF-19E5-4525-8D6E-7AD4439B65C3}" type="datetime4">
              <a:rPr lang="nl-NL" smtClean="0"/>
              <a:pPr/>
              <a:t>25 september 2026</a:t>
            </a:fld>
            <a:r>
              <a:rPr lang="en-US"/>
              <a:t> | </a:t>
            </a:r>
            <a:r>
              <a:rPr lang="en-US" err="1"/>
              <a:t>Voettekst</a:t>
            </a:r>
            <a:endParaRPr lang="nl-NL"/>
          </a:p>
        </p:txBody>
      </p:sp>
    </p:spTree>
    <p:extLst>
      <p:ext uri="{BB962C8B-B14F-4D97-AF65-F5344CB8AC3E}">
        <p14:creationId xmlns:p14="http://schemas.microsoft.com/office/powerpoint/2010/main" val="42790423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13" name="Tijdelijke aanduiding voor dianummer 12"/>
          <p:cNvSpPr>
            <a:spLocks noGrp="1"/>
          </p:cNvSpPr>
          <p:nvPr>
            <p:ph type="sldNum" sz="quarter" idx="12"/>
          </p:nvPr>
        </p:nvSpPr>
        <p:spPr/>
        <p:txBody>
          <a:bodyPr/>
          <a:lstStyle/>
          <a:p>
            <a:fld id="{10A0A6AF-03C5-477E-939A-E28F7E7F05EA}" type="slidenum">
              <a:rPr lang="nl-NL" smtClean="0"/>
              <a:pPr/>
              <a:t>‹nr.›</a:t>
            </a:fld>
            <a:endParaRPr lang="nl-NL"/>
          </a:p>
        </p:txBody>
      </p:sp>
      <p:sp>
        <p:nvSpPr>
          <p:cNvPr id="5"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458134B6-6043-4083-AC6F-A57D6D2A9B0B}" type="datetime4">
              <a:rPr lang="nl-NL" smtClean="0"/>
              <a:pPr/>
              <a:t>25 september 2026</a:t>
            </a:fld>
            <a:r>
              <a:rPr lang="en-US"/>
              <a:t> | </a:t>
            </a:r>
            <a:r>
              <a:rPr lang="en-US" err="1"/>
              <a:t>Voettekst</a:t>
            </a:r>
            <a:endParaRPr lang="nl-NL"/>
          </a:p>
        </p:txBody>
      </p:sp>
    </p:spTree>
    <p:extLst>
      <p:ext uri="{BB962C8B-B14F-4D97-AF65-F5344CB8AC3E}">
        <p14:creationId xmlns:p14="http://schemas.microsoft.com/office/powerpoint/2010/main" val="19085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houd met bijschrift">
    <p:spTree>
      <p:nvGrpSpPr>
        <p:cNvPr id="1" name=""/>
        <p:cNvGrpSpPr/>
        <p:nvPr/>
      </p:nvGrpSpPr>
      <p:grpSpPr>
        <a:xfrm>
          <a:off x="0" y="0"/>
          <a:ext cx="0" cy="0"/>
          <a:chOff x="0" y="0"/>
          <a:chExt cx="0" cy="0"/>
        </a:xfrm>
      </p:grpSpPr>
      <p:sp>
        <p:nvSpPr>
          <p:cNvPr id="4" name="Tijdelijke aanduiding voor tekst 3"/>
          <p:cNvSpPr>
            <a:spLocks noGrp="1"/>
          </p:cNvSpPr>
          <p:nvPr>
            <p:ph type="body" sz="half" idx="2"/>
          </p:nvPr>
        </p:nvSpPr>
        <p:spPr>
          <a:xfrm>
            <a:off x="635000" y="3427413"/>
            <a:ext cx="5003800" cy="2793999"/>
          </a:xfrm>
        </p:spPr>
        <p:txBody>
          <a:bodyPr anchor="t" anchorCtr="0">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10" name="Tijdelijke aanduiding voor inhoud 9"/>
          <p:cNvSpPr>
            <a:spLocks noGrp="1"/>
          </p:cNvSpPr>
          <p:nvPr>
            <p:ph sz="quarter" idx="13" hasCustomPrompt="1"/>
          </p:nvPr>
        </p:nvSpPr>
        <p:spPr>
          <a:xfrm>
            <a:off x="6554588" y="1052513"/>
            <a:ext cx="5004000" cy="5168900"/>
          </a:xfrm>
        </p:spPr>
        <p:txBody>
          <a:bodyPr/>
          <a:lstStyle>
            <a:lvl1pPr>
              <a:defRPr/>
            </a:lvl1pPr>
          </a:lstStyle>
          <a:p>
            <a:pPr lvl="0"/>
            <a:r>
              <a:rPr lang="nl-NL"/>
              <a:t>Klik om tekst of beeld toe te voegen</a:t>
            </a:r>
          </a:p>
          <a:p>
            <a:pPr lvl="1"/>
            <a:r>
              <a:rPr lang="nl-NL"/>
              <a:t>Tweede niveau</a:t>
            </a:r>
          </a:p>
          <a:p>
            <a:pPr lvl="2"/>
            <a:r>
              <a:rPr lang="nl-NL"/>
              <a:t>Derde niveau</a:t>
            </a:r>
          </a:p>
          <a:p>
            <a:pPr lvl="3"/>
            <a:r>
              <a:rPr lang="nl-NL"/>
              <a:t>Vierde niveau</a:t>
            </a:r>
          </a:p>
          <a:p>
            <a:pPr lvl="4"/>
            <a:r>
              <a:rPr lang="nl-NL"/>
              <a:t>Vijfde niveau</a:t>
            </a:r>
          </a:p>
        </p:txBody>
      </p:sp>
      <p:sp>
        <p:nvSpPr>
          <p:cNvPr id="3" name="Titel 2"/>
          <p:cNvSpPr>
            <a:spLocks noGrp="1"/>
          </p:cNvSpPr>
          <p:nvPr>
            <p:ph type="title"/>
          </p:nvPr>
        </p:nvSpPr>
        <p:spPr>
          <a:xfrm>
            <a:off x="635000" y="1052513"/>
            <a:ext cx="5003800" cy="948047"/>
          </a:xfrm>
        </p:spPr>
        <p:txBody>
          <a:bodyPr/>
          <a:lstStyle/>
          <a:p>
            <a:r>
              <a:rPr lang="nl-NL"/>
              <a:t>Klik om stijl te bewerken</a:t>
            </a:r>
          </a:p>
        </p:txBody>
      </p:sp>
      <p:sp>
        <p:nvSpPr>
          <p:cNvPr id="19" name="Tijdelijke aanduiding voor dianummer 18"/>
          <p:cNvSpPr>
            <a:spLocks noGrp="1"/>
          </p:cNvSpPr>
          <p:nvPr>
            <p:ph type="sldNum" sz="quarter" idx="16"/>
          </p:nvPr>
        </p:nvSpPr>
        <p:spPr/>
        <p:txBody>
          <a:bodyPr/>
          <a:lstStyle/>
          <a:p>
            <a:fld id="{10A0A6AF-03C5-477E-939A-E28F7E7F05EA}" type="slidenum">
              <a:rPr lang="nl-NL" smtClean="0"/>
              <a:pPr/>
              <a:t>‹nr.›</a:t>
            </a:fld>
            <a:endParaRPr lang="nl-NL"/>
          </a:p>
        </p:txBody>
      </p:sp>
      <p:sp>
        <p:nvSpPr>
          <p:cNvPr id="8"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r>
              <a:rPr lang="nl-NL"/>
              <a:t>27 februari 2017 | Voettekst</a:t>
            </a:r>
          </a:p>
        </p:txBody>
      </p:sp>
    </p:spTree>
    <p:extLst>
      <p:ext uri="{BB962C8B-B14F-4D97-AF65-F5344CB8AC3E}">
        <p14:creationId xmlns:p14="http://schemas.microsoft.com/office/powerpoint/2010/main" val="35691357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rote tekst A">
    <p:bg>
      <p:bgRef idx="1001">
        <a:schemeClr val="bg2"/>
      </p:bgRef>
    </p:bg>
    <p:spTree>
      <p:nvGrpSpPr>
        <p:cNvPr id="1" name=""/>
        <p:cNvGrpSpPr/>
        <p:nvPr/>
      </p:nvGrpSpPr>
      <p:grpSpPr>
        <a:xfrm>
          <a:off x="0" y="0"/>
          <a:ext cx="0" cy="0"/>
          <a:chOff x="0" y="0"/>
          <a:chExt cx="0" cy="0"/>
        </a:xfrm>
      </p:grpSpPr>
      <p:sp>
        <p:nvSpPr>
          <p:cNvPr id="20" name="Titel 1"/>
          <p:cNvSpPr>
            <a:spLocks noGrp="1"/>
          </p:cNvSpPr>
          <p:nvPr>
            <p:ph type="title"/>
          </p:nvPr>
        </p:nvSpPr>
        <p:spPr>
          <a:xfrm>
            <a:off x="635000" y="1052514"/>
            <a:ext cx="10923588" cy="4024800"/>
          </a:xfrm>
        </p:spPr>
        <p:txBody>
          <a:bodyPr anchor="t" anchorCtr="0">
            <a:normAutofit/>
          </a:bodyPr>
          <a:lstStyle>
            <a:lvl1pPr algn="l">
              <a:defRPr sz="8000" b="0">
                <a:solidFill>
                  <a:schemeClr val="tx1"/>
                </a:solidFill>
              </a:defRPr>
            </a:lvl1pPr>
          </a:lstStyle>
          <a:p>
            <a:r>
              <a:rPr lang="nl-NL"/>
              <a:t>Klik om stijl te bewerken</a:t>
            </a:r>
          </a:p>
        </p:txBody>
      </p:sp>
      <p:sp>
        <p:nvSpPr>
          <p:cNvPr id="4" name="Ondertitel 2"/>
          <p:cNvSpPr>
            <a:spLocks noGrp="1"/>
          </p:cNvSpPr>
          <p:nvPr>
            <p:ph type="subTitle" idx="1"/>
          </p:nvPr>
        </p:nvSpPr>
        <p:spPr>
          <a:xfrm>
            <a:off x="635000" y="5077315"/>
            <a:ext cx="5461000" cy="1144098"/>
          </a:xfrm>
        </p:spPr>
        <p:txBody>
          <a:bodyPr lIns="162000" tIns="90000" rIns="90000">
            <a:normAutofit/>
          </a:bodyPr>
          <a:lstStyle>
            <a:lvl1pPr marL="0" indent="0" algn="l">
              <a:buNone/>
              <a:defRPr sz="24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11" name="Tijdelijke aanduiding voor dianummer 10"/>
          <p:cNvSpPr>
            <a:spLocks noGrp="1"/>
          </p:cNvSpPr>
          <p:nvPr>
            <p:ph type="sldNum" sz="quarter" idx="12"/>
          </p:nvPr>
        </p:nvSpPr>
        <p:spPr/>
        <p:txBody>
          <a:bodyPr/>
          <a:lstStyle>
            <a:lvl1pPr>
              <a:defRPr>
                <a:solidFill>
                  <a:schemeClr val="tx2"/>
                </a:solidFill>
              </a:defRPr>
            </a:lvl1pPr>
          </a:lstStyle>
          <a:p>
            <a:fld id="{10A0A6AF-03C5-477E-939A-E28F7E7F05EA}" type="slidenum">
              <a:rPr lang="nl-NL" smtClean="0"/>
              <a:pPr/>
              <a:t>‹nr.›</a:t>
            </a:fld>
            <a:endParaRPr lang="nl-NL"/>
          </a:p>
        </p:txBody>
      </p:sp>
      <p:sp>
        <p:nvSpPr>
          <p:cNvPr id="7"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tx1"/>
                </a:solidFill>
              </a:defRPr>
            </a:lvl1pPr>
          </a:lstStyle>
          <a:p>
            <a:fld id="{7B13911A-25E6-48B6-939C-9C6596F325E0}" type="datetime4">
              <a:rPr lang="nl-NL" smtClean="0"/>
              <a:pPr/>
              <a:t>25 september 2026</a:t>
            </a:fld>
            <a:r>
              <a:rPr lang="en-US"/>
              <a:t> | </a:t>
            </a:r>
            <a:r>
              <a:rPr lang="en-US" err="1"/>
              <a:t>Voettekst</a:t>
            </a:r>
            <a:endParaRPr lang="nl-NL"/>
          </a:p>
        </p:txBody>
      </p:sp>
    </p:spTree>
    <p:extLst>
      <p:ext uri="{BB962C8B-B14F-4D97-AF65-F5344CB8AC3E}">
        <p14:creationId xmlns:p14="http://schemas.microsoft.com/office/powerpoint/2010/main" val="239139764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2659">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ote tekst B">
    <p:bg>
      <p:bgRef idx="1001">
        <a:schemeClr val="bg1"/>
      </p:bgRef>
    </p:bg>
    <p:spTree>
      <p:nvGrpSpPr>
        <p:cNvPr id="1" name=""/>
        <p:cNvGrpSpPr/>
        <p:nvPr/>
      </p:nvGrpSpPr>
      <p:grpSpPr>
        <a:xfrm>
          <a:off x="0" y="0"/>
          <a:ext cx="0" cy="0"/>
          <a:chOff x="0" y="0"/>
          <a:chExt cx="0" cy="0"/>
        </a:xfrm>
      </p:grpSpPr>
      <p:sp>
        <p:nvSpPr>
          <p:cNvPr id="20" name="Titel 1"/>
          <p:cNvSpPr>
            <a:spLocks noGrp="1"/>
          </p:cNvSpPr>
          <p:nvPr>
            <p:ph type="title"/>
          </p:nvPr>
        </p:nvSpPr>
        <p:spPr>
          <a:xfrm>
            <a:off x="635000" y="1052514"/>
            <a:ext cx="10923588" cy="4024800"/>
          </a:xfrm>
        </p:spPr>
        <p:txBody>
          <a:bodyPr anchor="t" anchorCtr="0">
            <a:normAutofit/>
          </a:bodyPr>
          <a:lstStyle>
            <a:lvl1pPr algn="l">
              <a:defRPr sz="8000" b="0">
                <a:solidFill>
                  <a:schemeClr val="tx2"/>
                </a:solidFill>
              </a:defRPr>
            </a:lvl1pPr>
          </a:lstStyle>
          <a:p>
            <a:r>
              <a:rPr lang="nl-NL"/>
              <a:t>Klik om stijl te bewerken</a:t>
            </a:r>
          </a:p>
        </p:txBody>
      </p:sp>
      <p:sp>
        <p:nvSpPr>
          <p:cNvPr id="4" name="Ondertitel 2"/>
          <p:cNvSpPr>
            <a:spLocks noGrp="1"/>
          </p:cNvSpPr>
          <p:nvPr>
            <p:ph type="subTitle" idx="1"/>
          </p:nvPr>
        </p:nvSpPr>
        <p:spPr>
          <a:xfrm>
            <a:off x="635000" y="5077314"/>
            <a:ext cx="5461000" cy="1144099"/>
          </a:xfrm>
        </p:spPr>
        <p:txBody>
          <a:bodyPr lIns="162000" tIns="90000">
            <a:normAutofit/>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8" name="Tijdelijke aanduiding voor dianummer 7"/>
          <p:cNvSpPr>
            <a:spLocks noGrp="1"/>
          </p:cNvSpPr>
          <p:nvPr>
            <p:ph type="sldNum" sz="quarter" idx="12"/>
          </p:nvPr>
        </p:nvSpPr>
        <p:spPr/>
        <p:txBody>
          <a:bodyPr/>
          <a:lstStyle/>
          <a:p>
            <a:fld id="{10A0A6AF-03C5-477E-939A-E28F7E7F05EA}" type="slidenum">
              <a:rPr lang="nl-NL" smtClean="0"/>
              <a:pPr/>
              <a:t>‹nr.›</a:t>
            </a:fld>
            <a:endParaRPr lang="nl-NL"/>
          </a:p>
        </p:txBody>
      </p:sp>
      <p:sp>
        <p:nvSpPr>
          <p:cNvPr id="9"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3644B285-0C69-4675-9536-8EF0DCE2E6E4}" type="datetime4">
              <a:rPr lang="nl-NL" smtClean="0"/>
              <a:pPr/>
              <a:t>25 september 2026</a:t>
            </a:fld>
            <a:r>
              <a:rPr lang="en-US"/>
              <a:t> | </a:t>
            </a:r>
            <a:r>
              <a:rPr lang="en-US" err="1"/>
              <a:t>Voettekst</a:t>
            </a:r>
            <a:endParaRPr lang="nl-NL"/>
          </a:p>
        </p:txBody>
      </p:sp>
    </p:spTree>
    <p:extLst>
      <p:ext uri="{BB962C8B-B14F-4D97-AF65-F5344CB8AC3E}">
        <p14:creationId xmlns:p14="http://schemas.microsoft.com/office/powerpoint/2010/main" val="287299482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orient="horz" pos="2659">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kstvlak A">
    <p:spTree>
      <p:nvGrpSpPr>
        <p:cNvPr id="1" name=""/>
        <p:cNvGrpSpPr/>
        <p:nvPr/>
      </p:nvGrpSpPr>
      <p:grpSpPr>
        <a:xfrm>
          <a:off x="0" y="0"/>
          <a:ext cx="0" cy="0"/>
          <a:chOff x="0" y="0"/>
          <a:chExt cx="0" cy="0"/>
        </a:xfrm>
      </p:grpSpPr>
      <p:sp>
        <p:nvSpPr>
          <p:cNvPr id="7" name="Rechthoek 6"/>
          <p:cNvSpPr/>
          <p:nvPr userDrawn="1"/>
        </p:nvSpPr>
        <p:spPr>
          <a:xfrm>
            <a:off x="6096000" y="-1588"/>
            <a:ext cx="6096000" cy="685958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indent="0" algn="l">
              <a:buFont typeface="Arial" charset="0"/>
              <a:buNone/>
            </a:pPr>
            <a:endParaRPr lang="nl-NL" sz="1000">
              <a:solidFill>
                <a:schemeClr val="bg1"/>
              </a:solidFill>
            </a:endParaRPr>
          </a:p>
        </p:txBody>
      </p:sp>
      <p:sp>
        <p:nvSpPr>
          <p:cNvPr id="6" name="Titel 5"/>
          <p:cNvSpPr>
            <a:spLocks noGrp="1"/>
          </p:cNvSpPr>
          <p:nvPr>
            <p:ph type="title"/>
          </p:nvPr>
        </p:nvSpPr>
        <p:spPr>
          <a:xfrm>
            <a:off x="635000" y="2636838"/>
            <a:ext cx="5003799" cy="1584324"/>
          </a:xfrm>
        </p:spPr>
        <p:txBody>
          <a:bodyPr anchor="t" anchorCtr="0"/>
          <a:lstStyle>
            <a:lvl1pPr>
              <a:defRPr sz="4000">
                <a:solidFill>
                  <a:schemeClr val="tx2"/>
                </a:solidFill>
              </a:defRPr>
            </a:lvl1pPr>
          </a:lstStyle>
          <a:p>
            <a:r>
              <a:rPr lang="nl-NL"/>
              <a:t>Klik om stijl te bewerken</a:t>
            </a:r>
          </a:p>
        </p:txBody>
      </p:sp>
      <p:sp>
        <p:nvSpPr>
          <p:cNvPr id="3" name="Tijdelijke aanduiding voor tekst 2"/>
          <p:cNvSpPr>
            <a:spLocks noGrp="1"/>
          </p:cNvSpPr>
          <p:nvPr>
            <p:ph type="body" sz="quarter" idx="10"/>
          </p:nvPr>
        </p:nvSpPr>
        <p:spPr>
          <a:xfrm>
            <a:off x="6554588" y="1066800"/>
            <a:ext cx="5004000" cy="5154613"/>
          </a:xfrm>
        </p:spPr>
        <p:txBody>
          <a:bodyPr anchor="ct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defRPr>
                <a:solidFill>
                  <a:schemeClr val="bg1"/>
                </a:solidFill>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10"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sp>
        <p:nvSpPr>
          <p:cNvPr id="17" name="Tijdelijke aanduiding voor dianummer 14"/>
          <p:cNvSpPr>
            <a:spLocks noGrp="1"/>
          </p:cNvSpPr>
          <p:nvPr>
            <p:ph type="sldNum" sz="quarter" idx="25"/>
          </p:nvPr>
        </p:nvSpPr>
        <p:spPr>
          <a:xfrm>
            <a:off x="6553199" y="6221413"/>
            <a:ext cx="5005389" cy="322075"/>
          </a:xfrm>
        </p:spPr>
        <p:txBody>
          <a:bodyPr/>
          <a:lstStyle>
            <a:lvl1pPr>
              <a:defRPr>
                <a:solidFill>
                  <a:schemeClr val="bg1"/>
                </a:solidFill>
              </a:defRPr>
            </a:lvl1pPr>
          </a:lstStyle>
          <a:p>
            <a:fld id="{10A0A6AF-03C5-477E-939A-E28F7E7F05EA}" type="slidenum">
              <a:rPr lang="nl-NL" smtClean="0"/>
              <a:pPr/>
              <a:t>‹nr.›</a:t>
            </a:fld>
            <a:endParaRPr lang="nl-NL"/>
          </a:p>
        </p:txBody>
      </p:sp>
      <p:pic>
        <p:nvPicPr>
          <p:cNvPr id="12" name="Afbeelding 11" descr="RO_vervolgpagina_Logo_2_RGB_pos__aangepast.png"/>
          <p:cNvPicPr>
            <a:picLocks noChangeAspect="1"/>
          </p:cNvPicPr>
          <p:nvPr userDrawn="1"/>
        </p:nvPicPr>
        <p:blipFill>
          <a:blip r:embed="rId2" cstate="print"/>
          <a:stretch>
            <a:fillRect/>
          </a:stretch>
        </p:blipFill>
        <p:spPr>
          <a:xfrm>
            <a:off x="0" y="0"/>
            <a:ext cx="12192000" cy="1057656"/>
          </a:xfrm>
          <a:prstGeom prst="rect">
            <a:avLst/>
          </a:prstGeom>
        </p:spPr>
      </p:pic>
    </p:spTree>
    <p:extLst>
      <p:ext uri="{BB962C8B-B14F-4D97-AF65-F5344CB8AC3E}">
        <p14:creationId xmlns:p14="http://schemas.microsoft.com/office/powerpoint/2010/main" val="288418143"/>
      </p:ext>
    </p:extLst>
  </p:cSld>
  <p:clrMapOvr>
    <a:masterClrMapping/>
  </p:clrMapOvr>
  <p:extLst>
    <p:ext uri="{DCECCB84-F9BA-43D5-87BE-67443E8EF086}">
      <p15:sldGuideLst xmlns:p15="http://schemas.microsoft.com/office/powerpoint/2012/main">
        <p15:guide id="1" orient="horz" pos="1661">
          <p15:clr>
            <a:srgbClr val="FBAE40"/>
          </p15:clr>
        </p15:guide>
        <p15:guide id="2" orient="horz" pos="2659">
          <p15:clr>
            <a:srgbClr val="FBAE40"/>
          </p15:clr>
        </p15:guide>
        <p15:guide id="3" pos="5609">
          <p15:clr>
            <a:srgbClr val="FBAE40"/>
          </p15:clr>
        </p15:guide>
        <p15:guide id="4" pos="590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kstvlak B">
    <p:spTree>
      <p:nvGrpSpPr>
        <p:cNvPr id="1" name=""/>
        <p:cNvGrpSpPr/>
        <p:nvPr/>
      </p:nvGrpSpPr>
      <p:grpSpPr>
        <a:xfrm>
          <a:off x="0" y="0"/>
          <a:ext cx="0" cy="0"/>
          <a:chOff x="0" y="0"/>
          <a:chExt cx="0" cy="0"/>
        </a:xfrm>
      </p:grpSpPr>
      <p:sp>
        <p:nvSpPr>
          <p:cNvPr id="7" name="Rechthoek 6"/>
          <p:cNvSpPr/>
          <p:nvPr userDrawn="1"/>
        </p:nvSpPr>
        <p:spPr>
          <a:xfrm>
            <a:off x="0" y="0"/>
            <a:ext cx="6096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 name="Titel 5"/>
          <p:cNvSpPr>
            <a:spLocks noGrp="1"/>
          </p:cNvSpPr>
          <p:nvPr>
            <p:ph type="title"/>
          </p:nvPr>
        </p:nvSpPr>
        <p:spPr>
          <a:xfrm>
            <a:off x="634999" y="2636839"/>
            <a:ext cx="5004000" cy="1584324"/>
          </a:xfrm>
        </p:spPr>
        <p:txBody>
          <a:bodyPr anchor="t" anchorCtr="0"/>
          <a:lstStyle>
            <a:lvl1pPr>
              <a:defRPr sz="4000">
                <a:solidFill>
                  <a:schemeClr val="bg1"/>
                </a:solidFill>
              </a:defRPr>
            </a:lvl1pPr>
          </a:lstStyle>
          <a:p>
            <a:r>
              <a:rPr lang="nl-NL"/>
              <a:t>Klik om stijl te bewerken</a:t>
            </a:r>
          </a:p>
        </p:txBody>
      </p:sp>
      <p:sp>
        <p:nvSpPr>
          <p:cNvPr id="4" name="Tijdelijke aanduiding voor tekst 3"/>
          <p:cNvSpPr>
            <a:spLocks noGrp="1"/>
          </p:cNvSpPr>
          <p:nvPr>
            <p:ph type="body" sz="quarter" idx="10"/>
          </p:nvPr>
        </p:nvSpPr>
        <p:spPr>
          <a:xfrm>
            <a:off x="6553199" y="1052513"/>
            <a:ext cx="5004000" cy="5168900"/>
          </a:xfrm>
        </p:spPr>
        <p:txBody>
          <a:bodyPr anchor="ctr" anchorCtr="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15" name="Tijdelijke aanduiding voor dianummer 14"/>
          <p:cNvSpPr>
            <a:spLocks noGrp="1"/>
          </p:cNvSpPr>
          <p:nvPr>
            <p:ph type="sldNum" sz="quarter" idx="13"/>
          </p:nvPr>
        </p:nvSpPr>
        <p:spPr/>
        <p:txBody>
          <a:bodyPr/>
          <a:lstStyle/>
          <a:p>
            <a:fld id="{10A0A6AF-03C5-477E-939A-E28F7E7F05EA}" type="slidenum">
              <a:rPr lang="nl-NL" smtClean="0"/>
              <a:pPr/>
              <a:t>‹nr.›</a:t>
            </a:fld>
            <a:endParaRPr lang="nl-NL"/>
          </a:p>
        </p:txBody>
      </p:sp>
      <p:sp>
        <p:nvSpPr>
          <p:cNvPr id="11"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solidFill>
              </a:defRPr>
            </a:lvl1pPr>
          </a:lstStyle>
          <a:p>
            <a:fld id="{F47EF775-05F8-4D0C-9300-69849B26FFE2}" type="datetime4">
              <a:rPr lang="nl-NL" smtClean="0"/>
              <a:pPr/>
              <a:t>25 september 2026</a:t>
            </a:fld>
            <a:r>
              <a:rPr lang="en-US"/>
              <a:t> | </a:t>
            </a:r>
            <a:r>
              <a:rPr lang="en-US" err="1"/>
              <a:t>Voettekst</a:t>
            </a:r>
            <a:endParaRPr lang="nl-NL"/>
          </a:p>
        </p:txBody>
      </p:sp>
      <p:pic>
        <p:nvPicPr>
          <p:cNvPr id="12" name="Afbeelding 11" descr="RO_vervolgpagina_Logo_2_RGB_pos__aangepast.png"/>
          <p:cNvPicPr>
            <a:picLocks noChangeAspect="1"/>
          </p:cNvPicPr>
          <p:nvPr userDrawn="1"/>
        </p:nvPicPr>
        <p:blipFill>
          <a:blip r:embed="rId2" cstate="print"/>
          <a:stretch>
            <a:fillRect/>
          </a:stretch>
        </p:blipFill>
        <p:spPr>
          <a:xfrm>
            <a:off x="0" y="0"/>
            <a:ext cx="12192000" cy="1057656"/>
          </a:xfrm>
          <a:prstGeom prst="rect">
            <a:avLst/>
          </a:prstGeom>
        </p:spPr>
      </p:pic>
    </p:spTree>
    <p:extLst>
      <p:ext uri="{BB962C8B-B14F-4D97-AF65-F5344CB8AC3E}">
        <p14:creationId xmlns:p14="http://schemas.microsoft.com/office/powerpoint/2010/main" val="1448099553"/>
      </p:ext>
    </p:extLst>
  </p:cSld>
  <p:clrMapOvr>
    <a:masterClrMapping/>
  </p:clrMapOvr>
  <p:extLst>
    <p:ext uri="{DCECCB84-F9BA-43D5-87BE-67443E8EF086}">
      <p15:sldGuideLst xmlns:p15="http://schemas.microsoft.com/office/powerpoint/2012/main">
        <p15:guide id="1" orient="horz" pos="1661">
          <p15:clr>
            <a:srgbClr val="FBAE40"/>
          </p15:clr>
        </p15:guide>
        <p15:guide id="2" orient="horz" pos="2659">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fbeelding met bijschrift">
    <p:spTree>
      <p:nvGrpSpPr>
        <p:cNvPr id="1" name=""/>
        <p:cNvGrpSpPr/>
        <p:nvPr/>
      </p:nvGrpSpPr>
      <p:grpSpPr>
        <a:xfrm>
          <a:off x="0" y="0"/>
          <a:ext cx="0" cy="0"/>
          <a:chOff x="0" y="0"/>
          <a:chExt cx="0" cy="0"/>
        </a:xfrm>
      </p:grpSpPr>
      <p:sp>
        <p:nvSpPr>
          <p:cNvPr id="4" name="Tijdelijke aanduiding voor tekst 3"/>
          <p:cNvSpPr>
            <a:spLocks noGrp="1"/>
          </p:cNvSpPr>
          <p:nvPr>
            <p:ph type="body" sz="half" idx="2"/>
          </p:nvPr>
        </p:nvSpPr>
        <p:spPr>
          <a:xfrm>
            <a:off x="635000" y="3427413"/>
            <a:ext cx="5003800" cy="2794000"/>
          </a:xfrm>
        </p:spPr>
        <p:txBody>
          <a:bodyPr anchor="t" anchorCtr="0">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9" name="Titel 8"/>
          <p:cNvSpPr>
            <a:spLocks noGrp="1"/>
          </p:cNvSpPr>
          <p:nvPr>
            <p:ph type="title"/>
          </p:nvPr>
        </p:nvSpPr>
        <p:spPr>
          <a:xfrm>
            <a:off x="635000" y="1052513"/>
            <a:ext cx="5003800" cy="948047"/>
          </a:xfrm>
        </p:spPr>
        <p:txBody>
          <a:bodyPr/>
          <a:lstStyle/>
          <a:p>
            <a:r>
              <a:rPr lang="nl-NL"/>
              <a:t>Klik om stijl te bewerken</a:t>
            </a:r>
          </a:p>
        </p:txBody>
      </p:sp>
      <p:sp>
        <p:nvSpPr>
          <p:cNvPr id="8" name="Tijdelijke aanduiding voor afbeelding 9"/>
          <p:cNvSpPr>
            <a:spLocks noGrp="1"/>
          </p:cNvSpPr>
          <p:nvPr>
            <p:ph type="pic" sz="quarter" idx="24"/>
          </p:nvPr>
        </p:nvSpPr>
        <p:spPr>
          <a:xfrm>
            <a:off x="6095288" y="-2381"/>
            <a:ext cx="6096712" cy="6860381"/>
          </a:xfrm>
          <a:custGeom>
            <a:avLst/>
            <a:gdLst>
              <a:gd name="connsiteX0" fmla="*/ 229238 w 6096000"/>
              <a:gd name="connsiteY0" fmla="*/ 0 h 6860381"/>
              <a:gd name="connsiteX1" fmla="*/ 6091238 w 6096000"/>
              <a:gd name="connsiteY1" fmla="*/ 0 h 6860381"/>
              <a:gd name="connsiteX2" fmla="*/ 6091238 w 6096000"/>
              <a:gd name="connsiteY2" fmla="*/ 2381 h 6860381"/>
              <a:gd name="connsiteX3" fmla="*/ 6096000 w 6096000"/>
              <a:gd name="connsiteY3" fmla="*/ 2381 h 6860381"/>
              <a:gd name="connsiteX4" fmla="*/ 6096000 w 6096000"/>
              <a:gd name="connsiteY4" fmla="*/ 6860381 h 6860381"/>
              <a:gd name="connsiteX5" fmla="*/ 6095999 w 6096000"/>
              <a:gd name="connsiteY5" fmla="*/ 6860381 h 6860381"/>
              <a:gd name="connsiteX6" fmla="*/ 3832225 w 6096000"/>
              <a:gd name="connsiteY6" fmla="*/ 6860381 h 6860381"/>
              <a:gd name="connsiteX7" fmla="*/ 232201 w 6096000"/>
              <a:gd name="connsiteY7" fmla="*/ 6860381 h 6860381"/>
              <a:gd name="connsiteX8" fmla="*/ 232201 w 6096000"/>
              <a:gd name="connsiteY8" fmla="*/ 6626381 h 6860381"/>
              <a:gd name="connsiteX9" fmla="*/ 0 w 6096000"/>
              <a:gd name="connsiteY9" fmla="*/ 6626381 h 6860381"/>
              <a:gd name="connsiteX10" fmla="*/ 0 w 6096000"/>
              <a:gd name="connsiteY10" fmla="*/ 5488781 h 6860381"/>
              <a:gd name="connsiteX11" fmla="*/ 1 w 6096000"/>
              <a:gd name="connsiteY11" fmla="*/ 5488781 h 6860381"/>
              <a:gd name="connsiteX12" fmla="*/ 1 w 6096000"/>
              <a:gd name="connsiteY12" fmla="*/ 948531 h 6860381"/>
              <a:gd name="connsiteX13" fmla="*/ 1 w 6096000"/>
              <a:gd name="connsiteY13" fmla="*/ 711200 h 6860381"/>
              <a:gd name="connsiteX14" fmla="*/ 1 w 6096000"/>
              <a:gd name="connsiteY14" fmla="*/ 2381 h 6860381"/>
              <a:gd name="connsiteX15" fmla="*/ 2 w 6096000"/>
              <a:gd name="connsiteY15" fmla="*/ 2381 h 6860381"/>
              <a:gd name="connsiteX16" fmla="*/ 2 w 6096000"/>
              <a:gd name="connsiteY16" fmla="*/ 711994 h 6860381"/>
              <a:gd name="connsiteX17" fmla="*/ 233366 w 6096000"/>
              <a:gd name="connsiteY17" fmla="*/ 711994 h 6860381"/>
              <a:gd name="connsiteX18" fmla="*/ 233366 w 6096000"/>
              <a:gd name="connsiteY18" fmla="*/ 2381 h 6860381"/>
              <a:gd name="connsiteX19" fmla="*/ 229238 w 6096000"/>
              <a:gd name="connsiteY19" fmla="*/ 2381 h 6860381"/>
              <a:gd name="connsiteX0" fmla="*/ 229950 w 6096712"/>
              <a:gd name="connsiteY0" fmla="*/ 0 h 6860381"/>
              <a:gd name="connsiteX1" fmla="*/ 6091950 w 6096712"/>
              <a:gd name="connsiteY1" fmla="*/ 0 h 6860381"/>
              <a:gd name="connsiteX2" fmla="*/ 6091950 w 6096712"/>
              <a:gd name="connsiteY2" fmla="*/ 2381 h 6860381"/>
              <a:gd name="connsiteX3" fmla="*/ 6096712 w 6096712"/>
              <a:gd name="connsiteY3" fmla="*/ 2381 h 6860381"/>
              <a:gd name="connsiteX4" fmla="*/ 6096712 w 6096712"/>
              <a:gd name="connsiteY4" fmla="*/ 6860381 h 6860381"/>
              <a:gd name="connsiteX5" fmla="*/ 6096711 w 6096712"/>
              <a:gd name="connsiteY5" fmla="*/ 6860381 h 6860381"/>
              <a:gd name="connsiteX6" fmla="*/ 3832937 w 6096712"/>
              <a:gd name="connsiteY6" fmla="*/ 6860381 h 6860381"/>
              <a:gd name="connsiteX7" fmla="*/ 232913 w 6096712"/>
              <a:gd name="connsiteY7" fmla="*/ 6860381 h 6860381"/>
              <a:gd name="connsiteX8" fmla="*/ 0 w 6096712"/>
              <a:gd name="connsiteY8" fmla="*/ 6860381 h 6860381"/>
              <a:gd name="connsiteX9" fmla="*/ 712 w 6096712"/>
              <a:gd name="connsiteY9" fmla="*/ 6626381 h 6860381"/>
              <a:gd name="connsiteX10" fmla="*/ 712 w 6096712"/>
              <a:gd name="connsiteY10" fmla="*/ 5488781 h 6860381"/>
              <a:gd name="connsiteX11" fmla="*/ 713 w 6096712"/>
              <a:gd name="connsiteY11" fmla="*/ 5488781 h 6860381"/>
              <a:gd name="connsiteX12" fmla="*/ 713 w 6096712"/>
              <a:gd name="connsiteY12" fmla="*/ 948531 h 6860381"/>
              <a:gd name="connsiteX13" fmla="*/ 713 w 6096712"/>
              <a:gd name="connsiteY13" fmla="*/ 711200 h 6860381"/>
              <a:gd name="connsiteX14" fmla="*/ 713 w 6096712"/>
              <a:gd name="connsiteY14" fmla="*/ 2381 h 6860381"/>
              <a:gd name="connsiteX15" fmla="*/ 714 w 6096712"/>
              <a:gd name="connsiteY15" fmla="*/ 2381 h 6860381"/>
              <a:gd name="connsiteX16" fmla="*/ 714 w 6096712"/>
              <a:gd name="connsiteY16" fmla="*/ 711994 h 6860381"/>
              <a:gd name="connsiteX17" fmla="*/ 234078 w 6096712"/>
              <a:gd name="connsiteY17" fmla="*/ 711994 h 6860381"/>
              <a:gd name="connsiteX18" fmla="*/ 234078 w 6096712"/>
              <a:gd name="connsiteY18" fmla="*/ 2381 h 6860381"/>
              <a:gd name="connsiteX19" fmla="*/ 229950 w 6096712"/>
              <a:gd name="connsiteY19" fmla="*/ 2381 h 6860381"/>
              <a:gd name="connsiteX20" fmla="*/ 229950 w 6096712"/>
              <a:gd name="connsiteY20" fmla="*/ 0 h 686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096712" h="6860381">
                <a:moveTo>
                  <a:pt x="229950" y="0"/>
                </a:moveTo>
                <a:lnTo>
                  <a:pt x="6091950" y="0"/>
                </a:lnTo>
                <a:lnTo>
                  <a:pt x="6091950" y="2381"/>
                </a:lnTo>
                <a:lnTo>
                  <a:pt x="6096712" y="2381"/>
                </a:lnTo>
                <a:lnTo>
                  <a:pt x="6096712" y="6860381"/>
                </a:lnTo>
                <a:lnTo>
                  <a:pt x="6096711" y="6860381"/>
                </a:lnTo>
                <a:lnTo>
                  <a:pt x="3832937" y="6860381"/>
                </a:lnTo>
                <a:lnTo>
                  <a:pt x="232913" y="6860381"/>
                </a:lnTo>
                <a:lnTo>
                  <a:pt x="0" y="6860381"/>
                </a:lnTo>
                <a:cubicBezTo>
                  <a:pt x="237" y="6782381"/>
                  <a:pt x="475" y="6704381"/>
                  <a:pt x="712" y="6626381"/>
                </a:cubicBezTo>
                <a:lnTo>
                  <a:pt x="712" y="5488781"/>
                </a:lnTo>
                <a:lnTo>
                  <a:pt x="713" y="5488781"/>
                </a:lnTo>
                <a:lnTo>
                  <a:pt x="713" y="948531"/>
                </a:lnTo>
                <a:lnTo>
                  <a:pt x="713" y="711200"/>
                </a:lnTo>
                <a:lnTo>
                  <a:pt x="713" y="2381"/>
                </a:lnTo>
                <a:lnTo>
                  <a:pt x="714" y="2381"/>
                </a:lnTo>
                <a:lnTo>
                  <a:pt x="714" y="711994"/>
                </a:lnTo>
                <a:lnTo>
                  <a:pt x="234078" y="711994"/>
                </a:lnTo>
                <a:lnTo>
                  <a:pt x="234078" y="2381"/>
                </a:lnTo>
                <a:lnTo>
                  <a:pt x="229950" y="2381"/>
                </a:lnTo>
                <a:lnTo>
                  <a:pt x="229950" y="0"/>
                </a:lnTo>
                <a:close/>
              </a:path>
            </a:pathLst>
          </a:custGeom>
          <a:solidFill>
            <a:schemeClr val="bg1">
              <a:lumMod val="85000"/>
            </a:schemeClr>
          </a:solidFill>
        </p:spPr>
        <p:txBody>
          <a:bodyPr wrap="square" anchor="ctr" anchorCtr="0">
            <a:noAutofit/>
          </a:bodyPr>
          <a:lstStyle/>
          <a:p>
            <a:r>
              <a:rPr lang="nl-NL"/>
              <a:t>Klik op het pictogram als u een afbeelding wilt toevoegen</a:t>
            </a:r>
          </a:p>
        </p:txBody>
      </p:sp>
      <p:sp>
        <p:nvSpPr>
          <p:cNvPr id="10"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sp>
        <p:nvSpPr>
          <p:cNvPr id="15" name="Tijdelijke aanduiding voor dianummer 14"/>
          <p:cNvSpPr>
            <a:spLocks noGrp="1"/>
          </p:cNvSpPr>
          <p:nvPr>
            <p:ph type="sldNum" sz="quarter" idx="25"/>
          </p:nvPr>
        </p:nvSpPr>
        <p:spPr>
          <a:xfrm>
            <a:off x="6553199" y="6221413"/>
            <a:ext cx="5005389" cy="322075"/>
          </a:xfrm>
        </p:spPr>
        <p:txBody>
          <a:bodyPr/>
          <a:lstStyle>
            <a:lvl1pPr>
              <a:defRPr>
                <a:solidFill>
                  <a:schemeClr val="bg1"/>
                </a:solidFill>
              </a:defRPr>
            </a:lvl1pPr>
          </a:lstStyle>
          <a:p>
            <a:fld id="{10A0A6AF-03C5-477E-939A-E28F7E7F05EA}" type="slidenum">
              <a:rPr lang="nl-NL" smtClean="0"/>
              <a:pPr/>
              <a:t>‹nr.›</a:t>
            </a:fld>
            <a:endParaRPr lang="nl-NL"/>
          </a:p>
        </p:txBody>
      </p:sp>
    </p:spTree>
    <p:extLst>
      <p:ext uri="{BB962C8B-B14F-4D97-AF65-F5344CB8AC3E}">
        <p14:creationId xmlns:p14="http://schemas.microsoft.com/office/powerpoint/2010/main" val="35264090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fbeelding verticaal kleur">
    <p:spTree>
      <p:nvGrpSpPr>
        <p:cNvPr id="1" name=""/>
        <p:cNvGrpSpPr/>
        <p:nvPr/>
      </p:nvGrpSpPr>
      <p:grpSpPr>
        <a:xfrm>
          <a:off x="0" y="0"/>
          <a:ext cx="0" cy="0"/>
          <a:chOff x="0" y="0"/>
          <a:chExt cx="0" cy="0"/>
        </a:xfrm>
      </p:grpSpPr>
      <p:sp>
        <p:nvSpPr>
          <p:cNvPr id="7" name="Rechthoek 6"/>
          <p:cNvSpPr/>
          <p:nvPr userDrawn="1"/>
        </p:nvSpPr>
        <p:spPr>
          <a:xfrm>
            <a:off x="0" y="0"/>
            <a:ext cx="6096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Tijdelijke aanduiding voor tekst 9"/>
          <p:cNvSpPr>
            <a:spLocks noGrp="1"/>
          </p:cNvSpPr>
          <p:nvPr>
            <p:ph type="body" sz="quarter" idx="15"/>
          </p:nvPr>
        </p:nvSpPr>
        <p:spPr>
          <a:xfrm>
            <a:off x="635000" y="2289600"/>
            <a:ext cx="5005388" cy="3935413"/>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defRPr>
                <a:solidFill>
                  <a:schemeClr val="bg1"/>
                </a:solidFill>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2" name="Titel 1"/>
          <p:cNvSpPr>
            <a:spLocks noGrp="1"/>
          </p:cNvSpPr>
          <p:nvPr>
            <p:ph type="title"/>
          </p:nvPr>
        </p:nvSpPr>
        <p:spPr>
          <a:xfrm>
            <a:off x="634206" y="1051200"/>
            <a:ext cx="5004594" cy="948047"/>
          </a:xfrm>
        </p:spPr>
        <p:txBody>
          <a:bodyPr/>
          <a:lstStyle>
            <a:lvl1pPr>
              <a:defRPr>
                <a:solidFill>
                  <a:schemeClr val="bg1"/>
                </a:solidFill>
              </a:defRPr>
            </a:lvl1pPr>
          </a:lstStyle>
          <a:p>
            <a:r>
              <a:rPr lang="nl-NL"/>
              <a:t>Klik om stijl te bewerken</a:t>
            </a:r>
          </a:p>
        </p:txBody>
      </p:sp>
      <p:sp>
        <p:nvSpPr>
          <p:cNvPr id="13" name="Tijdelijke aanduiding voor dianummer 14"/>
          <p:cNvSpPr>
            <a:spLocks noGrp="1"/>
          </p:cNvSpPr>
          <p:nvPr>
            <p:ph type="sldNum" sz="quarter" idx="27"/>
          </p:nvPr>
        </p:nvSpPr>
        <p:spPr>
          <a:xfrm>
            <a:off x="6553199" y="6221413"/>
            <a:ext cx="5005389" cy="322075"/>
          </a:xfrm>
        </p:spPr>
        <p:txBody>
          <a:bodyPr/>
          <a:lstStyle>
            <a:lvl1pPr>
              <a:defRPr>
                <a:solidFill>
                  <a:schemeClr val="bg1"/>
                </a:solidFill>
              </a:defRPr>
            </a:lvl1pPr>
          </a:lstStyle>
          <a:p>
            <a:fld id="{10A0A6AF-03C5-477E-939A-E28F7E7F05EA}" type="slidenum">
              <a:rPr lang="nl-NL" smtClean="0"/>
              <a:pPr/>
              <a:t>‹nr.›</a:t>
            </a:fld>
            <a:endParaRPr lang="nl-NL"/>
          </a:p>
        </p:txBody>
      </p:sp>
      <p:sp>
        <p:nvSpPr>
          <p:cNvPr id="15"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solidFill>
              </a:defRPr>
            </a:lvl1pPr>
          </a:lstStyle>
          <a:p>
            <a:fld id="{F47EF775-05F8-4D0C-9300-69849B26FFE2}" type="datetime4">
              <a:rPr lang="nl-NL" smtClean="0"/>
              <a:pPr/>
              <a:t>25 september 2026</a:t>
            </a:fld>
            <a:r>
              <a:rPr lang="en-US"/>
              <a:t> | </a:t>
            </a:r>
            <a:r>
              <a:rPr lang="en-US" err="1"/>
              <a:t>Voettekst</a:t>
            </a:r>
            <a:endParaRPr lang="nl-NL"/>
          </a:p>
        </p:txBody>
      </p:sp>
      <p:sp>
        <p:nvSpPr>
          <p:cNvPr id="9" name="Tijdelijke aanduiding voor afbeelding 9"/>
          <p:cNvSpPr>
            <a:spLocks noGrp="1"/>
          </p:cNvSpPr>
          <p:nvPr>
            <p:ph type="pic" sz="quarter" idx="24"/>
          </p:nvPr>
        </p:nvSpPr>
        <p:spPr>
          <a:xfrm>
            <a:off x="6095288" y="-2381"/>
            <a:ext cx="6096712" cy="6860381"/>
          </a:xfrm>
          <a:custGeom>
            <a:avLst/>
            <a:gdLst>
              <a:gd name="connsiteX0" fmla="*/ 229238 w 6096000"/>
              <a:gd name="connsiteY0" fmla="*/ 0 h 6860381"/>
              <a:gd name="connsiteX1" fmla="*/ 6091238 w 6096000"/>
              <a:gd name="connsiteY1" fmla="*/ 0 h 6860381"/>
              <a:gd name="connsiteX2" fmla="*/ 6091238 w 6096000"/>
              <a:gd name="connsiteY2" fmla="*/ 2381 h 6860381"/>
              <a:gd name="connsiteX3" fmla="*/ 6096000 w 6096000"/>
              <a:gd name="connsiteY3" fmla="*/ 2381 h 6860381"/>
              <a:gd name="connsiteX4" fmla="*/ 6096000 w 6096000"/>
              <a:gd name="connsiteY4" fmla="*/ 6860381 h 6860381"/>
              <a:gd name="connsiteX5" fmla="*/ 6095999 w 6096000"/>
              <a:gd name="connsiteY5" fmla="*/ 6860381 h 6860381"/>
              <a:gd name="connsiteX6" fmla="*/ 3832225 w 6096000"/>
              <a:gd name="connsiteY6" fmla="*/ 6860381 h 6860381"/>
              <a:gd name="connsiteX7" fmla="*/ 232201 w 6096000"/>
              <a:gd name="connsiteY7" fmla="*/ 6860381 h 6860381"/>
              <a:gd name="connsiteX8" fmla="*/ 232201 w 6096000"/>
              <a:gd name="connsiteY8" fmla="*/ 6626381 h 6860381"/>
              <a:gd name="connsiteX9" fmla="*/ 0 w 6096000"/>
              <a:gd name="connsiteY9" fmla="*/ 6626381 h 6860381"/>
              <a:gd name="connsiteX10" fmla="*/ 0 w 6096000"/>
              <a:gd name="connsiteY10" fmla="*/ 5488781 h 6860381"/>
              <a:gd name="connsiteX11" fmla="*/ 1 w 6096000"/>
              <a:gd name="connsiteY11" fmla="*/ 5488781 h 6860381"/>
              <a:gd name="connsiteX12" fmla="*/ 1 w 6096000"/>
              <a:gd name="connsiteY12" fmla="*/ 948531 h 6860381"/>
              <a:gd name="connsiteX13" fmla="*/ 1 w 6096000"/>
              <a:gd name="connsiteY13" fmla="*/ 711200 h 6860381"/>
              <a:gd name="connsiteX14" fmla="*/ 1 w 6096000"/>
              <a:gd name="connsiteY14" fmla="*/ 2381 h 6860381"/>
              <a:gd name="connsiteX15" fmla="*/ 2 w 6096000"/>
              <a:gd name="connsiteY15" fmla="*/ 2381 h 6860381"/>
              <a:gd name="connsiteX16" fmla="*/ 2 w 6096000"/>
              <a:gd name="connsiteY16" fmla="*/ 711994 h 6860381"/>
              <a:gd name="connsiteX17" fmla="*/ 233366 w 6096000"/>
              <a:gd name="connsiteY17" fmla="*/ 711994 h 6860381"/>
              <a:gd name="connsiteX18" fmla="*/ 233366 w 6096000"/>
              <a:gd name="connsiteY18" fmla="*/ 2381 h 6860381"/>
              <a:gd name="connsiteX19" fmla="*/ 229238 w 6096000"/>
              <a:gd name="connsiteY19" fmla="*/ 2381 h 6860381"/>
              <a:gd name="connsiteX0" fmla="*/ 229950 w 6096712"/>
              <a:gd name="connsiteY0" fmla="*/ 0 h 6860381"/>
              <a:gd name="connsiteX1" fmla="*/ 6091950 w 6096712"/>
              <a:gd name="connsiteY1" fmla="*/ 0 h 6860381"/>
              <a:gd name="connsiteX2" fmla="*/ 6091950 w 6096712"/>
              <a:gd name="connsiteY2" fmla="*/ 2381 h 6860381"/>
              <a:gd name="connsiteX3" fmla="*/ 6096712 w 6096712"/>
              <a:gd name="connsiteY3" fmla="*/ 2381 h 6860381"/>
              <a:gd name="connsiteX4" fmla="*/ 6096712 w 6096712"/>
              <a:gd name="connsiteY4" fmla="*/ 6860381 h 6860381"/>
              <a:gd name="connsiteX5" fmla="*/ 6096711 w 6096712"/>
              <a:gd name="connsiteY5" fmla="*/ 6860381 h 6860381"/>
              <a:gd name="connsiteX6" fmla="*/ 3832937 w 6096712"/>
              <a:gd name="connsiteY6" fmla="*/ 6860381 h 6860381"/>
              <a:gd name="connsiteX7" fmla="*/ 232913 w 6096712"/>
              <a:gd name="connsiteY7" fmla="*/ 6860381 h 6860381"/>
              <a:gd name="connsiteX8" fmla="*/ 0 w 6096712"/>
              <a:gd name="connsiteY8" fmla="*/ 6860381 h 6860381"/>
              <a:gd name="connsiteX9" fmla="*/ 712 w 6096712"/>
              <a:gd name="connsiteY9" fmla="*/ 6626381 h 6860381"/>
              <a:gd name="connsiteX10" fmla="*/ 712 w 6096712"/>
              <a:gd name="connsiteY10" fmla="*/ 5488781 h 6860381"/>
              <a:gd name="connsiteX11" fmla="*/ 713 w 6096712"/>
              <a:gd name="connsiteY11" fmla="*/ 5488781 h 6860381"/>
              <a:gd name="connsiteX12" fmla="*/ 713 w 6096712"/>
              <a:gd name="connsiteY12" fmla="*/ 948531 h 6860381"/>
              <a:gd name="connsiteX13" fmla="*/ 713 w 6096712"/>
              <a:gd name="connsiteY13" fmla="*/ 711200 h 6860381"/>
              <a:gd name="connsiteX14" fmla="*/ 713 w 6096712"/>
              <a:gd name="connsiteY14" fmla="*/ 2381 h 6860381"/>
              <a:gd name="connsiteX15" fmla="*/ 714 w 6096712"/>
              <a:gd name="connsiteY15" fmla="*/ 2381 h 6860381"/>
              <a:gd name="connsiteX16" fmla="*/ 714 w 6096712"/>
              <a:gd name="connsiteY16" fmla="*/ 711994 h 6860381"/>
              <a:gd name="connsiteX17" fmla="*/ 234078 w 6096712"/>
              <a:gd name="connsiteY17" fmla="*/ 711994 h 6860381"/>
              <a:gd name="connsiteX18" fmla="*/ 234078 w 6096712"/>
              <a:gd name="connsiteY18" fmla="*/ 2381 h 6860381"/>
              <a:gd name="connsiteX19" fmla="*/ 229950 w 6096712"/>
              <a:gd name="connsiteY19" fmla="*/ 2381 h 6860381"/>
              <a:gd name="connsiteX20" fmla="*/ 229950 w 6096712"/>
              <a:gd name="connsiteY20" fmla="*/ 0 h 686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096712" h="6860381">
                <a:moveTo>
                  <a:pt x="229950" y="0"/>
                </a:moveTo>
                <a:lnTo>
                  <a:pt x="6091950" y="0"/>
                </a:lnTo>
                <a:lnTo>
                  <a:pt x="6091950" y="2381"/>
                </a:lnTo>
                <a:lnTo>
                  <a:pt x="6096712" y="2381"/>
                </a:lnTo>
                <a:lnTo>
                  <a:pt x="6096712" y="6860381"/>
                </a:lnTo>
                <a:lnTo>
                  <a:pt x="6096711" y="6860381"/>
                </a:lnTo>
                <a:lnTo>
                  <a:pt x="3832937" y="6860381"/>
                </a:lnTo>
                <a:lnTo>
                  <a:pt x="232913" y="6860381"/>
                </a:lnTo>
                <a:lnTo>
                  <a:pt x="0" y="6860381"/>
                </a:lnTo>
                <a:cubicBezTo>
                  <a:pt x="237" y="6782381"/>
                  <a:pt x="475" y="6704381"/>
                  <a:pt x="712" y="6626381"/>
                </a:cubicBezTo>
                <a:lnTo>
                  <a:pt x="712" y="5488781"/>
                </a:lnTo>
                <a:lnTo>
                  <a:pt x="713" y="5488781"/>
                </a:lnTo>
                <a:lnTo>
                  <a:pt x="713" y="948531"/>
                </a:lnTo>
                <a:lnTo>
                  <a:pt x="713" y="711200"/>
                </a:lnTo>
                <a:lnTo>
                  <a:pt x="713" y="2381"/>
                </a:lnTo>
                <a:lnTo>
                  <a:pt x="714" y="2381"/>
                </a:lnTo>
                <a:lnTo>
                  <a:pt x="714" y="711994"/>
                </a:lnTo>
                <a:lnTo>
                  <a:pt x="234078" y="711994"/>
                </a:lnTo>
                <a:lnTo>
                  <a:pt x="234078" y="2381"/>
                </a:lnTo>
                <a:lnTo>
                  <a:pt x="229950" y="2381"/>
                </a:lnTo>
                <a:lnTo>
                  <a:pt x="229950" y="0"/>
                </a:lnTo>
                <a:close/>
              </a:path>
            </a:pathLst>
          </a:custGeom>
          <a:solidFill>
            <a:schemeClr val="bg1">
              <a:lumMod val="85000"/>
            </a:schemeClr>
          </a:solidFill>
        </p:spPr>
        <p:txBody>
          <a:bodyPr wrap="square" anchor="ctr" anchorCtr="0">
            <a:noAutofit/>
          </a:bodyPr>
          <a:lstStyle/>
          <a:p>
            <a:r>
              <a:rPr lang="nl-NL"/>
              <a:t>Klik op het pictogram als u een afbeelding wilt toevoegen</a:t>
            </a:r>
          </a:p>
        </p:txBody>
      </p:sp>
      <p:pic>
        <p:nvPicPr>
          <p:cNvPr id="14" name="Afbeelding 13" descr="RO_vervolgpagina_Logo_2_RGB_pos__aangepast.png"/>
          <p:cNvPicPr>
            <a:picLocks noChangeAspect="1"/>
          </p:cNvPicPr>
          <p:nvPr userDrawn="1"/>
        </p:nvPicPr>
        <p:blipFill>
          <a:blip r:embed="rId2" cstate="print"/>
          <a:stretch>
            <a:fillRect/>
          </a:stretch>
        </p:blipFill>
        <p:spPr>
          <a:xfrm>
            <a:off x="0" y="0"/>
            <a:ext cx="12192000" cy="1057656"/>
          </a:xfrm>
          <a:prstGeom prst="rect">
            <a:avLst/>
          </a:prstGeom>
        </p:spPr>
      </p:pic>
      <p:sp>
        <p:nvSpPr>
          <p:cNvPr id="11" name="Tijdelijke aanduiding voor dianummer 14"/>
          <p:cNvSpPr txBox="1">
            <a:spLocks/>
          </p:cNvSpPr>
          <p:nvPr userDrawn="1"/>
        </p:nvSpPr>
        <p:spPr>
          <a:xfrm>
            <a:off x="6552000" y="6220800"/>
            <a:ext cx="5005389" cy="322075"/>
          </a:xfrm>
          <a:prstGeom prst="rect">
            <a:avLst/>
          </a:prstGeom>
        </p:spPr>
        <p:txBody>
          <a:bodyPr vert="horz" lIns="91440" tIns="45720" rIns="0" bIns="45720" rtlCol="0" anchor="b" anchorCtr="0"/>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0A0A6AF-03C5-477E-939A-E28F7E7F05EA}" type="slidenum">
              <a:rPr kumimoji="0" lang="nl-NL" sz="1050" b="0" i="0" u="none" strike="noStrike" kern="1200" cap="none" spc="0" normalizeH="0" baseline="0" noProof="0" smtClean="0">
                <a:ln>
                  <a:noFill/>
                </a:ln>
                <a:solidFill>
                  <a:schemeClr val="bg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nl-NL" sz="1050" b="0" i="0" u="none" strike="noStrike" kern="1200" cap="none" spc="0" normalizeH="0" baseline="0" noProof="0">
              <a:ln>
                <a:noFill/>
              </a:ln>
              <a:solidFill>
                <a:schemeClr val="bg1"/>
              </a:solidFill>
              <a:effectLst/>
              <a:uLnTx/>
              <a:uFillTx/>
              <a:latin typeface="+mn-lt"/>
              <a:ea typeface="+mn-ea"/>
              <a:cs typeface="+mn-cs"/>
            </a:endParaRPr>
          </a:p>
        </p:txBody>
      </p:sp>
    </p:spTree>
    <p:extLst>
      <p:ext uri="{BB962C8B-B14F-4D97-AF65-F5344CB8AC3E}">
        <p14:creationId xmlns:p14="http://schemas.microsoft.com/office/powerpoint/2010/main" val="3411097885"/>
      </p:ext>
    </p:extLst>
  </p:cSld>
  <p:clrMapOvr>
    <a:masterClrMapping/>
  </p:clrMapOvr>
  <p:extLst>
    <p:ext uri="{DCECCB84-F9BA-43D5-87BE-67443E8EF086}">
      <p15:sldGuideLst xmlns:p15="http://schemas.microsoft.com/office/powerpoint/2012/main">
        <p15:guide id="1" orient="horz" pos="1661">
          <p15:clr>
            <a:srgbClr val="FBAE40"/>
          </p15:clr>
        </p15:guide>
        <p15:guide id="2" orient="horz" pos="265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fbeelding verticaal wit">
    <p:spTree>
      <p:nvGrpSpPr>
        <p:cNvPr id="1" name=""/>
        <p:cNvGrpSpPr/>
        <p:nvPr/>
      </p:nvGrpSpPr>
      <p:grpSpPr>
        <a:xfrm>
          <a:off x="0" y="0"/>
          <a:ext cx="0" cy="0"/>
          <a:chOff x="0" y="0"/>
          <a:chExt cx="0" cy="0"/>
        </a:xfrm>
      </p:grpSpPr>
      <p:sp>
        <p:nvSpPr>
          <p:cNvPr id="11" name="Tijdelijke aanduiding voor tekst 10"/>
          <p:cNvSpPr>
            <a:spLocks noGrp="1"/>
          </p:cNvSpPr>
          <p:nvPr>
            <p:ph type="body" sz="quarter" idx="16"/>
          </p:nvPr>
        </p:nvSpPr>
        <p:spPr>
          <a:xfrm>
            <a:off x="635000" y="2289600"/>
            <a:ext cx="5003800" cy="3931813"/>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2" name="Titel 1"/>
          <p:cNvSpPr>
            <a:spLocks noGrp="1"/>
          </p:cNvSpPr>
          <p:nvPr>
            <p:ph type="title"/>
          </p:nvPr>
        </p:nvSpPr>
        <p:spPr>
          <a:xfrm>
            <a:off x="635000" y="1051200"/>
            <a:ext cx="5003800" cy="948047"/>
          </a:xfrm>
        </p:spPr>
        <p:txBody>
          <a:bodyPr/>
          <a:lstStyle/>
          <a:p>
            <a:r>
              <a:rPr lang="nl-NL"/>
              <a:t>Klik om stijl te bewerken</a:t>
            </a:r>
          </a:p>
        </p:txBody>
      </p:sp>
      <p:sp>
        <p:nvSpPr>
          <p:cNvPr id="8" name="Tijdelijke aanduiding voor dianummer 14"/>
          <p:cNvSpPr>
            <a:spLocks noGrp="1"/>
          </p:cNvSpPr>
          <p:nvPr>
            <p:ph type="sldNum" sz="quarter" idx="27"/>
          </p:nvPr>
        </p:nvSpPr>
        <p:spPr>
          <a:xfrm>
            <a:off x="6553199" y="6221413"/>
            <a:ext cx="5005389" cy="322075"/>
          </a:xfrm>
        </p:spPr>
        <p:txBody>
          <a:bodyPr/>
          <a:lstStyle>
            <a:lvl1pPr>
              <a:defRPr>
                <a:solidFill>
                  <a:schemeClr val="bg1"/>
                </a:solidFill>
              </a:defRPr>
            </a:lvl1pPr>
          </a:lstStyle>
          <a:p>
            <a:fld id="{10A0A6AF-03C5-477E-939A-E28F7E7F05EA}" type="slidenum">
              <a:rPr lang="nl-NL" smtClean="0"/>
              <a:pPr/>
              <a:t>‹nr.›</a:t>
            </a:fld>
            <a:endParaRPr lang="nl-NL"/>
          </a:p>
        </p:txBody>
      </p:sp>
      <p:sp>
        <p:nvSpPr>
          <p:cNvPr id="9"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sp>
        <p:nvSpPr>
          <p:cNvPr id="7" name="Tijdelijke aanduiding voor afbeelding 9"/>
          <p:cNvSpPr>
            <a:spLocks noGrp="1"/>
          </p:cNvSpPr>
          <p:nvPr>
            <p:ph type="pic" sz="quarter" idx="24"/>
          </p:nvPr>
        </p:nvSpPr>
        <p:spPr>
          <a:xfrm>
            <a:off x="6095288" y="-2381"/>
            <a:ext cx="6096712" cy="6860381"/>
          </a:xfrm>
          <a:custGeom>
            <a:avLst/>
            <a:gdLst>
              <a:gd name="connsiteX0" fmla="*/ 229238 w 6096000"/>
              <a:gd name="connsiteY0" fmla="*/ 0 h 6860381"/>
              <a:gd name="connsiteX1" fmla="*/ 6091238 w 6096000"/>
              <a:gd name="connsiteY1" fmla="*/ 0 h 6860381"/>
              <a:gd name="connsiteX2" fmla="*/ 6091238 w 6096000"/>
              <a:gd name="connsiteY2" fmla="*/ 2381 h 6860381"/>
              <a:gd name="connsiteX3" fmla="*/ 6096000 w 6096000"/>
              <a:gd name="connsiteY3" fmla="*/ 2381 h 6860381"/>
              <a:gd name="connsiteX4" fmla="*/ 6096000 w 6096000"/>
              <a:gd name="connsiteY4" fmla="*/ 6860381 h 6860381"/>
              <a:gd name="connsiteX5" fmla="*/ 6095999 w 6096000"/>
              <a:gd name="connsiteY5" fmla="*/ 6860381 h 6860381"/>
              <a:gd name="connsiteX6" fmla="*/ 3832225 w 6096000"/>
              <a:gd name="connsiteY6" fmla="*/ 6860381 h 6860381"/>
              <a:gd name="connsiteX7" fmla="*/ 232201 w 6096000"/>
              <a:gd name="connsiteY7" fmla="*/ 6860381 h 6860381"/>
              <a:gd name="connsiteX8" fmla="*/ 232201 w 6096000"/>
              <a:gd name="connsiteY8" fmla="*/ 6626381 h 6860381"/>
              <a:gd name="connsiteX9" fmla="*/ 0 w 6096000"/>
              <a:gd name="connsiteY9" fmla="*/ 6626381 h 6860381"/>
              <a:gd name="connsiteX10" fmla="*/ 0 w 6096000"/>
              <a:gd name="connsiteY10" fmla="*/ 5488781 h 6860381"/>
              <a:gd name="connsiteX11" fmla="*/ 1 w 6096000"/>
              <a:gd name="connsiteY11" fmla="*/ 5488781 h 6860381"/>
              <a:gd name="connsiteX12" fmla="*/ 1 w 6096000"/>
              <a:gd name="connsiteY12" fmla="*/ 948531 h 6860381"/>
              <a:gd name="connsiteX13" fmla="*/ 1 w 6096000"/>
              <a:gd name="connsiteY13" fmla="*/ 711200 h 6860381"/>
              <a:gd name="connsiteX14" fmla="*/ 1 w 6096000"/>
              <a:gd name="connsiteY14" fmla="*/ 2381 h 6860381"/>
              <a:gd name="connsiteX15" fmla="*/ 2 w 6096000"/>
              <a:gd name="connsiteY15" fmla="*/ 2381 h 6860381"/>
              <a:gd name="connsiteX16" fmla="*/ 2 w 6096000"/>
              <a:gd name="connsiteY16" fmla="*/ 711994 h 6860381"/>
              <a:gd name="connsiteX17" fmla="*/ 233366 w 6096000"/>
              <a:gd name="connsiteY17" fmla="*/ 711994 h 6860381"/>
              <a:gd name="connsiteX18" fmla="*/ 233366 w 6096000"/>
              <a:gd name="connsiteY18" fmla="*/ 2381 h 6860381"/>
              <a:gd name="connsiteX19" fmla="*/ 229238 w 6096000"/>
              <a:gd name="connsiteY19" fmla="*/ 2381 h 6860381"/>
              <a:gd name="connsiteX0" fmla="*/ 229950 w 6096712"/>
              <a:gd name="connsiteY0" fmla="*/ 0 h 6860381"/>
              <a:gd name="connsiteX1" fmla="*/ 6091950 w 6096712"/>
              <a:gd name="connsiteY1" fmla="*/ 0 h 6860381"/>
              <a:gd name="connsiteX2" fmla="*/ 6091950 w 6096712"/>
              <a:gd name="connsiteY2" fmla="*/ 2381 h 6860381"/>
              <a:gd name="connsiteX3" fmla="*/ 6096712 w 6096712"/>
              <a:gd name="connsiteY3" fmla="*/ 2381 h 6860381"/>
              <a:gd name="connsiteX4" fmla="*/ 6096712 w 6096712"/>
              <a:gd name="connsiteY4" fmla="*/ 6860381 h 6860381"/>
              <a:gd name="connsiteX5" fmla="*/ 6096711 w 6096712"/>
              <a:gd name="connsiteY5" fmla="*/ 6860381 h 6860381"/>
              <a:gd name="connsiteX6" fmla="*/ 3832937 w 6096712"/>
              <a:gd name="connsiteY6" fmla="*/ 6860381 h 6860381"/>
              <a:gd name="connsiteX7" fmla="*/ 232913 w 6096712"/>
              <a:gd name="connsiteY7" fmla="*/ 6860381 h 6860381"/>
              <a:gd name="connsiteX8" fmla="*/ 0 w 6096712"/>
              <a:gd name="connsiteY8" fmla="*/ 6860381 h 6860381"/>
              <a:gd name="connsiteX9" fmla="*/ 712 w 6096712"/>
              <a:gd name="connsiteY9" fmla="*/ 6626381 h 6860381"/>
              <a:gd name="connsiteX10" fmla="*/ 712 w 6096712"/>
              <a:gd name="connsiteY10" fmla="*/ 5488781 h 6860381"/>
              <a:gd name="connsiteX11" fmla="*/ 713 w 6096712"/>
              <a:gd name="connsiteY11" fmla="*/ 5488781 h 6860381"/>
              <a:gd name="connsiteX12" fmla="*/ 713 w 6096712"/>
              <a:gd name="connsiteY12" fmla="*/ 948531 h 6860381"/>
              <a:gd name="connsiteX13" fmla="*/ 713 w 6096712"/>
              <a:gd name="connsiteY13" fmla="*/ 711200 h 6860381"/>
              <a:gd name="connsiteX14" fmla="*/ 713 w 6096712"/>
              <a:gd name="connsiteY14" fmla="*/ 2381 h 6860381"/>
              <a:gd name="connsiteX15" fmla="*/ 714 w 6096712"/>
              <a:gd name="connsiteY15" fmla="*/ 2381 h 6860381"/>
              <a:gd name="connsiteX16" fmla="*/ 714 w 6096712"/>
              <a:gd name="connsiteY16" fmla="*/ 711994 h 6860381"/>
              <a:gd name="connsiteX17" fmla="*/ 234078 w 6096712"/>
              <a:gd name="connsiteY17" fmla="*/ 711994 h 6860381"/>
              <a:gd name="connsiteX18" fmla="*/ 234078 w 6096712"/>
              <a:gd name="connsiteY18" fmla="*/ 2381 h 6860381"/>
              <a:gd name="connsiteX19" fmla="*/ 229950 w 6096712"/>
              <a:gd name="connsiteY19" fmla="*/ 2381 h 6860381"/>
              <a:gd name="connsiteX20" fmla="*/ 229950 w 6096712"/>
              <a:gd name="connsiteY20" fmla="*/ 0 h 686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096712" h="6860381">
                <a:moveTo>
                  <a:pt x="229950" y="0"/>
                </a:moveTo>
                <a:lnTo>
                  <a:pt x="6091950" y="0"/>
                </a:lnTo>
                <a:lnTo>
                  <a:pt x="6091950" y="2381"/>
                </a:lnTo>
                <a:lnTo>
                  <a:pt x="6096712" y="2381"/>
                </a:lnTo>
                <a:lnTo>
                  <a:pt x="6096712" y="6860381"/>
                </a:lnTo>
                <a:lnTo>
                  <a:pt x="6096711" y="6860381"/>
                </a:lnTo>
                <a:lnTo>
                  <a:pt x="3832937" y="6860381"/>
                </a:lnTo>
                <a:lnTo>
                  <a:pt x="232913" y="6860381"/>
                </a:lnTo>
                <a:lnTo>
                  <a:pt x="0" y="6860381"/>
                </a:lnTo>
                <a:cubicBezTo>
                  <a:pt x="237" y="6782381"/>
                  <a:pt x="475" y="6704381"/>
                  <a:pt x="712" y="6626381"/>
                </a:cubicBezTo>
                <a:lnTo>
                  <a:pt x="712" y="5488781"/>
                </a:lnTo>
                <a:lnTo>
                  <a:pt x="713" y="5488781"/>
                </a:lnTo>
                <a:lnTo>
                  <a:pt x="713" y="948531"/>
                </a:lnTo>
                <a:lnTo>
                  <a:pt x="713" y="711200"/>
                </a:lnTo>
                <a:lnTo>
                  <a:pt x="713" y="2381"/>
                </a:lnTo>
                <a:lnTo>
                  <a:pt x="714" y="2381"/>
                </a:lnTo>
                <a:lnTo>
                  <a:pt x="714" y="711994"/>
                </a:lnTo>
                <a:lnTo>
                  <a:pt x="234078" y="711994"/>
                </a:lnTo>
                <a:lnTo>
                  <a:pt x="234078" y="2381"/>
                </a:lnTo>
                <a:lnTo>
                  <a:pt x="229950" y="2381"/>
                </a:lnTo>
                <a:lnTo>
                  <a:pt x="229950" y="0"/>
                </a:lnTo>
                <a:close/>
              </a:path>
            </a:pathLst>
          </a:custGeom>
          <a:solidFill>
            <a:schemeClr val="bg1">
              <a:lumMod val="85000"/>
            </a:schemeClr>
          </a:solidFill>
        </p:spPr>
        <p:txBody>
          <a:bodyPr wrap="square" anchor="ctr" anchorCtr="0">
            <a:noAutofit/>
          </a:bodyPr>
          <a:lstStyle/>
          <a:p>
            <a:r>
              <a:rPr lang="nl-NL"/>
              <a:t>Klik op het pictogram als u een afbeelding wilt toevoegen</a:t>
            </a:r>
          </a:p>
        </p:txBody>
      </p:sp>
      <p:sp>
        <p:nvSpPr>
          <p:cNvPr id="10" name="Tijdelijke aanduiding voor dianummer 14"/>
          <p:cNvSpPr txBox="1">
            <a:spLocks/>
          </p:cNvSpPr>
          <p:nvPr userDrawn="1"/>
        </p:nvSpPr>
        <p:spPr>
          <a:xfrm>
            <a:off x="6552000" y="6220800"/>
            <a:ext cx="5005389" cy="322075"/>
          </a:xfrm>
          <a:prstGeom prst="rect">
            <a:avLst/>
          </a:prstGeom>
        </p:spPr>
        <p:txBody>
          <a:bodyPr vert="horz" lIns="91440" tIns="45720" rIns="0" bIns="45720" rtlCol="0" anchor="b" anchorCtr="0"/>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0A0A6AF-03C5-477E-939A-E28F7E7F05EA}" type="slidenum">
              <a:rPr kumimoji="0" lang="nl-NL" sz="1050" b="0" i="0" u="none" strike="noStrike" kern="1200" cap="none" spc="0" normalizeH="0" baseline="0" noProof="0" smtClean="0">
                <a:ln>
                  <a:noFill/>
                </a:ln>
                <a:solidFill>
                  <a:schemeClr val="bg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nl-NL" sz="1050" b="0" i="0" u="none" strike="noStrike" kern="1200" cap="none" spc="0" normalizeH="0" baseline="0" noProof="0">
              <a:ln>
                <a:noFill/>
              </a:ln>
              <a:solidFill>
                <a:schemeClr val="bg1"/>
              </a:solidFill>
              <a:effectLst/>
              <a:uLnTx/>
              <a:uFillTx/>
              <a:latin typeface="+mn-lt"/>
              <a:ea typeface="+mn-ea"/>
              <a:cs typeface="+mn-cs"/>
            </a:endParaRPr>
          </a:p>
        </p:txBody>
      </p:sp>
    </p:spTree>
    <p:extLst>
      <p:ext uri="{BB962C8B-B14F-4D97-AF65-F5344CB8AC3E}">
        <p14:creationId xmlns:p14="http://schemas.microsoft.com/office/powerpoint/2010/main" val="172983865"/>
      </p:ext>
    </p:extLst>
  </p:cSld>
  <p:clrMapOvr>
    <a:masterClrMapping/>
  </p:clrMapOvr>
  <p:extLst>
    <p:ext uri="{DCECCB84-F9BA-43D5-87BE-67443E8EF086}">
      <p15:sldGuideLst xmlns:p15="http://schemas.microsoft.com/office/powerpoint/2012/main">
        <p15:guide id="1" pos="39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kst horizontaal A">
    <p:spTree>
      <p:nvGrpSpPr>
        <p:cNvPr id="1" name=""/>
        <p:cNvGrpSpPr/>
        <p:nvPr/>
      </p:nvGrpSpPr>
      <p:grpSpPr>
        <a:xfrm>
          <a:off x="0" y="0"/>
          <a:ext cx="0" cy="0"/>
          <a:chOff x="0" y="0"/>
          <a:chExt cx="0" cy="0"/>
        </a:xfrm>
      </p:grpSpPr>
      <p:sp>
        <p:nvSpPr>
          <p:cNvPr id="6" name="Rechthoek 5"/>
          <p:cNvSpPr/>
          <p:nvPr userDrawn="1"/>
        </p:nvSpPr>
        <p:spPr>
          <a:xfrm>
            <a:off x="0" y="-1"/>
            <a:ext cx="12192000" cy="34274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p:cNvSpPr>
            <a:spLocks noGrp="1"/>
          </p:cNvSpPr>
          <p:nvPr>
            <p:ph type="title"/>
          </p:nvPr>
        </p:nvSpPr>
        <p:spPr>
          <a:xfrm>
            <a:off x="635000" y="1052513"/>
            <a:ext cx="10923588" cy="2374900"/>
          </a:xfrm>
        </p:spPr>
        <p:txBody>
          <a:bodyPr anchor="t" anchorCtr="0">
            <a:normAutofit/>
          </a:bodyPr>
          <a:lstStyle>
            <a:lvl1pPr>
              <a:defRPr sz="4800">
                <a:solidFill>
                  <a:schemeClr val="bg1"/>
                </a:solidFill>
              </a:defRPr>
            </a:lvl1pPr>
          </a:lstStyle>
          <a:p>
            <a:r>
              <a:rPr lang="nl-NL"/>
              <a:t>Klik om stijl te bewerken</a:t>
            </a:r>
          </a:p>
        </p:txBody>
      </p:sp>
      <p:sp>
        <p:nvSpPr>
          <p:cNvPr id="14" name="Tijdelijke aanduiding voor tekst 13"/>
          <p:cNvSpPr>
            <a:spLocks noGrp="1"/>
          </p:cNvSpPr>
          <p:nvPr>
            <p:ph type="body" sz="quarter" idx="13"/>
          </p:nvPr>
        </p:nvSpPr>
        <p:spPr>
          <a:xfrm>
            <a:off x="635000" y="3749487"/>
            <a:ext cx="10923588" cy="2471925"/>
          </a:xfrm>
        </p:spPr>
        <p:txBody>
          <a:bodyPr numCol="2" spcCol="46800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11" name="Tijdelijke aanduiding voor dianummer 10"/>
          <p:cNvSpPr>
            <a:spLocks noGrp="1"/>
          </p:cNvSpPr>
          <p:nvPr>
            <p:ph type="sldNum" sz="quarter" idx="16"/>
          </p:nvPr>
        </p:nvSpPr>
        <p:spPr/>
        <p:txBody>
          <a:bodyPr/>
          <a:lstStyle/>
          <a:p>
            <a:fld id="{10A0A6AF-03C5-477E-939A-E28F7E7F05EA}" type="slidenum">
              <a:rPr lang="nl-NL" smtClean="0"/>
              <a:pPr/>
              <a:t>‹nr.›</a:t>
            </a:fld>
            <a:endParaRPr lang="nl-NL"/>
          </a:p>
        </p:txBody>
      </p:sp>
      <p:sp>
        <p:nvSpPr>
          <p:cNvPr id="12"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pic>
        <p:nvPicPr>
          <p:cNvPr id="10" name="Afbeelding 9" descr="RO_vervolgpagina_Logo_2_RGB_pos__aangepast.png"/>
          <p:cNvPicPr>
            <a:picLocks noChangeAspect="1"/>
          </p:cNvPicPr>
          <p:nvPr userDrawn="1"/>
        </p:nvPicPr>
        <p:blipFill>
          <a:blip r:embed="rId2" cstate="print"/>
          <a:stretch>
            <a:fillRect/>
          </a:stretch>
        </p:blipFill>
        <p:spPr>
          <a:xfrm>
            <a:off x="0" y="0"/>
            <a:ext cx="12192000" cy="1057656"/>
          </a:xfrm>
          <a:prstGeom prst="rect">
            <a:avLst/>
          </a:prstGeom>
        </p:spPr>
      </p:pic>
    </p:spTree>
    <p:extLst>
      <p:ext uri="{BB962C8B-B14F-4D97-AF65-F5344CB8AC3E}">
        <p14:creationId xmlns:p14="http://schemas.microsoft.com/office/powerpoint/2010/main" val="9530065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kst horizontaal B">
    <p:spTree>
      <p:nvGrpSpPr>
        <p:cNvPr id="1" name=""/>
        <p:cNvGrpSpPr/>
        <p:nvPr/>
      </p:nvGrpSpPr>
      <p:grpSpPr>
        <a:xfrm>
          <a:off x="0" y="0"/>
          <a:ext cx="0" cy="0"/>
          <a:chOff x="0" y="0"/>
          <a:chExt cx="0" cy="0"/>
        </a:xfrm>
      </p:grpSpPr>
      <p:sp>
        <p:nvSpPr>
          <p:cNvPr id="6" name="Rechthoek 5"/>
          <p:cNvSpPr/>
          <p:nvPr userDrawn="1"/>
        </p:nvSpPr>
        <p:spPr>
          <a:xfrm>
            <a:off x="0" y="3430587"/>
            <a:ext cx="12192000" cy="34274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p:cNvSpPr>
            <a:spLocks noGrp="1"/>
          </p:cNvSpPr>
          <p:nvPr>
            <p:ph type="title"/>
          </p:nvPr>
        </p:nvSpPr>
        <p:spPr>
          <a:xfrm>
            <a:off x="635000" y="1052513"/>
            <a:ext cx="10923588" cy="2374900"/>
          </a:xfrm>
        </p:spPr>
        <p:txBody>
          <a:bodyPr anchor="t" anchorCtr="0">
            <a:normAutofit/>
          </a:bodyPr>
          <a:lstStyle>
            <a:lvl1pPr>
              <a:defRPr sz="4800">
                <a:solidFill>
                  <a:schemeClr val="tx2"/>
                </a:solidFill>
              </a:defRPr>
            </a:lvl1pPr>
          </a:lstStyle>
          <a:p>
            <a:r>
              <a:rPr lang="nl-NL"/>
              <a:t>Klik om stijl te bewerken</a:t>
            </a:r>
          </a:p>
        </p:txBody>
      </p:sp>
      <p:sp>
        <p:nvSpPr>
          <p:cNvPr id="14" name="Tijdelijke aanduiding voor tekst 13"/>
          <p:cNvSpPr>
            <a:spLocks noGrp="1"/>
          </p:cNvSpPr>
          <p:nvPr>
            <p:ph type="body" sz="quarter" idx="13"/>
          </p:nvPr>
        </p:nvSpPr>
        <p:spPr>
          <a:xfrm>
            <a:off x="635000" y="3749487"/>
            <a:ext cx="10923588" cy="2471925"/>
          </a:xfrm>
        </p:spPr>
        <p:txBody>
          <a:bodyPr numCol="2" spcCol="46800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defRPr>
                <a:solidFill>
                  <a:schemeClr val="bg1"/>
                </a:solidFill>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9" name="Tijdelijke aanduiding voor dianummer 14"/>
          <p:cNvSpPr>
            <a:spLocks noGrp="1"/>
          </p:cNvSpPr>
          <p:nvPr>
            <p:ph type="sldNum" sz="quarter" idx="25"/>
          </p:nvPr>
        </p:nvSpPr>
        <p:spPr>
          <a:xfrm>
            <a:off x="6553199" y="6221413"/>
            <a:ext cx="5005389" cy="322075"/>
          </a:xfrm>
        </p:spPr>
        <p:txBody>
          <a:bodyPr/>
          <a:lstStyle>
            <a:lvl1pPr>
              <a:defRPr>
                <a:solidFill>
                  <a:schemeClr val="bg1"/>
                </a:solidFill>
              </a:defRPr>
            </a:lvl1pPr>
          </a:lstStyle>
          <a:p>
            <a:fld id="{10A0A6AF-03C5-477E-939A-E28F7E7F05EA}" type="slidenum">
              <a:rPr lang="nl-NL" smtClean="0"/>
              <a:pPr/>
              <a:t>‹nr.›</a:t>
            </a:fld>
            <a:endParaRPr lang="nl-NL"/>
          </a:p>
        </p:txBody>
      </p:sp>
      <p:sp>
        <p:nvSpPr>
          <p:cNvPr id="13"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solidFill>
              </a:defRPr>
            </a:lvl1pPr>
          </a:lstStyle>
          <a:p>
            <a:fld id="{F47EF775-05F8-4D0C-9300-69849B26FFE2}" type="datetime4">
              <a:rPr lang="nl-NL" smtClean="0"/>
              <a:pPr/>
              <a:t>25 september 2026</a:t>
            </a:fld>
            <a:r>
              <a:rPr lang="en-US"/>
              <a:t> | </a:t>
            </a:r>
            <a:r>
              <a:rPr lang="en-US" err="1"/>
              <a:t>Voettekst</a:t>
            </a:r>
            <a:endParaRPr lang="nl-NL"/>
          </a:p>
        </p:txBody>
      </p:sp>
    </p:spTree>
    <p:extLst>
      <p:ext uri="{BB962C8B-B14F-4D97-AF65-F5344CB8AC3E}">
        <p14:creationId xmlns:p14="http://schemas.microsoft.com/office/powerpoint/2010/main" val="16371931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fbeelding horizontaal kleur">
    <p:bg>
      <p:bgRef idx="1001">
        <a:schemeClr val="bg2"/>
      </p:bgRef>
    </p:bg>
    <p:spTree>
      <p:nvGrpSpPr>
        <p:cNvPr id="1" name=""/>
        <p:cNvGrpSpPr/>
        <p:nvPr/>
      </p:nvGrpSpPr>
      <p:grpSpPr>
        <a:xfrm>
          <a:off x="0" y="0"/>
          <a:ext cx="0" cy="0"/>
          <a:chOff x="0" y="0"/>
          <a:chExt cx="0" cy="0"/>
        </a:xfrm>
      </p:grpSpPr>
      <p:sp>
        <p:nvSpPr>
          <p:cNvPr id="2" name="Titel 1"/>
          <p:cNvSpPr>
            <a:spLocks noGrp="1"/>
          </p:cNvSpPr>
          <p:nvPr>
            <p:ph type="title"/>
          </p:nvPr>
        </p:nvSpPr>
        <p:spPr>
          <a:xfrm>
            <a:off x="634205" y="3888000"/>
            <a:ext cx="5004595" cy="2333413"/>
          </a:xfrm>
        </p:spPr>
        <p:txBody>
          <a:bodyPr anchor="t" anchorCtr="0"/>
          <a:lstStyle>
            <a:lvl1pPr>
              <a:defRPr>
                <a:solidFill>
                  <a:schemeClr val="tx1"/>
                </a:solidFill>
              </a:defRPr>
            </a:lvl1pPr>
          </a:lstStyle>
          <a:p>
            <a:r>
              <a:rPr lang="nl-NL"/>
              <a:t>Klik om stijl te bewerken</a:t>
            </a:r>
          </a:p>
        </p:txBody>
      </p:sp>
      <p:sp>
        <p:nvSpPr>
          <p:cNvPr id="6" name="Tijdelijke aanduiding voor tekst 13"/>
          <p:cNvSpPr>
            <a:spLocks noGrp="1"/>
          </p:cNvSpPr>
          <p:nvPr>
            <p:ph type="body" sz="quarter" idx="13"/>
          </p:nvPr>
        </p:nvSpPr>
        <p:spPr>
          <a:xfrm>
            <a:off x="6554588" y="3888000"/>
            <a:ext cx="5004000" cy="2333413"/>
          </a:xfrm>
        </p:spPr>
        <p:txBody>
          <a:bodyPr tIns="50400" numCol="1" spcCol="468000" anchor="t" anchorCtr="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13" name="Tijdelijke aanduiding voor dianummer 12"/>
          <p:cNvSpPr>
            <a:spLocks noGrp="1"/>
          </p:cNvSpPr>
          <p:nvPr>
            <p:ph type="sldNum" sz="quarter" idx="17"/>
          </p:nvPr>
        </p:nvSpPr>
        <p:spPr/>
        <p:txBody>
          <a:bodyPr/>
          <a:lstStyle>
            <a:lvl1pPr>
              <a:defRPr>
                <a:solidFill>
                  <a:schemeClr val="tx2"/>
                </a:solidFill>
              </a:defRPr>
            </a:lvl1pPr>
          </a:lstStyle>
          <a:p>
            <a:fld id="{10A0A6AF-03C5-477E-939A-E28F7E7F05EA}" type="slidenum">
              <a:rPr lang="nl-NL" smtClean="0"/>
              <a:pPr/>
              <a:t>‹nr.›</a:t>
            </a:fld>
            <a:endParaRPr lang="nl-NL"/>
          </a:p>
        </p:txBody>
      </p:sp>
      <p:sp>
        <p:nvSpPr>
          <p:cNvPr id="8"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tx1"/>
                </a:solidFill>
              </a:defRPr>
            </a:lvl1pPr>
          </a:lstStyle>
          <a:p>
            <a:fld id="{F47EF775-05F8-4D0C-9300-69849B26FFE2}" type="datetime4">
              <a:rPr lang="nl-NL" smtClean="0"/>
              <a:pPr/>
              <a:t>25 september 2026</a:t>
            </a:fld>
            <a:r>
              <a:rPr lang="en-US"/>
              <a:t> | </a:t>
            </a:r>
            <a:r>
              <a:rPr lang="en-US" err="1"/>
              <a:t>Voettekst</a:t>
            </a:r>
            <a:endParaRPr lang="nl-NL"/>
          </a:p>
        </p:txBody>
      </p:sp>
      <p:sp>
        <p:nvSpPr>
          <p:cNvPr id="9" name="Tijdelijke aanduiding voor afbeelding 11"/>
          <p:cNvSpPr>
            <a:spLocks noGrp="1"/>
          </p:cNvSpPr>
          <p:nvPr>
            <p:ph type="pic" sz="quarter" idx="14"/>
          </p:nvPr>
        </p:nvSpPr>
        <p:spPr>
          <a:xfrm>
            <a:off x="0" y="0"/>
            <a:ext cx="12192000" cy="3427413"/>
          </a:xfrm>
          <a:custGeom>
            <a:avLst/>
            <a:gdLst>
              <a:gd name="connsiteX0" fmla="*/ 0 w 12192000"/>
              <a:gd name="connsiteY0" fmla="*/ 0 h 3427413"/>
              <a:gd name="connsiteX1" fmla="*/ 5862638 w 12192000"/>
              <a:gd name="connsiteY1" fmla="*/ 0 h 3427413"/>
              <a:gd name="connsiteX2" fmla="*/ 5862638 w 12192000"/>
              <a:gd name="connsiteY2" fmla="*/ 709613 h 3427413"/>
              <a:gd name="connsiteX3" fmla="*/ 6329363 w 12192000"/>
              <a:gd name="connsiteY3" fmla="*/ 709613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0" fmla="*/ 0 w 12192000"/>
              <a:gd name="connsiteY0" fmla="*/ 0 h 3427413"/>
              <a:gd name="connsiteX1" fmla="*/ 5862638 w 12192000"/>
              <a:gd name="connsiteY1" fmla="*/ 0 h 3427413"/>
              <a:gd name="connsiteX2" fmla="*/ 5862638 w 12192000"/>
              <a:gd name="connsiteY2" fmla="*/ 709613 h 3427413"/>
              <a:gd name="connsiteX3" fmla="*/ 6329363 w 12192000"/>
              <a:gd name="connsiteY3" fmla="*/ 704462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 name="connsiteX0" fmla="*/ 0 w 12192000"/>
              <a:gd name="connsiteY0" fmla="*/ 0 h 3427413"/>
              <a:gd name="connsiteX1" fmla="*/ 5862638 w 12192000"/>
              <a:gd name="connsiteY1" fmla="*/ 0 h 3427413"/>
              <a:gd name="connsiteX2" fmla="*/ 5857487 w 12192000"/>
              <a:gd name="connsiteY2" fmla="*/ 704461 h 3427413"/>
              <a:gd name="connsiteX3" fmla="*/ 6329363 w 12192000"/>
              <a:gd name="connsiteY3" fmla="*/ 704462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 name="connsiteX0" fmla="*/ 0 w 12192000"/>
              <a:gd name="connsiteY0" fmla="*/ 0 h 3427413"/>
              <a:gd name="connsiteX1" fmla="*/ 5862638 w 12192000"/>
              <a:gd name="connsiteY1" fmla="*/ 0 h 3427413"/>
              <a:gd name="connsiteX2" fmla="*/ 5857487 w 12192000"/>
              <a:gd name="connsiteY2" fmla="*/ 696945 h 3427413"/>
              <a:gd name="connsiteX3" fmla="*/ 6329363 w 12192000"/>
              <a:gd name="connsiteY3" fmla="*/ 704462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 name="connsiteX0" fmla="*/ 0 w 12192000"/>
              <a:gd name="connsiteY0" fmla="*/ 0 h 3427413"/>
              <a:gd name="connsiteX1" fmla="*/ 5862638 w 12192000"/>
              <a:gd name="connsiteY1" fmla="*/ 0 h 3427413"/>
              <a:gd name="connsiteX2" fmla="*/ 5857487 w 12192000"/>
              <a:gd name="connsiteY2" fmla="*/ 696945 h 3427413"/>
              <a:gd name="connsiteX3" fmla="*/ 6329363 w 12192000"/>
              <a:gd name="connsiteY3" fmla="*/ 696946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427413">
                <a:moveTo>
                  <a:pt x="0" y="0"/>
                </a:moveTo>
                <a:lnTo>
                  <a:pt x="5862638" y="0"/>
                </a:lnTo>
                <a:lnTo>
                  <a:pt x="5857487" y="696945"/>
                </a:lnTo>
                <a:lnTo>
                  <a:pt x="6329363" y="696946"/>
                </a:lnTo>
                <a:lnTo>
                  <a:pt x="6329363" y="0"/>
                </a:lnTo>
                <a:lnTo>
                  <a:pt x="12192000" y="0"/>
                </a:lnTo>
                <a:lnTo>
                  <a:pt x="12192000" y="3427413"/>
                </a:lnTo>
                <a:lnTo>
                  <a:pt x="0" y="3427413"/>
                </a:lnTo>
                <a:lnTo>
                  <a:pt x="0" y="0"/>
                </a:lnTo>
                <a:close/>
              </a:path>
            </a:pathLst>
          </a:custGeom>
          <a:solidFill>
            <a:schemeClr val="tx1">
              <a:lumMod val="85000"/>
            </a:schemeClr>
          </a:solidFill>
        </p:spPr>
        <p:txBody>
          <a:bodyPr wrap="square" lIns="720000" tIns="1152000">
            <a:noAutofit/>
          </a:bodyPr>
          <a:lstStyle>
            <a:lvl1pPr>
              <a:tabLst>
                <a:tab pos="1619250" algn="l"/>
              </a:tabLst>
              <a:defRPr>
                <a:solidFill>
                  <a:schemeClr val="bg1"/>
                </a:solidFill>
              </a:defRPr>
            </a:lvl1pPr>
          </a:lstStyle>
          <a:p>
            <a:r>
              <a:rPr lang="nl-NL"/>
              <a:t>Klik op het pictogram als u een afbeelding wilt toevoegen</a:t>
            </a:r>
          </a:p>
        </p:txBody>
      </p:sp>
    </p:spTree>
    <p:extLst>
      <p:ext uri="{BB962C8B-B14F-4D97-AF65-F5344CB8AC3E}">
        <p14:creationId xmlns:p14="http://schemas.microsoft.com/office/powerpoint/2010/main" val="2168891579"/>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fbeelding horizontaal wit">
    <p:spTree>
      <p:nvGrpSpPr>
        <p:cNvPr id="1" name=""/>
        <p:cNvGrpSpPr/>
        <p:nvPr/>
      </p:nvGrpSpPr>
      <p:grpSpPr>
        <a:xfrm>
          <a:off x="0" y="0"/>
          <a:ext cx="0" cy="0"/>
          <a:chOff x="0" y="0"/>
          <a:chExt cx="0" cy="0"/>
        </a:xfrm>
      </p:grpSpPr>
      <p:sp>
        <p:nvSpPr>
          <p:cNvPr id="14" name="Tijdelijke aanduiding voor tekst 13"/>
          <p:cNvSpPr>
            <a:spLocks noGrp="1"/>
          </p:cNvSpPr>
          <p:nvPr>
            <p:ph type="body" sz="quarter" idx="13"/>
          </p:nvPr>
        </p:nvSpPr>
        <p:spPr>
          <a:xfrm>
            <a:off x="6553199" y="3888000"/>
            <a:ext cx="5004000" cy="2333413"/>
          </a:xfrm>
        </p:spPr>
        <p:txBody>
          <a:bodyPr tIns="50400" numCol="1" spcCol="468000" anchor="t" anchorCtr="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2" name="Titel 1"/>
          <p:cNvSpPr>
            <a:spLocks noGrp="1"/>
          </p:cNvSpPr>
          <p:nvPr>
            <p:ph type="title"/>
          </p:nvPr>
        </p:nvSpPr>
        <p:spPr>
          <a:xfrm>
            <a:off x="634206" y="3888000"/>
            <a:ext cx="5004594" cy="2333413"/>
          </a:xfrm>
        </p:spPr>
        <p:txBody>
          <a:bodyPr anchor="t" anchorCtr="0"/>
          <a:lstStyle/>
          <a:p>
            <a:r>
              <a:rPr lang="nl-NL"/>
              <a:t>Klik om stijl te bewerken</a:t>
            </a:r>
          </a:p>
        </p:txBody>
      </p:sp>
      <p:sp>
        <p:nvSpPr>
          <p:cNvPr id="11" name="Tijdelijke aanduiding voor dianummer 10"/>
          <p:cNvSpPr>
            <a:spLocks noGrp="1"/>
          </p:cNvSpPr>
          <p:nvPr>
            <p:ph type="sldNum" sz="quarter" idx="17"/>
          </p:nvPr>
        </p:nvSpPr>
        <p:spPr/>
        <p:txBody>
          <a:bodyPr/>
          <a:lstStyle/>
          <a:p>
            <a:fld id="{10A0A6AF-03C5-477E-939A-E28F7E7F05EA}" type="slidenum">
              <a:rPr lang="nl-NL" smtClean="0"/>
              <a:pPr/>
              <a:t>‹nr.›</a:t>
            </a:fld>
            <a:endParaRPr lang="nl-NL"/>
          </a:p>
        </p:txBody>
      </p:sp>
      <p:sp>
        <p:nvSpPr>
          <p:cNvPr id="8"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sp>
        <p:nvSpPr>
          <p:cNvPr id="7" name="Tijdelijke aanduiding voor afbeelding 11"/>
          <p:cNvSpPr>
            <a:spLocks noGrp="1"/>
          </p:cNvSpPr>
          <p:nvPr>
            <p:ph type="pic" sz="quarter" idx="14"/>
          </p:nvPr>
        </p:nvSpPr>
        <p:spPr>
          <a:xfrm>
            <a:off x="0" y="0"/>
            <a:ext cx="12192000" cy="3427413"/>
          </a:xfrm>
          <a:custGeom>
            <a:avLst/>
            <a:gdLst>
              <a:gd name="connsiteX0" fmla="*/ 0 w 12192000"/>
              <a:gd name="connsiteY0" fmla="*/ 0 h 3427413"/>
              <a:gd name="connsiteX1" fmla="*/ 5862638 w 12192000"/>
              <a:gd name="connsiteY1" fmla="*/ 0 h 3427413"/>
              <a:gd name="connsiteX2" fmla="*/ 5862638 w 12192000"/>
              <a:gd name="connsiteY2" fmla="*/ 709613 h 3427413"/>
              <a:gd name="connsiteX3" fmla="*/ 6329363 w 12192000"/>
              <a:gd name="connsiteY3" fmla="*/ 709613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0" fmla="*/ 0 w 12192000"/>
              <a:gd name="connsiteY0" fmla="*/ 0 h 3427413"/>
              <a:gd name="connsiteX1" fmla="*/ 5862638 w 12192000"/>
              <a:gd name="connsiteY1" fmla="*/ 0 h 3427413"/>
              <a:gd name="connsiteX2" fmla="*/ 5862638 w 12192000"/>
              <a:gd name="connsiteY2" fmla="*/ 709613 h 3427413"/>
              <a:gd name="connsiteX3" fmla="*/ 6329363 w 12192000"/>
              <a:gd name="connsiteY3" fmla="*/ 704462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 name="connsiteX0" fmla="*/ 0 w 12192000"/>
              <a:gd name="connsiteY0" fmla="*/ 0 h 3427413"/>
              <a:gd name="connsiteX1" fmla="*/ 5862638 w 12192000"/>
              <a:gd name="connsiteY1" fmla="*/ 0 h 3427413"/>
              <a:gd name="connsiteX2" fmla="*/ 5857487 w 12192000"/>
              <a:gd name="connsiteY2" fmla="*/ 704461 h 3427413"/>
              <a:gd name="connsiteX3" fmla="*/ 6329363 w 12192000"/>
              <a:gd name="connsiteY3" fmla="*/ 704462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 name="connsiteX0" fmla="*/ 0 w 12192000"/>
              <a:gd name="connsiteY0" fmla="*/ 0 h 3427413"/>
              <a:gd name="connsiteX1" fmla="*/ 5862638 w 12192000"/>
              <a:gd name="connsiteY1" fmla="*/ 0 h 3427413"/>
              <a:gd name="connsiteX2" fmla="*/ 5857487 w 12192000"/>
              <a:gd name="connsiteY2" fmla="*/ 696945 h 3427413"/>
              <a:gd name="connsiteX3" fmla="*/ 6329363 w 12192000"/>
              <a:gd name="connsiteY3" fmla="*/ 704462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 name="connsiteX0" fmla="*/ 0 w 12192000"/>
              <a:gd name="connsiteY0" fmla="*/ 0 h 3427413"/>
              <a:gd name="connsiteX1" fmla="*/ 5862638 w 12192000"/>
              <a:gd name="connsiteY1" fmla="*/ 0 h 3427413"/>
              <a:gd name="connsiteX2" fmla="*/ 5857487 w 12192000"/>
              <a:gd name="connsiteY2" fmla="*/ 696945 h 3427413"/>
              <a:gd name="connsiteX3" fmla="*/ 6329363 w 12192000"/>
              <a:gd name="connsiteY3" fmla="*/ 696946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427413">
                <a:moveTo>
                  <a:pt x="0" y="0"/>
                </a:moveTo>
                <a:lnTo>
                  <a:pt x="5862638" y="0"/>
                </a:lnTo>
                <a:lnTo>
                  <a:pt x="5857487" y="696945"/>
                </a:lnTo>
                <a:lnTo>
                  <a:pt x="6329363" y="696946"/>
                </a:lnTo>
                <a:lnTo>
                  <a:pt x="6329363" y="0"/>
                </a:lnTo>
                <a:lnTo>
                  <a:pt x="12192000" y="0"/>
                </a:lnTo>
                <a:lnTo>
                  <a:pt x="12192000" y="3427413"/>
                </a:lnTo>
                <a:lnTo>
                  <a:pt x="0" y="3427413"/>
                </a:lnTo>
                <a:lnTo>
                  <a:pt x="0" y="0"/>
                </a:lnTo>
                <a:close/>
              </a:path>
            </a:pathLst>
          </a:custGeom>
          <a:solidFill>
            <a:schemeClr val="bg1">
              <a:lumMod val="85000"/>
            </a:schemeClr>
          </a:solidFill>
        </p:spPr>
        <p:txBody>
          <a:bodyPr wrap="square" lIns="720000" tIns="1152000">
            <a:noAutofit/>
          </a:bodyPr>
          <a:lstStyle>
            <a:lvl1pPr>
              <a:tabLst>
                <a:tab pos="1619250" algn="l"/>
              </a:tabLst>
              <a:defRPr>
                <a:solidFill>
                  <a:schemeClr val="tx1"/>
                </a:solidFill>
              </a:defRPr>
            </a:lvl1pPr>
          </a:lstStyle>
          <a:p>
            <a:r>
              <a:rPr lang="nl-NL"/>
              <a:t>Klik op het pictogram als u een afbeelding wilt toevoegen</a:t>
            </a:r>
          </a:p>
        </p:txBody>
      </p:sp>
    </p:spTree>
    <p:extLst>
      <p:ext uri="{BB962C8B-B14F-4D97-AF65-F5344CB8AC3E}">
        <p14:creationId xmlns:p14="http://schemas.microsoft.com/office/powerpoint/2010/main" val="41403901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fbeelding hor. kleur zonder titel">
    <p:bg>
      <p:bgRef idx="1001">
        <a:schemeClr val="bg2"/>
      </p:bgRef>
    </p:bg>
    <p:spTree>
      <p:nvGrpSpPr>
        <p:cNvPr id="1" name=""/>
        <p:cNvGrpSpPr/>
        <p:nvPr/>
      </p:nvGrpSpPr>
      <p:grpSpPr>
        <a:xfrm>
          <a:off x="0" y="0"/>
          <a:ext cx="0" cy="0"/>
          <a:chOff x="0" y="0"/>
          <a:chExt cx="0" cy="0"/>
        </a:xfrm>
      </p:grpSpPr>
      <p:sp>
        <p:nvSpPr>
          <p:cNvPr id="14" name="Tijdelijke aanduiding voor tekst 13"/>
          <p:cNvSpPr>
            <a:spLocks noGrp="1"/>
          </p:cNvSpPr>
          <p:nvPr>
            <p:ph type="body" sz="quarter" idx="13"/>
          </p:nvPr>
        </p:nvSpPr>
        <p:spPr>
          <a:xfrm>
            <a:off x="635000" y="3888000"/>
            <a:ext cx="10923588" cy="2333413"/>
          </a:xfrm>
        </p:spPr>
        <p:txBody>
          <a:bodyPr tIns="50400" numCol="2" spcCol="46800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10" name="Tijdelijke aanduiding voor dianummer 9"/>
          <p:cNvSpPr>
            <a:spLocks noGrp="1"/>
          </p:cNvSpPr>
          <p:nvPr>
            <p:ph type="sldNum" sz="quarter" idx="17"/>
          </p:nvPr>
        </p:nvSpPr>
        <p:spPr/>
        <p:txBody>
          <a:bodyPr/>
          <a:lstStyle>
            <a:lvl1pPr>
              <a:defRPr>
                <a:solidFill>
                  <a:schemeClr val="tx2"/>
                </a:solidFill>
              </a:defRPr>
            </a:lvl1pPr>
          </a:lstStyle>
          <a:p>
            <a:fld id="{10A0A6AF-03C5-477E-939A-E28F7E7F05EA}" type="slidenum">
              <a:rPr lang="nl-NL" smtClean="0"/>
              <a:pPr/>
              <a:t>‹nr.›</a:t>
            </a:fld>
            <a:endParaRPr lang="nl-NL"/>
          </a:p>
        </p:txBody>
      </p:sp>
      <p:sp>
        <p:nvSpPr>
          <p:cNvPr id="7"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tx1"/>
                </a:solidFill>
              </a:defRPr>
            </a:lvl1pPr>
          </a:lstStyle>
          <a:p>
            <a:fld id="{F47EF775-05F8-4D0C-9300-69849B26FFE2}" type="datetime4">
              <a:rPr lang="nl-NL" smtClean="0"/>
              <a:pPr/>
              <a:t>25 september 2026</a:t>
            </a:fld>
            <a:r>
              <a:rPr lang="en-US"/>
              <a:t> | </a:t>
            </a:r>
            <a:r>
              <a:rPr lang="en-US" err="1"/>
              <a:t>Voettekst</a:t>
            </a:r>
            <a:endParaRPr lang="nl-NL"/>
          </a:p>
        </p:txBody>
      </p:sp>
      <p:sp>
        <p:nvSpPr>
          <p:cNvPr id="6" name="Tijdelijke aanduiding voor afbeelding 11"/>
          <p:cNvSpPr>
            <a:spLocks noGrp="1"/>
          </p:cNvSpPr>
          <p:nvPr>
            <p:ph type="pic" sz="quarter" idx="14"/>
          </p:nvPr>
        </p:nvSpPr>
        <p:spPr>
          <a:xfrm>
            <a:off x="0" y="0"/>
            <a:ext cx="12192000" cy="3427413"/>
          </a:xfrm>
          <a:custGeom>
            <a:avLst/>
            <a:gdLst>
              <a:gd name="connsiteX0" fmla="*/ 0 w 12192000"/>
              <a:gd name="connsiteY0" fmla="*/ 0 h 3427413"/>
              <a:gd name="connsiteX1" fmla="*/ 5862638 w 12192000"/>
              <a:gd name="connsiteY1" fmla="*/ 0 h 3427413"/>
              <a:gd name="connsiteX2" fmla="*/ 5862638 w 12192000"/>
              <a:gd name="connsiteY2" fmla="*/ 709613 h 3427413"/>
              <a:gd name="connsiteX3" fmla="*/ 6329363 w 12192000"/>
              <a:gd name="connsiteY3" fmla="*/ 709613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0" fmla="*/ 0 w 12192000"/>
              <a:gd name="connsiteY0" fmla="*/ 0 h 3427413"/>
              <a:gd name="connsiteX1" fmla="*/ 5862638 w 12192000"/>
              <a:gd name="connsiteY1" fmla="*/ 0 h 3427413"/>
              <a:gd name="connsiteX2" fmla="*/ 5862638 w 12192000"/>
              <a:gd name="connsiteY2" fmla="*/ 709613 h 3427413"/>
              <a:gd name="connsiteX3" fmla="*/ 6329363 w 12192000"/>
              <a:gd name="connsiteY3" fmla="*/ 704462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 name="connsiteX0" fmla="*/ 0 w 12192000"/>
              <a:gd name="connsiteY0" fmla="*/ 0 h 3427413"/>
              <a:gd name="connsiteX1" fmla="*/ 5862638 w 12192000"/>
              <a:gd name="connsiteY1" fmla="*/ 0 h 3427413"/>
              <a:gd name="connsiteX2" fmla="*/ 5857487 w 12192000"/>
              <a:gd name="connsiteY2" fmla="*/ 704461 h 3427413"/>
              <a:gd name="connsiteX3" fmla="*/ 6329363 w 12192000"/>
              <a:gd name="connsiteY3" fmla="*/ 704462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 name="connsiteX0" fmla="*/ 0 w 12192000"/>
              <a:gd name="connsiteY0" fmla="*/ 0 h 3427413"/>
              <a:gd name="connsiteX1" fmla="*/ 5862638 w 12192000"/>
              <a:gd name="connsiteY1" fmla="*/ 0 h 3427413"/>
              <a:gd name="connsiteX2" fmla="*/ 5857487 w 12192000"/>
              <a:gd name="connsiteY2" fmla="*/ 696945 h 3427413"/>
              <a:gd name="connsiteX3" fmla="*/ 6329363 w 12192000"/>
              <a:gd name="connsiteY3" fmla="*/ 704462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 name="connsiteX0" fmla="*/ 0 w 12192000"/>
              <a:gd name="connsiteY0" fmla="*/ 0 h 3427413"/>
              <a:gd name="connsiteX1" fmla="*/ 5862638 w 12192000"/>
              <a:gd name="connsiteY1" fmla="*/ 0 h 3427413"/>
              <a:gd name="connsiteX2" fmla="*/ 5857487 w 12192000"/>
              <a:gd name="connsiteY2" fmla="*/ 696945 h 3427413"/>
              <a:gd name="connsiteX3" fmla="*/ 6329363 w 12192000"/>
              <a:gd name="connsiteY3" fmla="*/ 696946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427413">
                <a:moveTo>
                  <a:pt x="0" y="0"/>
                </a:moveTo>
                <a:lnTo>
                  <a:pt x="5862638" y="0"/>
                </a:lnTo>
                <a:lnTo>
                  <a:pt x="5857487" y="696945"/>
                </a:lnTo>
                <a:lnTo>
                  <a:pt x="6329363" y="696946"/>
                </a:lnTo>
                <a:lnTo>
                  <a:pt x="6329363" y="0"/>
                </a:lnTo>
                <a:lnTo>
                  <a:pt x="12192000" y="0"/>
                </a:lnTo>
                <a:lnTo>
                  <a:pt x="12192000" y="3427413"/>
                </a:lnTo>
                <a:lnTo>
                  <a:pt x="0" y="3427413"/>
                </a:lnTo>
                <a:lnTo>
                  <a:pt x="0" y="0"/>
                </a:lnTo>
                <a:close/>
              </a:path>
            </a:pathLst>
          </a:custGeom>
          <a:solidFill>
            <a:schemeClr val="tx1">
              <a:lumMod val="85000"/>
            </a:schemeClr>
          </a:solidFill>
        </p:spPr>
        <p:txBody>
          <a:bodyPr wrap="square" lIns="720000" tIns="1152000">
            <a:noAutofit/>
          </a:bodyPr>
          <a:lstStyle>
            <a:lvl1pPr>
              <a:tabLst>
                <a:tab pos="1619250" algn="l"/>
              </a:tabLst>
              <a:defRPr>
                <a:solidFill>
                  <a:schemeClr val="bg1"/>
                </a:solidFill>
              </a:defRPr>
            </a:lvl1pPr>
          </a:lstStyle>
          <a:p>
            <a:r>
              <a:rPr lang="nl-NL"/>
              <a:t>Klik op het pictogram als u een afbeelding wilt toevoegen</a:t>
            </a:r>
          </a:p>
        </p:txBody>
      </p:sp>
    </p:spTree>
    <p:extLst>
      <p:ext uri="{BB962C8B-B14F-4D97-AF65-F5344CB8AC3E}">
        <p14:creationId xmlns:p14="http://schemas.microsoft.com/office/powerpoint/2010/main" val="3281633884"/>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fbeelding hor. wit zonder titel">
    <p:spTree>
      <p:nvGrpSpPr>
        <p:cNvPr id="1" name=""/>
        <p:cNvGrpSpPr/>
        <p:nvPr/>
      </p:nvGrpSpPr>
      <p:grpSpPr>
        <a:xfrm>
          <a:off x="0" y="0"/>
          <a:ext cx="0" cy="0"/>
          <a:chOff x="0" y="0"/>
          <a:chExt cx="0" cy="0"/>
        </a:xfrm>
      </p:grpSpPr>
      <p:sp>
        <p:nvSpPr>
          <p:cNvPr id="14" name="Tijdelijke aanduiding voor tekst 13"/>
          <p:cNvSpPr>
            <a:spLocks noGrp="1"/>
          </p:cNvSpPr>
          <p:nvPr>
            <p:ph type="body" sz="quarter" idx="13"/>
          </p:nvPr>
        </p:nvSpPr>
        <p:spPr>
          <a:xfrm>
            <a:off x="635000" y="3888000"/>
            <a:ext cx="10923588" cy="2333413"/>
          </a:xfrm>
        </p:spPr>
        <p:txBody>
          <a:bodyPr tIns="50400" numCol="2" spcCol="46800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10" name="Tijdelijke aanduiding voor dianummer 9"/>
          <p:cNvSpPr>
            <a:spLocks noGrp="1"/>
          </p:cNvSpPr>
          <p:nvPr>
            <p:ph type="sldNum" sz="quarter" idx="17"/>
          </p:nvPr>
        </p:nvSpPr>
        <p:spPr/>
        <p:txBody>
          <a:bodyPr/>
          <a:lstStyle/>
          <a:p>
            <a:fld id="{10A0A6AF-03C5-477E-939A-E28F7E7F05EA}" type="slidenum">
              <a:rPr lang="nl-NL" smtClean="0"/>
              <a:pPr/>
              <a:t>‹nr.›</a:t>
            </a:fld>
            <a:endParaRPr lang="nl-NL"/>
          </a:p>
        </p:txBody>
      </p:sp>
      <p:sp>
        <p:nvSpPr>
          <p:cNvPr id="7"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sp>
        <p:nvSpPr>
          <p:cNvPr id="6" name="Tijdelijke aanduiding voor afbeelding 11"/>
          <p:cNvSpPr>
            <a:spLocks noGrp="1"/>
          </p:cNvSpPr>
          <p:nvPr>
            <p:ph type="pic" sz="quarter" idx="14"/>
          </p:nvPr>
        </p:nvSpPr>
        <p:spPr>
          <a:xfrm>
            <a:off x="0" y="0"/>
            <a:ext cx="12192000" cy="3427413"/>
          </a:xfrm>
          <a:custGeom>
            <a:avLst/>
            <a:gdLst>
              <a:gd name="connsiteX0" fmla="*/ 0 w 12192000"/>
              <a:gd name="connsiteY0" fmla="*/ 0 h 3427413"/>
              <a:gd name="connsiteX1" fmla="*/ 5862638 w 12192000"/>
              <a:gd name="connsiteY1" fmla="*/ 0 h 3427413"/>
              <a:gd name="connsiteX2" fmla="*/ 5862638 w 12192000"/>
              <a:gd name="connsiteY2" fmla="*/ 709613 h 3427413"/>
              <a:gd name="connsiteX3" fmla="*/ 6329363 w 12192000"/>
              <a:gd name="connsiteY3" fmla="*/ 709613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0" fmla="*/ 0 w 12192000"/>
              <a:gd name="connsiteY0" fmla="*/ 0 h 3427413"/>
              <a:gd name="connsiteX1" fmla="*/ 5862638 w 12192000"/>
              <a:gd name="connsiteY1" fmla="*/ 0 h 3427413"/>
              <a:gd name="connsiteX2" fmla="*/ 5862638 w 12192000"/>
              <a:gd name="connsiteY2" fmla="*/ 709613 h 3427413"/>
              <a:gd name="connsiteX3" fmla="*/ 6329363 w 12192000"/>
              <a:gd name="connsiteY3" fmla="*/ 704462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 name="connsiteX0" fmla="*/ 0 w 12192000"/>
              <a:gd name="connsiteY0" fmla="*/ 0 h 3427413"/>
              <a:gd name="connsiteX1" fmla="*/ 5862638 w 12192000"/>
              <a:gd name="connsiteY1" fmla="*/ 0 h 3427413"/>
              <a:gd name="connsiteX2" fmla="*/ 5857487 w 12192000"/>
              <a:gd name="connsiteY2" fmla="*/ 704461 h 3427413"/>
              <a:gd name="connsiteX3" fmla="*/ 6329363 w 12192000"/>
              <a:gd name="connsiteY3" fmla="*/ 704462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 name="connsiteX0" fmla="*/ 0 w 12192000"/>
              <a:gd name="connsiteY0" fmla="*/ 0 h 3427413"/>
              <a:gd name="connsiteX1" fmla="*/ 5862638 w 12192000"/>
              <a:gd name="connsiteY1" fmla="*/ 0 h 3427413"/>
              <a:gd name="connsiteX2" fmla="*/ 5857487 w 12192000"/>
              <a:gd name="connsiteY2" fmla="*/ 696945 h 3427413"/>
              <a:gd name="connsiteX3" fmla="*/ 6329363 w 12192000"/>
              <a:gd name="connsiteY3" fmla="*/ 704462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 name="connsiteX0" fmla="*/ 0 w 12192000"/>
              <a:gd name="connsiteY0" fmla="*/ 0 h 3427413"/>
              <a:gd name="connsiteX1" fmla="*/ 5862638 w 12192000"/>
              <a:gd name="connsiteY1" fmla="*/ 0 h 3427413"/>
              <a:gd name="connsiteX2" fmla="*/ 5857487 w 12192000"/>
              <a:gd name="connsiteY2" fmla="*/ 696945 h 3427413"/>
              <a:gd name="connsiteX3" fmla="*/ 6329363 w 12192000"/>
              <a:gd name="connsiteY3" fmla="*/ 696946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427413">
                <a:moveTo>
                  <a:pt x="0" y="0"/>
                </a:moveTo>
                <a:lnTo>
                  <a:pt x="5862638" y="0"/>
                </a:lnTo>
                <a:lnTo>
                  <a:pt x="5857487" y="696945"/>
                </a:lnTo>
                <a:lnTo>
                  <a:pt x="6329363" y="696946"/>
                </a:lnTo>
                <a:lnTo>
                  <a:pt x="6329363" y="0"/>
                </a:lnTo>
                <a:lnTo>
                  <a:pt x="12192000" y="0"/>
                </a:lnTo>
                <a:lnTo>
                  <a:pt x="12192000" y="3427413"/>
                </a:lnTo>
                <a:lnTo>
                  <a:pt x="0" y="3427413"/>
                </a:lnTo>
                <a:lnTo>
                  <a:pt x="0" y="0"/>
                </a:lnTo>
                <a:close/>
              </a:path>
            </a:pathLst>
          </a:custGeom>
          <a:solidFill>
            <a:schemeClr val="bg1">
              <a:lumMod val="85000"/>
            </a:schemeClr>
          </a:solidFill>
        </p:spPr>
        <p:txBody>
          <a:bodyPr wrap="square" lIns="720000" tIns="1152000">
            <a:noAutofit/>
          </a:bodyPr>
          <a:lstStyle>
            <a:lvl1pPr>
              <a:tabLst>
                <a:tab pos="1619250" algn="l"/>
              </a:tabLst>
              <a:defRPr>
                <a:solidFill>
                  <a:schemeClr val="tx1"/>
                </a:solidFill>
              </a:defRPr>
            </a:lvl1pPr>
          </a:lstStyle>
          <a:p>
            <a:r>
              <a:rPr lang="nl-NL"/>
              <a:t>Klik op het pictogram als u een afbeelding wilt toevoegen</a:t>
            </a:r>
          </a:p>
        </p:txBody>
      </p:sp>
    </p:spTree>
    <p:extLst>
      <p:ext uri="{BB962C8B-B14F-4D97-AF65-F5344CB8AC3E}">
        <p14:creationId xmlns:p14="http://schemas.microsoft.com/office/powerpoint/2010/main" val="3461047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fbeelding horizontaal kleur titel">
    <p:bg>
      <p:bgRef idx="1001">
        <a:schemeClr val="bg2"/>
      </p:bgRef>
    </p:bg>
    <p:spTree>
      <p:nvGrpSpPr>
        <p:cNvPr id="1" name=""/>
        <p:cNvGrpSpPr/>
        <p:nvPr/>
      </p:nvGrpSpPr>
      <p:grpSpPr>
        <a:xfrm>
          <a:off x="0" y="0"/>
          <a:ext cx="0" cy="0"/>
          <a:chOff x="0" y="0"/>
          <a:chExt cx="0" cy="0"/>
        </a:xfrm>
      </p:grpSpPr>
      <p:sp>
        <p:nvSpPr>
          <p:cNvPr id="11" name="Tijdelijke aanduiding voor afbeelding 10"/>
          <p:cNvSpPr>
            <a:spLocks noGrp="1"/>
          </p:cNvSpPr>
          <p:nvPr>
            <p:ph type="pic" sz="quarter" idx="14"/>
          </p:nvPr>
        </p:nvSpPr>
        <p:spPr>
          <a:xfrm>
            <a:off x="0" y="3427413"/>
            <a:ext cx="12192000" cy="3430587"/>
          </a:xfrm>
          <a:custGeom>
            <a:avLst/>
            <a:gdLst>
              <a:gd name="connsiteX0" fmla="*/ 0 w 12192000"/>
              <a:gd name="connsiteY0" fmla="*/ 0 h 3430587"/>
              <a:gd name="connsiteX1" fmla="*/ 12192000 w 12192000"/>
              <a:gd name="connsiteY1" fmla="*/ 0 h 3430587"/>
              <a:gd name="connsiteX2" fmla="*/ 12192000 w 12192000"/>
              <a:gd name="connsiteY2" fmla="*/ 3430587 h 3430587"/>
              <a:gd name="connsiteX3" fmla="*/ 6330000 w 12192000"/>
              <a:gd name="connsiteY3" fmla="*/ 3430587 h 3430587"/>
              <a:gd name="connsiteX4" fmla="*/ 6330000 w 12192000"/>
              <a:gd name="connsiteY4" fmla="*/ 3192987 h 3430587"/>
              <a:gd name="connsiteX5" fmla="*/ 5862000 w 12192000"/>
              <a:gd name="connsiteY5" fmla="*/ 3192987 h 3430587"/>
              <a:gd name="connsiteX6" fmla="*/ 5862000 w 12192000"/>
              <a:gd name="connsiteY6" fmla="*/ 3430587 h 3430587"/>
              <a:gd name="connsiteX7" fmla="*/ 0 w 12192000"/>
              <a:gd name="connsiteY7" fmla="*/ 3430587 h 3430587"/>
              <a:gd name="connsiteX0" fmla="*/ 0 w 12192000"/>
              <a:gd name="connsiteY0" fmla="*/ 0 h 3430587"/>
              <a:gd name="connsiteX1" fmla="*/ 12192000 w 12192000"/>
              <a:gd name="connsiteY1" fmla="*/ 0 h 3430587"/>
              <a:gd name="connsiteX2" fmla="*/ 12192000 w 12192000"/>
              <a:gd name="connsiteY2" fmla="*/ 3430587 h 3430587"/>
              <a:gd name="connsiteX3" fmla="*/ 6330000 w 12192000"/>
              <a:gd name="connsiteY3" fmla="*/ 3430587 h 3430587"/>
              <a:gd name="connsiteX4" fmla="*/ 6324715 w 12192000"/>
              <a:gd name="connsiteY4" fmla="*/ 3430587 h 3430587"/>
              <a:gd name="connsiteX5" fmla="*/ 5862000 w 12192000"/>
              <a:gd name="connsiteY5" fmla="*/ 3192987 h 3430587"/>
              <a:gd name="connsiteX6" fmla="*/ 5862000 w 12192000"/>
              <a:gd name="connsiteY6" fmla="*/ 3430587 h 3430587"/>
              <a:gd name="connsiteX7" fmla="*/ 0 w 12192000"/>
              <a:gd name="connsiteY7" fmla="*/ 3430587 h 3430587"/>
              <a:gd name="connsiteX8" fmla="*/ 0 w 12192000"/>
              <a:gd name="connsiteY8" fmla="*/ 0 h 3430587"/>
              <a:gd name="connsiteX0" fmla="*/ 0 w 12192000"/>
              <a:gd name="connsiteY0" fmla="*/ 0 h 3430587"/>
              <a:gd name="connsiteX1" fmla="*/ 12192000 w 12192000"/>
              <a:gd name="connsiteY1" fmla="*/ 0 h 3430587"/>
              <a:gd name="connsiteX2" fmla="*/ 12192000 w 12192000"/>
              <a:gd name="connsiteY2" fmla="*/ 3430587 h 3430587"/>
              <a:gd name="connsiteX3" fmla="*/ 6330000 w 12192000"/>
              <a:gd name="connsiteY3" fmla="*/ 3430587 h 3430587"/>
              <a:gd name="connsiteX4" fmla="*/ 6324715 w 12192000"/>
              <a:gd name="connsiteY4" fmla="*/ 3430587 h 3430587"/>
              <a:gd name="connsiteX5" fmla="*/ 5862000 w 12192000"/>
              <a:gd name="connsiteY5" fmla="*/ 3430587 h 3430587"/>
              <a:gd name="connsiteX6" fmla="*/ 5862000 w 12192000"/>
              <a:gd name="connsiteY6" fmla="*/ 3430587 h 3430587"/>
              <a:gd name="connsiteX7" fmla="*/ 0 w 12192000"/>
              <a:gd name="connsiteY7" fmla="*/ 3430587 h 3430587"/>
              <a:gd name="connsiteX8" fmla="*/ 0 w 12192000"/>
              <a:gd name="connsiteY8" fmla="*/ 0 h 3430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430587">
                <a:moveTo>
                  <a:pt x="0" y="0"/>
                </a:moveTo>
                <a:lnTo>
                  <a:pt x="12192000" y="0"/>
                </a:lnTo>
                <a:lnTo>
                  <a:pt x="12192000" y="3430587"/>
                </a:lnTo>
                <a:lnTo>
                  <a:pt x="6330000" y="3430587"/>
                </a:lnTo>
                <a:lnTo>
                  <a:pt x="6324715" y="3430587"/>
                </a:lnTo>
                <a:lnTo>
                  <a:pt x="5862000" y="3430587"/>
                </a:lnTo>
                <a:lnTo>
                  <a:pt x="5862000" y="3430587"/>
                </a:lnTo>
                <a:lnTo>
                  <a:pt x="0" y="3430587"/>
                </a:lnTo>
                <a:lnTo>
                  <a:pt x="0" y="0"/>
                </a:lnTo>
                <a:close/>
              </a:path>
            </a:pathLst>
          </a:custGeom>
          <a:solidFill>
            <a:schemeClr val="tx1">
              <a:lumMod val="85000"/>
            </a:schemeClr>
          </a:solidFill>
        </p:spPr>
        <p:txBody>
          <a:bodyPr wrap="square" lIns="612000">
            <a:noAutofit/>
          </a:bodyPr>
          <a:lstStyle>
            <a:lvl1pPr>
              <a:buClr>
                <a:schemeClr val="bg2"/>
              </a:buClr>
              <a:defRPr>
                <a:solidFill>
                  <a:schemeClr val="bg1"/>
                </a:solidFill>
              </a:defRPr>
            </a:lvl1pPr>
          </a:lstStyle>
          <a:p>
            <a:r>
              <a:rPr lang="nl-NL"/>
              <a:t>Klik op het pictogram als u een afbeelding wilt toevoegen</a:t>
            </a:r>
          </a:p>
        </p:txBody>
      </p:sp>
      <p:sp>
        <p:nvSpPr>
          <p:cNvPr id="2" name="Titel 1"/>
          <p:cNvSpPr>
            <a:spLocks noGrp="1"/>
          </p:cNvSpPr>
          <p:nvPr>
            <p:ph type="title"/>
          </p:nvPr>
        </p:nvSpPr>
        <p:spPr>
          <a:xfrm>
            <a:off x="633600" y="1051200"/>
            <a:ext cx="10924382" cy="946800"/>
          </a:xfrm>
        </p:spPr>
        <p:txBody>
          <a:bodyPr/>
          <a:lstStyle>
            <a:lvl1pPr>
              <a:defRPr>
                <a:solidFill>
                  <a:schemeClr val="tx1"/>
                </a:solidFill>
              </a:defRPr>
            </a:lvl1pPr>
          </a:lstStyle>
          <a:p>
            <a:r>
              <a:rPr lang="nl-NL"/>
              <a:t>Klik om stijl te bewerken</a:t>
            </a:r>
          </a:p>
        </p:txBody>
      </p:sp>
      <p:sp>
        <p:nvSpPr>
          <p:cNvPr id="15" name="Tijdelijke aanduiding voor dianummer 14"/>
          <p:cNvSpPr>
            <a:spLocks noGrp="1"/>
          </p:cNvSpPr>
          <p:nvPr>
            <p:ph type="sldNum" sz="quarter" idx="17"/>
          </p:nvPr>
        </p:nvSpPr>
        <p:spPr/>
        <p:txBody>
          <a:bodyPr/>
          <a:lstStyle>
            <a:lvl1pPr>
              <a:defRPr>
                <a:solidFill>
                  <a:schemeClr val="tx1"/>
                </a:solidFill>
              </a:defRPr>
            </a:lvl1pPr>
          </a:lstStyle>
          <a:p>
            <a:fld id="{10A0A6AF-03C5-477E-939A-E28F7E7F05EA}" type="slidenum">
              <a:rPr lang="nl-NL" smtClean="0"/>
              <a:pPr/>
              <a:t>‹nr.›</a:t>
            </a:fld>
            <a:endParaRPr lang="nl-NL"/>
          </a:p>
        </p:txBody>
      </p:sp>
      <p:sp>
        <p:nvSpPr>
          <p:cNvPr id="7"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tx1"/>
                </a:solidFill>
              </a:defRPr>
            </a:lvl1pPr>
          </a:lstStyle>
          <a:p>
            <a:fld id="{F47EF775-05F8-4D0C-9300-69849B26FFE2}" type="datetime4">
              <a:rPr lang="nl-NL" smtClean="0"/>
              <a:pPr/>
              <a:t>25 september 2026</a:t>
            </a:fld>
            <a:r>
              <a:rPr lang="en-US"/>
              <a:t> | </a:t>
            </a:r>
            <a:r>
              <a:rPr lang="en-US" err="1"/>
              <a:t>Voettekst</a:t>
            </a:r>
            <a:endParaRPr lang="nl-NL"/>
          </a:p>
        </p:txBody>
      </p:sp>
    </p:spTree>
    <p:extLst>
      <p:ext uri="{BB962C8B-B14F-4D97-AF65-F5344CB8AC3E}">
        <p14:creationId xmlns:p14="http://schemas.microsoft.com/office/powerpoint/2010/main" val="2315850997"/>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fbeelding horizontaal wit titel">
    <p:bg>
      <p:bgRef idx="1001">
        <a:schemeClr val="bg1"/>
      </p:bgRef>
    </p:bg>
    <p:spTree>
      <p:nvGrpSpPr>
        <p:cNvPr id="1" name=""/>
        <p:cNvGrpSpPr/>
        <p:nvPr/>
      </p:nvGrpSpPr>
      <p:grpSpPr>
        <a:xfrm>
          <a:off x="0" y="0"/>
          <a:ext cx="0" cy="0"/>
          <a:chOff x="0" y="0"/>
          <a:chExt cx="0" cy="0"/>
        </a:xfrm>
      </p:grpSpPr>
      <p:sp>
        <p:nvSpPr>
          <p:cNvPr id="11" name="Tijdelijke aanduiding voor afbeelding 10"/>
          <p:cNvSpPr>
            <a:spLocks noGrp="1"/>
          </p:cNvSpPr>
          <p:nvPr>
            <p:ph type="pic" sz="quarter" idx="14"/>
          </p:nvPr>
        </p:nvSpPr>
        <p:spPr>
          <a:xfrm>
            <a:off x="0" y="3427413"/>
            <a:ext cx="12192000" cy="3430587"/>
          </a:xfrm>
          <a:custGeom>
            <a:avLst/>
            <a:gdLst>
              <a:gd name="connsiteX0" fmla="*/ 0 w 12192000"/>
              <a:gd name="connsiteY0" fmla="*/ 0 h 3430587"/>
              <a:gd name="connsiteX1" fmla="*/ 12192000 w 12192000"/>
              <a:gd name="connsiteY1" fmla="*/ 0 h 3430587"/>
              <a:gd name="connsiteX2" fmla="*/ 12192000 w 12192000"/>
              <a:gd name="connsiteY2" fmla="*/ 3430587 h 3430587"/>
              <a:gd name="connsiteX3" fmla="*/ 6330000 w 12192000"/>
              <a:gd name="connsiteY3" fmla="*/ 3430587 h 3430587"/>
              <a:gd name="connsiteX4" fmla="*/ 6330000 w 12192000"/>
              <a:gd name="connsiteY4" fmla="*/ 3192987 h 3430587"/>
              <a:gd name="connsiteX5" fmla="*/ 5862000 w 12192000"/>
              <a:gd name="connsiteY5" fmla="*/ 3192987 h 3430587"/>
              <a:gd name="connsiteX6" fmla="*/ 5862000 w 12192000"/>
              <a:gd name="connsiteY6" fmla="*/ 3430587 h 3430587"/>
              <a:gd name="connsiteX7" fmla="*/ 0 w 12192000"/>
              <a:gd name="connsiteY7" fmla="*/ 3430587 h 3430587"/>
              <a:gd name="connsiteX0" fmla="*/ 0 w 12192000"/>
              <a:gd name="connsiteY0" fmla="*/ 0 h 3430587"/>
              <a:gd name="connsiteX1" fmla="*/ 12192000 w 12192000"/>
              <a:gd name="connsiteY1" fmla="*/ 0 h 3430587"/>
              <a:gd name="connsiteX2" fmla="*/ 12192000 w 12192000"/>
              <a:gd name="connsiteY2" fmla="*/ 3430587 h 3430587"/>
              <a:gd name="connsiteX3" fmla="*/ 6330000 w 12192000"/>
              <a:gd name="connsiteY3" fmla="*/ 3430587 h 3430587"/>
              <a:gd name="connsiteX4" fmla="*/ 6336823 w 12192000"/>
              <a:gd name="connsiteY4" fmla="*/ 3430587 h 3430587"/>
              <a:gd name="connsiteX5" fmla="*/ 5862000 w 12192000"/>
              <a:gd name="connsiteY5" fmla="*/ 3192987 h 3430587"/>
              <a:gd name="connsiteX6" fmla="*/ 5862000 w 12192000"/>
              <a:gd name="connsiteY6" fmla="*/ 3430587 h 3430587"/>
              <a:gd name="connsiteX7" fmla="*/ 0 w 12192000"/>
              <a:gd name="connsiteY7" fmla="*/ 3430587 h 3430587"/>
              <a:gd name="connsiteX8" fmla="*/ 0 w 12192000"/>
              <a:gd name="connsiteY8" fmla="*/ 0 h 3430587"/>
              <a:gd name="connsiteX0" fmla="*/ 0 w 12192000"/>
              <a:gd name="connsiteY0" fmla="*/ 0 h 3430587"/>
              <a:gd name="connsiteX1" fmla="*/ 12192000 w 12192000"/>
              <a:gd name="connsiteY1" fmla="*/ 0 h 3430587"/>
              <a:gd name="connsiteX2" fmla="*/ 12192000 w 12192000"/>
              <a:gd name="connsiteY2" fmla="*/ 3430587 h 3430587"/>
              <a:gd name="connsiteX3" fmla="*/ 6330000 w 12192000"/>
              <a:gd name="connsiteY3" fmla="*/ 3430587 h 3430587"/>
              <a:gd name="connsiteX4" fmla="*/ 6336823 w 12192000"/>
              <a:gd name="connsiteY4" fmla="*/ 3430587 h 3430587"/>
              <a:gd name="connsiteX5" fmla="*/ 5862000 w 12192000"/>
              <a:gd name="connsiteY5" fmla="*/ 3430587 h 3430587"/>
              <a:gd name="connsiteX6" fmla="*/ 5862000 w 12192000"/>
              <a:gd name="connsiteY6" fmla="*/ 3430587 h 3430587"/>
              <a:gd name="connsiteX7" fmla="*/ 0 w 12192000"/>
              <a:gd name="connsiteY7" fmla="*/ 3430587 h 3430587"/>
              <a:gd name="connsiteX8" fmla="*/ 0 w 12192000"/>
              <a:gd name="connsiteY8" fmla="*/ 0 h 3430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430587">
                <a:moveTo>
                  <a:pt x="0" y="0"/>
                </a:moveTo>
                <a:lnTo>
                  <a:pt x="12192000" y="0"/>
                </a:lnTo>
                <a:lnTo>
                  <a:pt x="12192000" y="3430587"/>
                </a:lnTo>
                <a:lnTo>
                  <a:pt x="6330000" y="3430587"/>
                </a:lnTo>
                <a:lnTo>
                  <a:pt x="6336823" y="3430587"/>
                </a:lnTo>
                <a:lnTo>
                  <a:pt x="5862000" y="3430587"/>
                </a:lnTo>
                <a:lnTo>
                  <a:pt x="5862000" y="3430587"/>
                </a:lnTo>
                <a:lnTo>
                  <a:pt x="0" y="3430587"/>
                </a:lnTo>
                <a:lnTo>
                  <a:pt x="0" y="0"/>
                </a:lnTo>
                <a:close/>
              </a:path>
            </a:pathLst>
          </a:custGeom>
          <a:solidFill>
            <a:schemeClr val="tx1">
              <a:alpha val="10000"/>
            </a:schemeClr>
          </a:solidFill>
        </p:spPr>
        <p:txBody>
          <a:bodyPr wrap="square" lIns="612000">
            <a:noAutofit/>
          </a:bodyPr>
          <a:lstStyle/>
          <a:p>
            <a:r>
              <a:rPr lang="nl-NL"/>
              <a:t>Klik op het pictogram als u een afbeelding wilt toevoegen</a:t>
            </a:r>
          </a:p>
        </p:txBody>
      </p:sp>
      <p:sp>
        <p:nvSpPr>
          <p:cNvPr id="9" name="Titel 8"/>
          <p:cNvSpPr>
            <a:spLocks noGrp="1"/>
          </p:cNvSpPr>
          <p:nvPr>
            <p:ph type="title"/>
          </p:nvPr>
        </p:nvSpPr>
        <p:spPr>
          <a:xfrm>
            <a:off x="634206" y="1051200"/>
            <a:ext cx="10924382" cy="946800"/>
          </a:xfrm>
        </p:spPr>
        <p:txBody>
          <a:bodyPr/>
          <a:lstStyle/>
          <a:p>
            <a:r>
              <a:rPr lang="nl-NL"/>
              <a:t>Klik om stijl te bewerken</a:t>
            </a:r>
          </a:p>
        </p:txBody>
      </p:sp>
      <p:sp>
        <p:nvSpPr>
          <p:cNvPr id="7" name="Tijdelijke aanduiding voor dianummer 6"/>
          <p:cNvSpPr>
            <a:spLocks noGrp="1"/>
          </p:cNvSpPr>
          <p:nvPr>
            <p:ph type="sldNum" sz="quarter" idx="17"/>
          </p:nvPr>
        </p:nvSpPr>
        <p:spPr/>
        <p:txBody>
          <a:bodyPr/>
          <a:lstStyle>
            <a:lvl1pPr>
              <a:defRPr>
                <a:solidFill>
                  <a:schemeClr val="bg1"/>
                </a:solidFill>
              </a:defRPr>
            </a:lvl1pPr>
          </a:lstStyle>
          <a:p>
            <a:fld id="{10A0A6AF-03C5-477E-939A-E28F7E7F05EA}" type="slidenum">
              <a:rPr lang="nl-NL" smtClean="0"/>
              <a:pPr/>
              <a:t>‹nr.›</a:t>
            </a:fld>
            <a:endParaRPr lang="nl-NL"/>
          </a:p>
        </p:txBody>
      </p:sp>
      <p:sp>
        <p:nvSpPr>
          <p:cNvPr id="8"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solidFill>
              </a:defRPr>
            </a:lvl1pPr>
          </a:lstStyle>
          <a:p>
            <a:fld id="{F47EF775-05F8-4D0C-9300-69849B26FFE2}" type="datetime4">
              <a:rPr lang="nl-NL" smtClean="0"/>
              <a:pPr/>
              <a:t>25 september 2026</a:t>
            </a:fld>
            <a:r>
              <a:rPr lang="en-US"/>
              <a:t> | </a:t>
            </a:r>
            <a:r>
              <a:rPr lang="en-US" err="1"/>
              <a:t>Voettekst</a:t>
            </a:r>
            <a:endParaRPr lang="nl-NL"/>
          </a:p>
        </p:txBody>
      </p:sp>
    </p:spTree>
    <p:extLst>
      <p:ext uri="{BB962C8B-B14F-4D97-AF65-F5344CB8AC3E}">
        <p14:creationId xmlns:p14="http://schemas.microsoft.com/office/powerpoint/2010/main" val="1504804626"/>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fbeelding">
    <p:bg>
      <p:bgPr>
        <a:solidFill>
          <a:schemeClr val="bg1"/>
        </a:solidFill>
        <a:effectLst/>
      </p:bgPr>
    </p:bg>
    <p:spTree>
      <p:nvGrpSpPr>
        <p:cNvPr id="1" name=""/>
        <p:cNvGrpSpPr/>
        <p:nvPr/>
      </p:nvGrpSpPr>
      <p:grpSpPr>
        <a:xfrm>
          <a:off x="0" y="0"/>
          <a:ext cx="0" cy="0"/>
          <a:chOff x="0" y="0"/>
          <a:chExt cx="0" cy="0"/>
        </a:xfrm>
      </p:grpSpPr>
      <p:sp>
        <p:nvSpPr>
          <p:cNvPr id="4" name="Tijdelijke aanduiding voor afbeelding 11"/>
          <p:cNvSpPr>
            <a:spLocks noGrp="1"/>
          </p:cNvSpPr>
          <p:nvPr>
            <p:ph type="pic" sz="quarter" idx="14"/>
          </p:nvPr>
        </p:nvSpPr>
        <p:spPr>
          <a:xfrm>
            <a:off x="0" y="1"/>
            <a:ext cx="12192000" cy="6858000"/>
          </a:xfrm>
          <a:custGeom>
            <a:avLst/>
            <a:gdLst>
              <a:gd name="connsiteX0" fmla="*/ 0 w 12192000"/>
              <a:gd name="connsiteY0" fmla="*/ 0 h 3427413"/>
              <a:gd name="connsiteX1" fmla="*/ 5862638 w 12192000"/>
              <a:gd name="connsiteY1" fmla="*/ 0 h 3427413"/>
              <a:gd name="connsiteX2" fmla="*/ 5862638 w 12192000"/>
              <a:gd name="connsiteY2" fmla="*/ 709613 h 3427413"/>
              <a:gd name="connsiteX3" fmla="*/ 6329363 w 12192000"/>
              <a:gd name="connsiteY3" fmla="*/ 709613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0" fmla="*/ 0 w 12192000"/>
              <a:gd name="connsiteY0" fmla="*/ 0 h 6858000"/>
              <a:gd name="connsiteX1" fmla="*/ 5862638 w 12192000"/>
              <a:gd name="connsiteY1" fmla="*/ 0 h 6858000"/>
              <a:gd name="connsiteX2" fmla="*/ 5862638 w 12192000"/>
              <a:gd name="connsiteY2" fmla="*/ 709613 h 6858000"/>
              <a:gd name="connsiteX3" fmla="*/ 6329363 w 12192000"/>
              <a:gd name="connsiteY3" fmla="*/ 709613 h 6858000"/>
              <a:gd name="connsiteX4" fmla="*/ 6329363 w 12192000"/>
              <a:gd name="connsiteY4" fmla="*/ 0 h 6858000"/>
              <a:gd name="connsiteX5" fmla="*/ 12192000 w 12192000"/>
              <a:gd name="connsiteY5" fmla="*/ 0 h 6858000"/>
              <a:gd name="connsiteX6" fmla="*/ 12192000 w 12192000"/>
              <a:gd name="connsiteY6" fmla="*/ 6858000 h 6858000"/>
              <a:gd name="connsiteX7" fmla="*/ 0 w 12192000"/>
              <a:gd name="connsiteY7" fmla="*/ 3427413 h 6858000"/>
              <a:gd name="connsiteX8" fmla="*/ 0 w 12192000"/>
              <a:gd name="connsiteY8" fmla="*/ 0 h 6858000"/>
              <a:gd name="connsiteX0" fmla="*/ 0 w 12192000"/>
              <a:gd name="connsiteY0" fmla="*/ 0 h 6858000"/>
              <a:gd name="connsiteX1" fmla="*/ 5862638 w 12192000"/>
              <a:gd name="connsiteY1" fmla="*/ 0 h 6858000"/>
              <a:gd name="connsiteX2" fmla="*/ 5862638 w 12192000"/>
              <a:gd name="connsiteY2" fmla="*/ 709613 h 6858000"/>
              <a:gd name="connsiteX3" fmla="*/ 6329363 w 12192000"/>
              <a:gd name="connsiteY3" fmla="*/ 709613 h 6858000"/>
              <a:gd name="connsiteX4" fmla="*/ 6329363 w 12192000"/>
              <a:gd name="connsiteY4" fmla="*/ 0 h 6858000"/>
              <a:gd name="connsiteX5" fmla="*/ 12192000 w 12192000"/>
              <a:gd name="connsiteY5" fmla="*/ 0 h 6858000"/>
              <a:gd name="connsiteX6" fmla="*/ 12192000 w 12192000"/>
              <a:gd name="connsiteY6" fmla="*/ 6858000 h 6858000"/>
              <a:gd name="connsiteX7" fmla="*/ 0 w 12192000"/>
              <a:gd name="connsiteY7" fmla="*/ 6857999 h 6858000"/>
              <a:gd name="connsiteX8" fmla="*/ 0 w 12192000"/>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8000">
                <a:moveTo>
                  <a:pt x="0" y="0"/>
                </a:moveTo>
                <a:lnTo>
                  <a:pt x="5862638" y="0"/>
                </a:lnTo>
                <a:lnTo>
                  <a:pt x="5862638" y="709613"/>
                </a:lnTo>
                <a:lnTo>
                  <a:pt x="6329363" y="709613"/>
                </a:lnTo>
                <a:lnTo>
                  <a:pt x="6329363" y="0"/>
                </a:lnTo>
                <a:lnTo>
                  <a:pt x="12192000" y="0"/>
                </a:lnTo>
                <a:lnTo>
                  <a:pt x="12192000" y="6858000"/>
                </a:lnTo>
                <a:lnTo>
                  <a:pt x="0" y="6857999"/>
                </a:lnTo>
                <a:lnTo>
                  <a:pt x="0" y="0"/>
                </a:lnTo>
                <a:close/>
              </a:path>
            </a:pathLst>
          </a:custGeom>
          <a:solidFill>
            <a:schemeClr val="bg1">
              <a:lumMod val="85000"/>
            </a:schemeClr>
          </a:solidFill>
        </p:spPr>
        <p:txBody>
          <a:bodyPr wrap="square" lIns="720000" tIns="1152000">
            <a:noAutofit/>
          </a:bodyPr>
          <a:lstStyle>
            <a:lvl1pPr>
              <a:tabLst>
                <a:tab pos="1619250" algn="l"/>
              </a:tabLst>
              <a:defRPr>
                <a:solidFill>
                  <a:schemeClr val="tx1"/>
                </a:solidFill>
              </a:defRPr>
            </a:lvl1pPr>
          </a:lstStyle>
          <a:p>
            <a:r>
              <a:rPr lang="nl-NL"/>
              <a:t>Klik op het pictogram als u een afbeelding wilt toevoegen</a:t>
            </a:r>
          </a:p>
        </p:txBody>
      </p:sp>
    </p:spTree>
    <p:extLst>
      <p:ext uri="{BB962C8B-B14F-4D97-AF65-F5344CB8AC3E}">
        <p14:creationId xmlns:p14="http://schemas.microsoft.com/office/powerpoint/2010/main" val="198677955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Afbeelding met titel">
    <p:bg>
      <p:bgPr>
        <a:solidFill>
          <a:schemeClr val="bg1"/>
        </a:solidFill>
        <a:effectLst/>
      </p:bgPr>
    </p:bg>
    <p:spTree>
      <p:nvGrpSpPr>
        <p:cNvPr id="1" name=""/>
        <p:cNvGrpSpPr/>
        <p:nvPr/>
      </p:nvGrpSpPr>
      <p:grpSpPr>
        <a:xfrm>
          <a:off x="0" y="0"/>
          <a:ext cx="0" cy="0"/>
          <a:chOff x="0" y="0"/>
          <a:chExt cx="0" cy="0"/>
        </a:xfrm>
      </p:grpSpPr>
      <p:sp>
        <p:nvSpPr>
          <p:cNvPr id="6" name="Tijdelijke aanduiding voor afbeelding 11"/>
          <p:cNvSpPr>
            <a:spLocks noGrp="1"/>
          </p:cNvSpPr>
          <p:nvPr>
            <p:ph type="pic" sz="quarter" idx="14"/>
          </p:nvPr>
        </p:nvSpPr>
        <p:spPr>
          <a:xfrm>
            <a:off x="0" y="1"/>
            <a:ext cx="12192000" cy="6858000"/>
          </a:xfrm>
          <a:custGeom>
            <a:avLst/>
            <a:gdLst>
              <a:gd name="connsiteX0" fmla="*/ 0 w 12192000"/>
              <a:gd name="connsiteY0" fmla="*/ 0 h 3427413"/>
              <a:gd name="connsiteX1" fmla="*/ 5862638 w 12192000"/>
              <a:gd name="connsiteY1" fmla="*/ 0 h 3427413"/>
              <a:gd name="connsiteX2" fmla="*/ 5862638 w 12192000"/>
              <a:gd name="connsiteY2" fmla="*/ 709613 h 3427413"/>
              <a:gd name="connsiteX3" fmla="*/ 6329363 w 12192000"/>
              <a:gd name="connsiteY3" fmla="*/ 709613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0" fmla="*/ 0 w 12192000"/>
              <a:gd name="connsiteY0" fmla="*/ 0 h 6858000"/>
              <a:gd name="connsiteX1" fmla="*/ 5862638 w 12192000"/>
              <a:gd name="connsiteY1" fmla="*/ 0 h 6858000"/>
              <a:gd name="connsiteX2" fmla="*/ 5862638 w 12192000"/>
              <a:gd name="connsiteY2" fmla="*/ 709613 h 6858000"/>
              <a:gd name="connsiteX3" fmla="*/ 6329363 w 12192000"/>
              <a:gd name="connsiteY3" fmla="*/ 709613 h 6858000"/>
              <a:gd name="connsiteX4" fmla="*/ 6329363 w 12192000"/>
              <a:gd name="connsiteY4" fmla="*/ 0 h 6858000"/>
              <a:gd name="connsiteX5" fmla="*/ 12192000 w 12192000"/>
              <a:gd name="connsiteY5" fmla="*/ 0 h 6858000"/>
              <a:gd name="connsiteX6" fmla="*/ 12192000 w 12192000"/>
              <a:gd name="connsiteY6" fmla="*/ 6858000 h 6858000"/>
              <a:gd name="connsiteX7" fmla="*/ 0 w 12192000"/>
              <a:gd name="connsiteY7" fmla="*/ 3427413 h 6858000"/>
              <a:gd name="connsiteX8" fmla="*/ 0 w 12192000"/>
              <a:gd name="connsiteY8" fmla="*/ 0 h 6858000"/>
              <a:gd name="connsiteX0" fmla="*/ 0 w 12192000"/>
              <a:gd name="connsiteY0" fmla="*/ 0 h 6858000"/>
              <a:gd name="connsiteX1" fmla="*/ 5862638 w 12192000"/>
              <a:gd name="connsiteY1" fmla="*/ 0 h 6858000"/>
              <a:gd name="connsiteX2" fmla="*/ 5862638 w 12192000"/>
              <a:gd name="connsiteY2" fmla="*/ 709613 h 6858000"/>
              <a:gd name="connsiteX3" fmla="*/ 6329363 w 12192000"/>
              <a:gd name="connsiteY3" fmla="*/ 709613 h 6858000"/>
              <a:gd name="connsiteX4" fmla="*/ 6329363 w 12192000"/>
              <a:gd name="connsiteY4" fmla="*/ 0 h 6858000"/>
              <a:gd name="connsiteX5" fmla="*/ 12192000 w 12192000"/>
              <a:gd name="connsiteY5" fmla="*/ 0 h 6858000"/>
              <a:gd name="connsiteX6" fmla="*/ 12192000 w 12192000"/>
              <a:gd name="connsiteY6" fmla="*/ 6858000 h 6858000"/>
              <a:gd name="connsiteX7" fmla="*/ 0 w 12192000"/>
              <a:gd name="connsiteY7" fmla="*/ 6857999 h 6858000"/>
              <a:gd name="connsiteX8" fmla="*/ 0 w 12192000"/>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8000">
                <a:moveTo>
                  <a:pt x="0" y="0"/>
                </a:moveTo>
                <a:lnTo>
                  <a:pt x="5862638" y="0"/>
                </a:lnTo>
                <a:lnTo>
                  <a:pt x="5862638" y="709613"/>
                </a:lnTo>
                <a:lnTo>
                  <a:pt x="6329363" y="709613"/>
                </a:lnTo>
                <a:lnTo>
                  <a:pt x="6329363" y="0"/>
                </a:lnTo>
                <a:lnTo>
                  <a:pt x="12192000" y="0"/>
                </a:lnTo>
                <a:lnTo>
                  <a:pt x="12192000" y="6858000"/>
                </a:lnTo>
                <a:lnTo>
                  <a:pt x="0" y="6857999"/>
                </a:lnTo>
                <a:lnTo>
                  <a:pt x="0" y="0"/>
                </a:lnTo>
                <a:close/>
              </a:path>
            </a:pathLst>
          </a:custGeom>
          <a:solidFill>
            <a:schemeClr val="bg1">
              <a:lumMod val="85000"/>
            </a:schemeClr>
          </a:solidFill>
        </p:spPr>
        <p:txBody>
          <a:bodyPr wrap="square" lIns="720000" tIns="1152000">
            <a:noAutofit/>
          </a:bodyPr>
          <a:lstStyle>
            <a:lvl1pPr>
              <a:tabLst>
                <a:tab pos="1619250" algn="l"/>
              </a:tabLst>
              <a:defRPr>
                <a:solidFill>
                  <a:schemeClr val="tx1"/>
                </a:solidFill>
              </a:defRPr>
            </a:lvl1pPr>
          </a:lstStyle>
          <a:p>
            <a:r>
              <a:rPr lang="nl-NL"/>
              <a:t>Klik op het pictogram als u een afbeelding wilt toevoegen</a:t>
            </a:r>
          </a:p>
        </p:txBody>
      </p:sp>
      <p:sp>
        <p:nvSpPr>
          <p:cNvPr id="5" name="Titel 4"/>
          <p:cNvSpPr>
            <a:spLocks noGrp="1"/>
          </p:cNvSpPr>
          <p:nvPr>
            <p:ph type="title"/>
          </p:nvPr>
        </p:nvSpPr>
        <p:spPr>
          <a:xfrm>
            <a:off x="0" y="5153776"/>
            <a:ext cx="12192000" cy="576000"/>
          </a:xfrm>
          <a:solidFill>
            <a:schemeClr val="tx2"/>
          </a:solidFill>
        </p:spPr>
        <p:txBody>
          <a:bodyPr lIns="756000" anchor="ctr" anchorCtr="0">
            <a:noAutofit/>
          </a:bodyPr>
          <a:lstStyle>
            <a:lvl1pPr algn="l">
              <a:defRPr sz="3200">
                <a:solidFill>
                  <a:schemeClr val="bg1"/>
                </a:solidFill>
              </a:defRPr>
            </a:lvl1pPr>
          </a:lstStyle>
          <a:p>
            <a:r>
              <a:rPr lang="nl-NL"/>
              <a:t>Klik om stijl te bewerken</a:t>
            </a:r>
          </a:p>
        </p:txBody>
      </p:sp>
      <p:sp>
        <p:nvSpPr>
          <p:cNvPr id="3" name="Tijdelijke aanduiding voor tekst 2"/>
          <p:cNvSpPr>
            <a:spLocks noGrp="1"/>
          </p:cNvSpPr>
          <p:nvPr>
            <p:ph type="body" sz="quarter" idx="10"/>
          </p:nvPr>
        </p:nvSpPr>
        <p:spPr>
          <a:xfrm>
            <a:off x="0" y="5825413"/>
            <a:ext cx="12192000" cy="396000"/>
          </a:xfrm>
          <a:solidFill>
            <a:schemeClr val="bg1"/>
          </a:solidFill>
        </p:spPr>
        <p:txBody>
          <a:bodyPr lIns="756000" anchor="ctr" anchorCtr="0">
            <a:normAutofit/>
          </a:bodyPr>
          <a:lstStyle>
            <a:lvl1pPr marL="0" indent="0">
              <a:buNone/>
              <a:defRPr sz="2000" i="0">
                <a:solidFill>
                  <a:schemeClr val="tx1"/>
                </a:solidFill>
              </a:defRPr>
            </a:lvl1pPr>
            <a:lvl2pPr marL="313200" indent="0">
              <a:buNone/>
              <a:defRPr/>
            </a:lvl2pPr>
            <a:lvl3pPr marL="630000" indent="0">
              <a:buNone/>
              <a:defRPr/>
            </a:lvl3pPr>
            <a:lvl4pPr marL="943200" indent="0">
              <a:buNone/>
              <a:defRPr/>
            </a:lvl4pPr>
            <a:lvl5pPr marL="1260000" indent="0">
              <a:buNone/>
              <a:defRPr/>
            </a:lvl5pPr>
          </a:lstStyle>
          <a:p>
            <a:pPr lvl="0"/>
            <a:r>
              <a:rPr lang="nl-NL"/>
              <a:t>Klikken om de tekststijl van het model te bewerken</a:t>
            </a:r>
          </a:p>
        </p:txBody>
      </p:sp>
      <p:pic>
        <p:nvPicPr>
          <p:cNvPr id="4" name="Afbeelding 3"/>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175" y="0"/>
            <a:ext cx="12198350" cy="1066800"/>
          </a:xfrm>
          <a:prstGeom prst="rect">
            <a:avLst/>
          </a:prstGeom>
        </p:spPr>
      </p:pic>
    </p:spTree>
    <p:extLst>
      <p:ext uri="{BB962C8B-B14F-4D97-AF65-F5344CB8AC3E}">
        <p14:creationId xmlns:p14="http://schemas.microsoft.com/office/powerpoint/2010/main" val="9924026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abel/grafiek">
    <p:spTree>
      <p:nvGrpSpPr>
        <p:cNvPr id="1" name=""/>
        <p:cNvGrpSpPr/>
        <p:nvPr/>
      </p:nvGrpSpPr>
      <p:grpSpPr>
        <a:xfrm>
          <a:off x="0" y="0"/>
          <a:ext cx="0" cy="0"/>
          <a:chOff x="0" y="0"/>
          <a:chExt cx="0" cy="0"/>
        </a:xfrm>
      </p:grpSpPr>
      <p:sp>
        <p:nvSpPr>
          <p:cNvPr id="8" name="Titel 7"/>
          <p:cNvSpPr>
            <a:spLocks noGrp="1"/>
          </p:cNvSpPr>
          <p:nvPr>
            <p:ph type="title"/>
          </p:nvPr>
        </p:nvSpPr>
        <p:spPr/>
        <p:txBody>
          <a:bodyPr/>
          <a:lstStyle/>
          <a:p>
            <a:r>
              <a:rPr lang="nl-NL"/>
              <a:t>Klik om stijl te bewerken</a:t>
            </a:r>
          </a:p>
        </p:txBody>
      </p:sp>
      <p:sp>
        <p:nvSpPr>
          <p:cNvPr id="3" name="Tijdelijke aanduiding voor inhoud 2"/>
          <p:cNvSpPr>
            <a:spLocks noGrp="1"/>
          </p:cNvSpPr>
          <p:nvPr>
            <p:ph sz="quarter" idx="13" hasCustomPrompt="1"/>
          </p:nvPr>
        </p:nvSpPr>
        <p:spPr>
          <a:xfrm>
            <a:off x="635000" y="2276475"/>
            <a:ext cx="10923588" cy="3944938"/>
          </a:xfrm>
        </p:spPr>
        <p:txBody>
          <a:bodyPr/>
          <a:lstStyle>
            <a:lvl1pPr>
              <a:defRPr/>
            </a:lvl1pPr>
          </a:lstStyle>
          <a:p>
            <a:pPr lvl="0"/>
            <a:r>
              <a:rPr lang="nl-NL"/>
              <a:t>Klik om tekst of beeld toe te voegen </a:t>
            </a:r>
          </a:p>
          <a:p>
            <a:pPr lvl="1"/>
            <a:r>
              <a:rPr lang="nl-NL"/>
              <a:t>Tweede niveau</a:t>
            </a:r>
          </a:p>
          <a:p>
            <a:pPr lvl="2"/>
            <a:r>
              <a:rPr lang="nl-NL"/>
              <a:t>Derde niveau</a:t>
            </a:r>
          </a:p>
          <a:p>
            <a:pPr lvl="3"/>
            <a:r>
              <a:rPr lang="nl-NL"/>
              <a:t>Vierde niveau</a:t>
            </a:r>
          </a:p>
          <a:p>
            <a:pPr lvl="4"/>
            <a:r>
              <a:rPr lang="nl-NL"/>
              <a:t>Vijfde niveau</a:t>
            </a:r>
          </a:p>
        </p:txBody>
      </p:sp>
      <p:sp>
        <p:nvSpPr>
          <p:cNvPr id="12" name="Tijdelijke aanduiding voor dianummer 11"/>
          <p:cNvSpPr>
            <a:spLocks noGrp="1"/>
          </p:cNvSpPr>
          <p:nvPr>
            <p:ph type="sldNum" sz="quarter" idx="16"/>
          </p:nvPr>
        </p:nvSpPr>
        <p:spPr/>
        <p:txBody>
          <a:bodyPr/>
          <a:lstStyle/>
          <a:p>
            <a:fld id="{10A0A6AF-03C5-477E-939A-E28F7E7F05EA}" type="slidenum">
              <a:rPr lang="nl-NL" smtClean="0"/>
              <a:pPr/>
              <a:t>‹nr.›</a:t>
            </a:fld>
            <a:endParaRPr lang="nl-NL"/>
          </a:p>
        </p:txBody>
      </p:sp>
      <p:sp>
        <p:nvSpPr>
          <p:cNvPr id="7"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spTree>
    <p:extLst>
      <p:ext uri="{BB962C8B-B14F-4D97-AF65-F5344CB8AC3E}">
        <p14:creationId xmlns:p14="http://schemas.microsoft.com/office/powerpoint/2010/main" val="2590003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abel/grafiek met bijschrift">
    <p:spTree>
      <p:nvGrpSpPr>
        <p:cNvPr id="1" name=""/>
        <p:cNvGrpSpPr/>
        <p:nvPr/>
      </p:nvGrpSpPr>
      <p:grpSpPr>
        <a:xfrm>
          <a:off x="0" y="0"/>
          <a:ext cx="0" cy="0"/>
          <a:chOff x="0" y="0"/>
          <a:chExt cx="0" cy="0"/>
        </a:xfrm>
      </p:grpSpPr>
      <p:sp>
        <p:nvSpPr>
          <p:cNvPr id="8" name="Titel 7"/>
          <p:cNvSpPr>
            <a:spLocks noGrp="1"/>
          </p:cNvSpPr>
          <p:nvPr>
            <p:ph type="title"/>
          </p:nvPr>
        </p:nvSpPr>
        <p:spPr/>
        <p:txBody>
          <a:bodyPr/>
          <a:lstStyle/>
          <a:p>
            <a:r>
              <a:rPr lang="nl-NL"/>
              <a:t>Klik om stijl te bewerken</a:t>
            </a:r>
          </a:p>
        </p:txBody>
      </p:sp>
      <p:sp>
        <p:nvSpPr>
          <p:cNvPr id="3" name="Tijdelijke aanduiding voor tekst 2"/>
          <p:cNvSpPr>
            <a:spLocks noGrp="1"/>
          </p:cNvSpPr>
          <p:nvPr>
            <p:ph type="body" sz="quarter" idx="14"/>
          </p:nvPr>
        </p:nvSpPr>
        <p:spPr>
          <a:xfrm>
            <a:off x="7958859" y="2276475"/>
            <a:ext cx="3600000" cy="3937000"/>
          </a:xfrm>
        </p:spPr>
        <p:txBody>
          <a:bodyPr/>
          <a:lstStyle>
            <a:lvl1pPr marL="0" indent="0">
              <a:buNone/>
              <a:defRPr sz="2000"/>
            </a:lvl1pPr>
            <a:lvl2pPr marL="313200" indent="0">
              <a:buNone/>
              <a:defRPr sz="1800"/>
            </a:lvl2pPr>
            <a:lvl3pPr marL="630000" indent="0">
              <a:buNone/>
              <a:defRPr sz="1600"/>
            </a:lvl3pPr>
            <a:lvl4pPr marL="943200" indent="0">
              <a:buNone/>
              <a:defRPr sz="1600"/>
            </a:lvl4pPr>
            <a:lvl5pPr marL="1260000" indent="0">
              <a:buNone/>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9" name="Tijdelijke aanduiding voor inhoud 8"/>
          <p:cNvSpPr>
            <a:spLocks noGrp="1"/>
          </p:cNvSpPr>
          <p:nvPr>
            <p:ph sz="quarter" idx="15" hasCustomPrompt="1"/>
          </p:nvPr>
        </p:nvSpPr>
        <p:spPr>
          <a:xfrm>
            <a:off x="635000" y="2276475"/>
            <a:ext cx="7178964" cy="3944938"/>
          </a:xfrm>
        </p:spPr>
        <p:txBody>
          <a:bodyPr/>
          <a:lstStyle/>
          <a:p>
            <a:pPr lvl="0"/>
            <a:r>
              <a:rPr lang="nl-NL"/>
              <a:t>Klik om tekst of beeld toe te voegen</a:t>
            </a:r>
          </a:p>
          <a:p>
            <a:pPr lvl="1"/>
            <a:r>
              <a:rPr lang="nl-NL"/>
              <a:t>Tweede niveau</a:t>
            </a:r>
          </a:p>
          <a:p>
            <a:pPr lvl="2"/>
            <a:r>
              <a:rPr lang="nl-NL"/>
              <a:t>Derde niveau</a:t>
            </a:r>
          </a:p>
          <a:p>
            <a:pPr lvl="3"/>
            <a:r>
              <a:rPr lang="nl-NL"/>
              <a:t>Vierde niveau</a:t>
            </a:r>
          </a:p>
          <a:p>
            <a:pPr lvl="4"/>
            <a:r>
              <a:rPr lang="nl-NL"/>
              <a:t>Vijfde niveau</a:t>
            </a:r>
          </a:p>
        </p:txBody>
      </p:sp>
      <p:sp>
        <p:nvSpPr>
          <p:cNvPr id="13" name="Tijdelijke aanduiding voor dianummer 12"/>
          <p:cNvSpPr>
            <a:spLocks noGrp="1"/>
          </p:cNvSpPr>
          <p:nvPr>
            <p:ph type="sldNum" sz="quarter" idx="18"/>
          </p:nvPr>
        </p:nvSpPr>
        <p:spPr/>
        <p:txBody>
          <a:bodyPr/>
          <a:lstStyle/>
          <a:p>
            <a:fld id="{10A0A6AF-03C5-477E-939A-E28F7E7F05EA}" type="slidenum">
              <a:rPr lang="nl-NL" smtClean="0"/>
              <a:pPr/>
              <a:t>‹nr.›</a:t>
            </a:fld>
            <a:endParaRPr lang="nl-NL"/>
          </a:p>
        </p:txBody>
      </p:sp>
      <p:sp>
        <p:nvSpPr>
          <p:cNvPr id="10"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spTree>
    <p:extLst>
      <p:ext uri="{BB962C8B-B14F-4D97-AF65-F5344CB8AC3E}">
        <p14:creationId xmlns:p14="http://schemas.microsoft.com/office/powerpoint/2010/main" val="22086888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abel/grafiek verticaal">
    <p:spTree>
      <p:nvGrpSpPr>
        <p:cNvPr id="1" name=""/>
        <p:cNvGrpSpPr/>
        <p:nvPr/>
      </p:nvGrpSpPr>
      <p:grpSpPr>
        <a:xfrm>
          <a:off x="0" y="0"/>
          <a:ext cx="0" cy="0"/>
          <a:chOff x="0" y="0"/>
          <a:chExt cx="0" cy="0"/>
        </a:xfrm>
      </p:grpSpPr>
      <p:sp>
        <p:nvSpPr>
          <p:cNvPr id="7" name="Rechthoek 6"/>
          <p:cNvSpPr/>
          <p:nvPr userDrawn="1"/>
        </p:nvSpPr>
        <p:spPr>
          <a:xfrm>
            <a:off x="6096000" y="0"/>
            <a:ext cx="6096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Tijdelijke aanduiding voor tekst 9"/>
          <p:cNvSpPr>
            <a:spLocks noGrp="1"/>
          </p:cNvSpPr>
          <p:nvPr>
            <p:ph type="body" sz="quarter" idx="14"/>
          </p:nvPr>
        </p:nvSpPr>
        <p:spPr>
          <a:xfrm>
            <a:off x="6550024" y="2289599"/>
            <a:ext cx="5004000" cy="3931813"/>
          </a:xfrm>
        </p:spPr>
        <p:txBody>
          <a:bodyPr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defRPr>
                <a:solidFill>
                  <a:schemeClr val="bg1"/>
                </a:solidFill>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2" name="Titel 1"/>
          <p:cNvSpPr>
            <a:spLocks noGrp="1"/>
          </p:cNvSpPr>
          <p:nvPr>
            <p:ph type="title"/>
          </p:nvPr>
        </p:nvSpPr>
        <p:spPr>
          <a:xfrm>
            <a:off x="6550024" y="1051200"/>
            <a:ext cx="5004000" cy="948047"/>
          </a:xfrm>
        </p:spPr>
        <p:txBody>
          <a:bodyPr/>
          <a:lstStyle>
            <a:lvl1pPr>
              <a:defRPr>
                <a:solidFill>
                  <a:schemeClr val="bg1"/>
                </a:solidFill>
              </a:defRPr>
            </a:lvl1pPr>
          </a:lstStyle>
          <a:p>
            <a:r>
              <a:rPr lang="nl-NL"/>
              <a:t>Klik om stijl te bewerken</a:t>
            </a:r>
          </a:p>
        </p:txBody>
      </p:sp>
      <p:sp>
        <p:nvSpPr>
          <p:cNvPr id="9" name="Tijdelijke aanduiding voor inhoud 8"/>
          <p:cNvSpPr>
            <a:spLocks noGrp="1"/>
          </p:cNvSpPr>
          <p:nvPr>
            <p:ph sz="quarter" idx="19" hasCustomPrompt="1"/>
          </p:nvPr>
        </p:nvSpPr>
        <p:spPr>
          <a:xfrm>
            <a:off x="635000" y="1066799"/>
            <a:ext cx="5003800" cy="5154613"/>
          </a:xfrm>
        </p:spPr>
        <p:txBody>
          <a:bodyPr/>
          <a:lstStyle/>
          <a:p>
            <a:pPr lvl="0"/>
            <a:r>
              <a:rPr lang="nl-NL"/>
              <a:t>Klik om tekst of beeld toe te voegen</a:t>
            </a:r>
          </a:p>
          <a:p>
            <a:pPr lvl="1"/>
            <a:r>
              <a:rPr lang="nl-NL"/>
              <a:t>Tweede niveau</a:t>
            </a:r>
          </a:p>
          <a:p>
            <a:pPr lvl="2"/>
            <a:r>
              <a:rPr lang="nl-NL"/>
              <a:t>Derde niveau</a:t>
            </a:r>
          </a:p>
          <a:p>
            <a:pPr lvl="3"/>
            <a:r>
              <a:rPr lang="nl-NL"/>
              <a:t>Vierde niveau</a:t>
            </a:r>
          </a:p>
          <a:p>
            <a:pPr lvl="4"/>
            <a:r>
              <a:rPr lang="nl-NL"/>
              <a:t>Vijfde niveau</a:t>
            </a:r>
          </a:p>
        </p:txBody>
      </p:sp>
      <p:sp>
        <p:nvSpPr>
          <p:cNvPr id="11"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sp>
        <p:nvSpPr>
          <p:cNvPr id="13" name="Tijdelijke aanduiding voor dianummer 14"/>
          <p:cNvSpPr>
            <a:spLocks noGrp="1"/>
          </p:cNvSpPr>
          <p:nvPr>
            <p:ph type="sldNum" sz="quarter" idx="25"/>
          </p:nvPr>
        </p:nvSpPr>
        <p:spPr>
          <a:xfrm>
            <a:off x="6553199" y="6221413"/>
            <a:ext cx="5005389" cy="322075"/>
          </a:xfrm>
        </p:spPr>
        <p:txBody>
          <a:bodyPr/>
          <a:lstStyle>
            <a:lvl1pPr>
              <a:defRPr>
                <a:solidFill>
                  <a:schemeClr val="bg1"/>
                </a:solidFill>
              </a:defRPr>
            </a:lvl1pPr>
          </a:lstStyle>
          <a:p>
            <a:fld id="{10A0A6AF-03C5-477E-939A-E28F7E7F05EA}" type="slidenum">
              <a:rPr lang="nl-NL" smtClean="0"/>
              <a:pPr/>
              <a:t>‹nr.›</a:t>
            </a:fld>
            <a:endParaRPr lang="nl-NL"/>
          </a:p>
        </p:txBody>
      </p:sp>
      <p:pic>
        <p:nvPicPr>
          <p:cNvPr id="14" name="Afbeelding 13" descr="RO_vervolgpagina_Logo_2_RGB_pos__aangepast.png"/>
          <p:cNvPicPr>
            <a:picLocks noChangeAspect="1"/>
          </p:cNvPicPr>
          <p:nvPr userDrawn="1"/>
        </p:nvPicPr>
        <p:blipFill>
          <a:blip r:embed="rId2" cstate="print"/>
          <a:stretch>
            <a:fillRect/>
          </a:stretch>
        </p:blipFill>
        <p:spPr>
          <a:xfrm>
            <a:off x="0" y="0"/>
            <a:ext cx="12192000" cy="1057656"/>
          </a:xfrm>
          <a:prstGeom prst="rect">
            <a:avLst/>
          </a:prstGeom>
        </p:spPr>
      </p:pic>
    </p:spTree>
    <p:extLst>
      <p:ext uri="{BB962C8B-B14F-4D97-AF65-F5344CB8AC3E}">
        <p14:creationId xmlns:p14="http://schemas.microsoft.com/office/powerpoint/2010/main" val="904443803"/>
      </p:ext>
    </p:extLst>
  </p:cSld>
  <p:clrMapOvr>
    <a:masterClrMapping/>
  </p:clrMapOvr>
  <p:extLst>
    <p:ext uri="{DCECCB84-F9BA-43D5-87BE-67443E8EF086}">
      <p15:sldGuideLst xmlns:p15="http://schemas.microsoft.com/office/powerpoint/2012/main">
        <p15:guide id="1" orient="horz" pos="1661">
          <p15:clr>
            <a:srgbClr val="FBAE40"/>
          </p15:clr>
        </p15:guide>
        <p15:guide id="2" orient="horz" pos="2659">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Contact A">
    <p:spTree>
      <p:nvGrpSpPr>
        <p:cNvPr id="1" name=""/>
        <p:cNvGrpSpPr/>
        <p:nvPr/>
      </p:nvGrpSpPr>
      <p:grpSpPr>
        <a:xfrm>
          <a:off x="0" y="0"/>
          <a:ext cx="0" cy="0"/>
          <a:chOff x="0" y="0"/>
          <a:chExt cx="0" cy="0"/>
        </a:xfrm>
      </p:grpSpPr>
      <p:sp>
        <p:nvSpPr>
          <p:cNvPr id="6" name="Rechthoek 5"/>
          <p:cNvSpPr/>
          <p:nvPr userDrawn="1"/>
        </p:nvSpPr>
        <p:spPr>
          <a:xfrm>
            <a:off x="0" y="-1"/>
            <a:ext cx="12192000" cy="34274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p:cNvSpPr>
            <a:spLocks noGrp="1"/>
          </p:cNvSpPr>
          <p:nvPr>
            <p:ph type="title" hasCustomPrompt="1"/>
          </p:nvPr>
        </p:nvSpPr>
        <p:spPr>
          <a:xfrm>
            <a:off x="635000" y="1875617"/>
            <a:ext cx="10923588" cy="1551796"/>
          </a:xfrm>
        </p:spPr>
        <p:txBody>
          <a:bodyPr anchor="t" anchorCtr="0">
            <a:normAutofit/>
          </a:bodyPr>
          <a:lstStyle>
            <a:lvl1pPr>
              <a:defRPr sz="4800">
                <a:solidFill>
                  <a:schemeClr val="bg1"/>
                </a:solidFill>
              </a:defRPr>
            </a:lvl1pPr>
          </a:lstStyle>
          <a:p>
            <a:r>
              <a:rPr lang="nl-NL"/>
              <a:t>Typ een afsluitende zin</a:t>
            </a:r>
          </a:p>
        </p:txBody>
      </p:sp>
      <p:sp>
        <p:nvSpPr>
          <p:cNvPr id="18" name="Tijdelijke aanduiding voor tekst 13"/>
          <p:cNvSpPr>
            <a:spLocks noGrp="1"/>
          </p:cNvSpPr>
          <p:nvPr>
            <p:ph type="body" sz="quarter" idx="13" hasCustomPrompt="1"/>
          </p:nvPr>
        </p:nvSpPr>
        <p:spPr>
          <a:xfrm>
            <a:off x="5156753" y="3846022"/>
            <a:ext cx="4680000" cy="691884"/>
          </a:xfrm>
        </p:spPr>
        <p:txBody>
          <a:bodyPr numCol="1" spcCol="180000" anchor="ctr" anchorCtr="0">
            <a:normAutofit/>
          </a:bodyPr>
          <a:lstStyle>
            <a:lvl1pPr marL="0" indent="0">
              <a:buNone/>
              <a:defRPr sz="2000" i="0">
                <a:solidFill>
                  <a:schemeClr val="tx2"/>
                </a:solidFill>
              </a:defRPr>
            </a:lvl1pPr>
          </a:lstStyle>
          <a:p>
            <a:pPr lvl="0"/>
            <a:r>
              <a:rPr lang="nl-NL"/>
              <a:t>Klik om de tekststijl van het model te bewerken</a:t>
            </a:r>
          </a:p>
        </p:txBody>
      </p:sp>
      <p:sp>
        <p:nvSpPr>
          <p:cNvPr id="19" name="Tijdelijke aanduiding voor tekst 13"/>
          <p:cNvSpPr>
            <a:spLocks noGrp="1"/>
          </p:cNvSpPr>
          <p:nvPr>
            <p:ph type="body" sz="quarter" idx="17" hasCustomPrompt="1"/>
          </p:nvPr>
        </p:nvSpPr>
        <p:spPr>
          <a:xfrm>
            <a:off x="5156753" y="4639509"/>
            <a:ext cx="4680000" cy="691884"/>
          </a:xfrm>
        </p:spPr>
        <p:txBody>
          <a:bodyPr numCol="1" spcCol="180000" anchor="ctr" anchorCtr="0">
            <a:normAutofit/>
          </a:bodyPr>
          <a:lstStyle>
            <a:lvl1pPr marL="0" indent="0">
              <a:buNone/>
              <a:defRPr sz="2000" i="0">
                <a:solidFill>
                  <a:schemeClr val="tx2"/>
                </a:solidFill>
              </a:defRPr>
            </a:lvl1pPr>
          </a:lstStyle>
          <a:p>
            <a:pPr lvl="0"/>
            <a:r>
              <a:rPr lang="nl-NL"/>
              <a:t>Klik om de tekststijl van het model te bewerken</a:t>
            </a:r>
          </a:p>
        </p:txBody>
      </p:sp>
      <p:sp>
        <p:nvSpPr>
          <p:cNvPr id="20" name="Tijdelijke aanduiding voor tekst 13"/>
          <p:cNvSpPr>
            <a:spLocks noGrp="1"/>
          </p:cNvSpPr>
          <p:nvPr>
            <p:ph type="body" sz="quarter" idx="18" hasCustomPrompt="1"/>
          </p:nvPr>
        </p:nvSpPr>
        <p:spPr>
          <a:xfrm>
            <a:off x="5156753" y="5405528"/>
            <a:ext cx="4680000" cy="691884"/>
          </a:xfrm>
        </p:spPr>
        <p:txBody>
          <a:bodyPr numCol="1" spcCol="180000" anchor="ctr" anchorCtr="0">
            <a:normAutofit/>
          </a:bodyPr>
          <a:lstStyle>
            <a:lvl1pPr marL="0" indent="0">
              <a:buNone/>
              <a:defRPr sz="2000" i="0">
                <a:solidFill>
                  <a:schemeClr val="tx2"/>
                </a:solidFill>
              </a:defRPr>
            </a:lvl1pPr>
          </a:lstStyle>
          <a:p>
            <a:pPr lvl="0"/>
            <a:r>
              <a:rPr lang="nl-NL"/>
              <a:t>Klik om de tekststijl van het model te bewerken</a:t>
            </a:r>
          </a:p>
        </p:txBody>
      </p:sp>
      <p:sp>
        <p:nvSpPr>
          <p:cNvPr id="21" name="Tijdelijke aanduiding voor afbeelding 3"/>
          <p:cNvSpPr>
            <a:spLocks noGrp="1" noChangeAspect="1"/>
          </p:cNvSpPr>
          <p:nvPr>
            <p:ph type="pic" sz="quarter" idx="19"/>
          </p:nvPr>
        </p:nvSpPr>
        <p:spPr>
          <a:xfrm>
            <a:off x="4544781" y="3921366"/>
            <a:ext cx="541203" cy="540000"/>
          </a:xfrm>
          <a:blipFill>
            <a:blip r:embed="rId2" cstate="print"/>
            <a:stretch>
              <a:fillRect/>
            </a:stretch>
          </a:blipFill>
        </p:spPr>
        <p:txBody>
          <a:bodyPr>
            <a:normAutofit/>
          </a:bodyPr>
          <a:lstStyle>
            <a:lvl1pPr marL="0" indent="0" algn="ctr">
              <a:buNone/>
              <a:defRPr sz="100">
                <a:solidFill>
                  <a:schemeClr val="bg1"/>
                </a:solidFill>
              </a:defRPr>
            </a:lvl1pPr>
          </a:lstStyle>
          <a:p>
            <a:r>
              <a:rPr lang="nl-NL"/>
              <a:t>Klik op het pictogram als u een afbeelding wilt toevoegen</a:t>
            </a:r>
          </a:p>
        </p:txBody>
      </p:sp>
      <p:sp>
        <p:nvSpPr>
          <p:cNvPr id="22" name="Tijdelijke aanduiding voor afbeelding 3"/>
          <p:cNvSpPr>
            <a:spLocks noGrp="1" noChangeAspect="1"/>
          </p:cNvSpPr>
          <p:nvPr>
            <p:ph type="pic" sz="quarter" idx="20"/>
          </p:nvPr>
        </p:nvSpPr>
        <p:spPr>
          <a:xfrm>
            <a:off x="4544781" y="4707382"/>
            <a:ext cx="541203" cy="540000"/>
          </a:xfrm>
          <a:blipFill>
            <a:blip r:embed="rId3" cstate="print"/>
            <a:stretch>
              <a:fillRect/>
            </a:stretch>
          </a:blipFill>
        </p:spPr>
        <p:txBody>
          <a:bodyPr>
            <a:normAutofit/>
          </a:bodyPr>
          <a:lstStyle>
            <a:lvl1pPr marL="0" indent="0" algn="ctr">
              <a:buNone/>
              <a:defRPr sz="100">
                <a:solidFill>
                  <a:schemeClr val="bg1"/>
                </a:solidFill>
              </a:defRPr>
            </a:lvl1pPr>
          </a:lstStyle>
          <a:p>
            <a:r>
              <a:rPr lang="nl-NL"/>
              <a:t>Klik op het pictogram als u een afbeelding wilt toevoegen</a:t>
            </a:r>
          </a:p>
        </p:txBody>
      </p:sp>
      <p:sp>
        <p:nvSpPr>
          <p:cNvPr id="23" name="Tijdelijke aanduiding voor afbeelding 3"/>
          <p:cNvSpPr>
            <a:spLocks noGrp="1" noChangeAspect="1"/>
          </p:cNvSpPr>
          <p:nvPr>
            <p:ph type="pic" sz="quarter" idx="21"/>
          </p:nvPr>
        </p:nvSpPr>
        <p:spPr>
          <a:xfrm>
            <a:off x="4544781" y="5480872"/>
            <a:ext cx="541203" cy="540000"/>
          </a:xfrm>
          <a:blipFill>
            <a:blip r:embed="rId4" cstate="print"/>
            <a:stretch>
              <a:fillRect/>
            </a:stretch>
          </a:blipFill>
        </p:spPr>
        <p:txBody>
          <a:bodyPr>
            <a:normAutofit/>
          </a:bodyPr>
          <a:lstStyle>
            <a:lvl1pPr marL="0" indent="0" algn="ctr">
              <a:buNone/>
              <a:defRPr sz="100">
                <a:solidFill>
                  <a:schemeClr val="bg1"/>
                </a:solidFill>
              </a:defRPr>
            </a:lvl1pPr>
          </a:lstStyle>
          <a:p>
            <a:r>
              <a:rPr lang="nl-NL"/>
              <a:t>Klik op het pictogram als u een afbeelding wilt toevoegen</a:t>
            </a:r>
          </a:p>
        </p:txBody>
      </p:sp>
      <p:sp>
        <p:nvSpPr>
          <p:cNvPr id="9" name="Tijdelijke aanduiding voor dianummer 8"/>
          <p:cNvSpPr>
            <a:spLocks noGrp="1"/>
          </p:cNvSpPr>
          <p:nvPr>
            <p:ph type="sldNum" sz="quarter" idx="24"/>
          </p:nvPr>
        </p:nvSpPr>
        <p:spPr/>
        <p:txBody>
          <a:bodyPr/>
          <a:lstStyle/>
          <a:p>
            <a:fld id="{10A0A6AF-03C5-477E-939A-E28F7E7F05EA}" type="slidenum">
              <a:rPr lang="nl-NL" smtClean="0"/>
              <a:pPr/>
              <a:t>‹nr.›</a:t>
            </a:fld>
            <a:endParaRPr lang="nl-NL"/>
          </a:p>
        </p:txBody>
      </p:sp>
      <p:sp>
        <p:nvSpPr>
          <p:cNvPr id="15"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pic>
        <p:nvPicPr>
          <p:cNvPr id="13" name="Afbeelding 6">
            <a:extLst>
              <a:ext uri="{FF2B5EF4-FFF2-40B4-BE49-F238E27FC236}">
                <a16:creationId xmlns:a16="http://schemas.microsoft.com/office/drawing/2014/main" id="{E38D8D10-1333-1200-6312-AF559553FABC}"/>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r="47037"/>
          <a:stretch/>
        </p:blipFill>
        <p:spPr>
          <a:xfrm>
            <a:off x="2" y="0"/>
            <a:ext cx="6457306" cy="1682494"/>
          </a:xfrm>
          <a:prstGeom prst="rect">
            <a:avLst/>
          </a:prstGeom>
        </p:spPr>
      </p:pic>
    </p:spTree>
    <p:extLst>
      <p:ext uri="{BB962C8B-B14F-4D97-AF65-F5344CB8AC3E}">
        <p14:creationId xmlns:p14="http://schemas.microsoft.com/office/powerpoint/2010/main" val="18280097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Contact B">
    <p:spTree>
      <p:nvGrpSpPr>
        <p:cNvPr id="1" name=""/>
        <p:cNvGrpSpPr/>
        <p:nvPr/>
      </p:nvGrpSpPr>
      <p:grpSpPr>
        <a:xfrm>
          <a:off x="0" y="0"/>
          <a:ext cx="0" cy="0"/>
          <a:chOff x="0" y="0"/>
          <a:chExt cx="0" cy="0"/>
        </a:xfrm>
      </p:grpSpPr>
      <p:sp>
        <p:nvSpPr>
          <p:cNvPr id="6" name="Rechthoek 5"/>
          <p:cNvSpPr/>
          <p:nvPr userDrawn="1"/>
        </p:nvSpPr>
        <p:spPr>
          <a:xfrm>
            <a:off x="0" y="-1"/>
            <a:ext cx="6096000"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p:cNvSpPr>
            <a:spLocks noGrp="1"/>
          </p:cNvSpPr>
          <p:nvPr>
            <p:ph type="title" hasCustomPrompt="1"/>
          </p:nvPr>
        </p:nvSpPr>
        <p:spPr>
          <a:xfrm>
            <a:off x="635000" y="2565400"/>
            <a:ext cx="5003800" cy="1727200"/>
          </a:xfrm>
        </p:spPr>
        <p:txBody>
          <a:bodyPr anchor="t" anchorCtr="0">
            <a:normAutofit/>
          </a:bodyPr>
          <a:lstStyle>
            <a:lvl1pPr>
              <a:defRPr sz="4800">
                <a:solidFill>
                  <a:schemeClr val="bg1"/>
                </a:solidFill>
              </a:defRPr>
            </a:lvl1pPr>
          </a:lstStyle>
          <a:p>
            <a:r>
              <a:rPr lang="nl-NL"/>
              <a:t>Typ een afsluitende zin</a:t>
            </a:r>
          </a:p>
        </p:txBody>
      </p:sp>
      <p:sp>
        <p:nvSpPr>
          <p:cNvPr id="18" name="Tijdelijke aanduiding voor tekst 13"/>
          <p:cNvSpPr>
            <a:spLocks noGrp="1"/>
          </p:cNvSpPr>
          <p:nvPr>
            <p:ph type="body" sz="quarter" idx="13" hasCustomPrompt="1"/>
          </p:nvPr>
        </p:nvSpPr>
        <p:spPr>
          <a:xfrm>
            <a:off x="7176285" y="2286000"/>
            <a:ext cx="4382303" cy="691884"/>
          </a:xfrm>
        </p:spPr>
        <p:txBody>
          <a:bodyPr numCol="1" spcCol="180000" anchor="ctr" anchorCtr="0">
            <a:normAutofit/>
          </a:bodyPr>
          <a:lstStyle>
            <a:lvl1pPr marL="0" indent="0">
              <a:buNone/>
              <a:defRPr sz="2000" i="0">
                <a:solidFill>
                  <a:schemeClr val="tx2"/>
                </a:solidFill>
              </a:defRPr>
            </a:lvl1pPr>
          </a:lstStyle>
          <a:p>
            <a:pPr lvl="0"/>
            <a:r>
              <a:rPr lang="nl-NL"/>
              <a:t>Klik om de tekststijl van het model te bewerken</a:t>
            </a:r>
          </a:p>
        </p:txBody>
      </p:sp>
      <p:sp>
        <p:nvSpPr>
          <p:cNvPr id="19" name="Tijdelijke aanduiding voor tekst 13"/>
          <p:cNvSpPr>
            <a:spLocks noGrp="1"/>
          </p:cNvSpPr>
          <p:nvPr>
            <p:ph type="body" sz="quarter" idx="17" hasCustomPrompt="1"/>
          </p:nvPr>
        </p:nvSpPr>
        <p:spPr>
          <a:xfrm>
            <a:off x="7176285" y="3079487"/>
            <a:ext cx="4382303" cy="691884"/>
          </a:xfrm>
        </p:spPr>
        <p:txBody>
          <a:bodyPr numCol="1" spcCol="180000" anchor="ctr" anchorCtr="0">
            <a:normAutofit/>
          </a:bodyPr>
          <a:lstStyle>
            <a:lvl1pPr marL="0" indent="0">
              <a:buNone/>
              <a:defRPr sz="2000" i="0">
                <a:solidFill>
                  <a:schemeClr val="tx2"/>
                </a:solidFill>
              </a:defRPr>
            </a:lvl1pPr>
          </a:lstStyle>
          <a:p>
            <a:pPr lvl="0"/>
            <a:r>
              <a:rPr lang="nl-NL"/>
              <a:t>Klik om de tekststijl van het model te bewerken</a:t>
            </a:r>
          </a:p>
        </p:txBody>
      </p:sp>
      <p:sp>
        <p:nvSpPr>
          <p:cNvPr id="20" name="Tijdelijke aanduiding voor tekst 13"/>
          <p:cNvSpPr>
            <a:spLocks noGrp="1"/>
          </p:cNvSpPr>
          <p:nvPr>
            <p:ph type="body" sz="quarter" idx="18" hasCustomPrompt="1"/>
          </p:nvPr>
        </p:nvSpPr>
        <p:spPr>
          <a:xfrm>
            <a:off x="7176285" y="3845506"/>
            <a:ext cx="4382303" cy="691884"/>
          </a:xfrm>
        </p:spPr>
        <p:txBody>
          <a:bodyPr numCol="1" spcCol="180000" anchor="ctr" anchorCtr="0">
            <a:normAutofit/>
          </a:bodyPr>
          <a:lstStyle>
            <a:lvl1pPr marL="0" indent="0">
              <a:buNone/>
              <a:defRPr sz="2000" i="0">
                <a:solidFill>
                  <a:schemeClr val="tx2"/>
                </a:solidFill>
              </a:defRPr>
            </a:lvl1pPr>
          </a:lstStyle>
          <a:p>
            <a:pPr lvl="0"/>
            <a:r>
              <a:rPr lang="nl-NL"/>
              <a:t>Klik om de tekststijl van het model te bewerken</a:t>
            </a:r>
          </a:p>
        </p:txBody>
      </p:sp>
      <p:sp>
        <p:nvSpPr>
          <p:cNvPr id="21" name="Tijdelijke aanduiding voor afbeelding 3"/>
          <p:cNvSpPr>
            <a:spLocks noGrp="1" noChangeAspect="1"/>
          </p:cNvSpPr>
          <p:nvPr>
            <p:ph type="pic" sz="quarter" idx="19"/>
          </p:nvPr>
        </p:nvSpPr>
        <p:spPr>
          <a:xfrm>
            <a:off x="6564313" y="2361344"/>
            <a:ext cx="541203" cy="540000"/>
          </a:xfrm>
          <a:blipFill>
            <a:blip r:embed="rId2" cstate="print"/>
            <a:stretch>
              <a:fillRect/>
            </a:stretch>
          </a:blipFill>
        </p:spPr>
        <p:txBody>
          <a:bodyPr>
            <a:normAutofit/>
          </a:bodyPr>
          <a:lstStyle>
            <a:lvl1pPr marL="0" indent="0" algn="ctr">
              <a:buNone/>
              <a:defRPr sz="100">
                <a:solidFill>
                  <a:schemeClr val="bg1"/>
                </a:solidFill>
              </a:defRPr>
            </a:lvl1pPr>
          </a:lstStyle>
          <a:p>
            <a:r>
              <a:rPr lang="nl-NL"/>
              <a:t>Klik op het pictogram als u een afbeelding wilt toevoegen</a:t>
            </a:r>
          </a:p>
        </p:txBody>
      </p:sp>
      <p:sp>
        <p:nvSpPr>
          <p:cNvPr id="22" name="Tijdelijke aanduiding voor afbeelding 3"/>
          <p:cNvSpPr>
            <a:spLocks noGrp="1" noChangeAspect="1"/>
          </p:cNvSpPr>
          <p:nvPr>
            <p:ph type="pic" sz="quarter" idx="20"/>
          </p:nvPr>
        </p:nvSpPr>
        <p:spPr>
          <a:xfrm>
            <a:off x="6564313" y="3147360"/>
            <a:ext cx="541203" cy="540000"/>
          </a:xfrm>
          <a:blipFill>
            <a:blip r:embed="rId3" cstate="print"/>
            <a:stretch>
              <a:fillRect/>
            </a:stretch>
          </a:blipFill>
        </p:spPr>
        <p:txBody>
          <a:bodyPr>
            <a:normAutofit/>
          </a:bodyPr>
          <a:lstStyle>
            <a:lvl1pPr marL="0" indent="0" algn="ctr">
              <a:buNone/>
              <a:defRPr sz="100">
                <a:solidFill>
                  <a:schemeClr val="bg1"/>
                </a:solidFill>
              </a:defRPr>
            </a:lvl1pPr>
          </a:lstStyle>
          <a:p>
            <a:r>
              <a:rPr lang="nl-NL"/>
              <a:t>Klik op het pictogram als u een afbeelding wilt toevoegen</a:t>
            </a:r>
          </a:p>
        </p:txBody>
      </p:sp>
      <p:sp>
        <p:nvSpPr>
          <p:cNvPr id="23" name="Tijdelijke aanduiding voor afbeelding 3"/>
          <p:cNvSpPr>
            <a:spLocks noGrp="1" noChangeAspect="1"/>
          </p:cNvSpPr>
          <p:nvPr>
            <p:ph type="pic" sz="quarter" idx="21"/>
          </p:nvPr>
        </p:nvSpPr>
        <p:spPr>
          <a:xfrm>
            <a:off x="6564313" y="3920850"/>
            <a:ext cx="541203" cy="540000"/>
          </a:xfrm>
          <a:blipFill>
            <a:blip r:embed="rId4" cstate="print"/>
            <a:stretch>
              <a:fillRect/>
            </a:stretch>
          </a:blipFill>
        </p:spPr>
        <p:txBody>
          <a:bodyPr>
            <a:normAutofit/>
          </a:bodyPr>
          <a:lstStyle>
            <a:lvl1pPr marL="0" indent="0" algn="ctr">
              <a:buNone/>
              <a:defRPr sz="100">
                <a:solidFill>
                  <a:schemeClr val="bg1"/>
                </a:solidFill>
              </a:defRPr>
            </a:lvl1pPr>
          </a:lstStyle>
          <a:p>
            <a:r>
              <a:rPr lang="nl-NL"/>
              <a:t>Klik op het pictogram als u een afbeelding wilt toevoegen</a:t>
            </a:r>
          </a:p>
        </p:txBody>
      </p:sp>
      <p:sp>
        <p:nvSpPr>
          <p:cNvPr id="9" name="Tijdelijke aanduiding voor dianummer 8"/>
          <p:cNvSpPr>
            <a:spLocks noGrp="1"/>
          </p:cNvSpPr>
          <p:nvPr>
            <p:ph type="sldNum" sz="quarter" idx="24"/>
          </p:nvPr>
        </p:nvSpPr>
        <p:spPr/>
        <p:txBody>
          <a:bodyPr/>
          <a:lstStyle/>
          <a:p>
            <a:fld id="{10A0A6AF-03C5-477E-939A-E28F7E7F05EA}" type="slidenum">
              <a:rPr lang="nl-NL" smtClean="0"/>
              <a:pPr/>
              <a:t>‹nr.›</a:t>
            </a:fld>
            <a:endParaRPr lang="nl-NL"/>
          </a:p>
        </p:txBody>
      </p:sp>
      <p:sp>
        <p:nvSpPr>
          <p:cNvPr id="15"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solidFill>
              </a:defRPr>
            </a:lvl1pPr>
          </a:lstStyle>
          <a:p>
            <a:fld id="{F47EF775-05F8-4D0C-9300-69849B26FFE2}" type="datetime4">
              <a:rPr lang="nl-NL" smtClean="0"/>
              <a:pPr/>
              <a:t>25 september 2026</a:t>
            </a:fld>
            <a:r>
              <a:rPr lang="en-US"/>
              <a:t> | </a:t>
            </a:r>
            <a:r>
              <a:rPr lang="en-US" err="1"/>
              <a:t>Voettekst</a:t>
            </a:r>
            <a:endParaRPr lang="nl-NL"/>
          </a:p>
        </p:txBody>
      </p:sp>
      <p:pic>
        <p:nvPicPr>
          <p:cNvPr id="13" name="Afbeelding 6">
            <a:extLst>
              <a:ext uri="{FF2B5EF4-FFF2-40B4-BE49-F238E27FC236}">
                <a16:creationId xmlns:a16="http://schemas.microsoft.com/office/drawing/2014/main" id="{4E31FFA1-2E46-4705-2CFF-5A1363AAE3BC}"/>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r="47037"/>
          <a:stretch/>
        </p:blipFill>
        <p:spPr>
          <a:xfrm>
            <a:off x="2" y="0"/>
            <a:ext cx="6457306" cy="1682494"/>
          </a:xfrm>
          <a:prstGeom prst="rect">
            <a:avLst/>
          </a:prstGeom>
        </p:spPr>
      </p:pic>
    </p:spTree>
    <p:extLst>
      <p:ext uri="{BB962C8B-B14F-4D97-AF65-F5344CB8AC3E}">
        <p14:creationId xmlns:p14="http://schemas.microsoft.com/office/powerpoint/2010/main" val="135133205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Contact C">
    <p:bg>
      <p:bgRef idx="1001">
        <a:schemeClr val="bg2"/>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635000" y="1875617"/>
            <a:ext cx="10923588" cy="1551795"/>
          </a:xfrm>
        </p:spPr>
        <p:txBody>
          <a:bodyPr anchor="t" anchorCtr="0">
            <a:normAutofit/>
          </a:bodyPr>
          <a:lstStyle>
            <a:lvl1pPr>
              <a:defRPr sz="4800">
                <a:solidFill>
                  <a:schemeClr val="tx1"/>
                </a:solidFill>
              </a:defRPr>
            </a:lvl1pPr>
          </a:lstStyle>
          <a:p>
            <a:r>
              <a:rPr lang="nl-NL"/>
              <a:t>Typ een afsluitende zin</a:t>
            </a:r>
          </a:p>
        </p:txBody>
      </p:sp>
      <p:sp>
        <p:nvSpPr>
          <p:cNvPr id="18" name="Tijdelijke aanduiding voor tekst 13"/>
          <p:cNvSpPr>
            <a:spLocks noGrp="1"/>
          </p:cNvSpPr>
          <p:nvPr>
            <p:ph type="body" sz="quarter" idx="13" hasCustomPrompt="1"/>
          </p:nvPr>
        </p:nvSpPr>
        <p:spPr>
          <a:xfrm>
            <a:off x="4224313" y="3846022"/>
            <a:ext cx="4680000" cy="691884"/>
          </a:xfrm>
        </p:spPr>
        <p:txBody>
          <a:bodyPr numCol="1" spcCol="180000" anchor="ctr" anchorCtr="0">
            <a:normAutofit/>
          </a:bodyPr>
          <a:lstStyle>
            <a:lvl1pPr marL="0" indent="0">
              <a:buNone/>
              <a:defRPr sz="2000" i="0" baseline="0">
                <a:solidFill>
                  <a:schemeClr val="tx1"/>
                </a:solidFill>
              </a:defRPr>
            </a:lvl1pPr>
          </a:lstStyle>
          <a:p>
            <a:pPr lvl="0"/>
            <a:r>
              <a:rPr lang="nl-NL"/>
              <a:t>Klik om de tekststijl van het model te bewerken</a:t>
            </a:r>
          </a:p>
        </p:txBody>
      </p:sp>
      <p:sp>
        <p:nvSpPr>
          <p:cNvPr id="19" name="Tijdelijke aanduiding voor tekst 13"/>
          <p:cNvSpPr>
            <a:spLocks noGrp="1"/>
          </p:cNvSpPr>
          <p:nvPr>
            <p:ph type="body" sz="quarter" idx="17" hasCustomPrompt="1"/>
          </p:nvPr>
        </p:nvSpPr>
        <p:spPr>
          <a:xfrm>
            <a:off x="4224313" y="4639509"/>
            <a:ext cx="4680000" cy="691884"/>
          </a:xfrm>
        </p:spPr>
        <p:txBody>
          <a:bodyPr numCol="1" spcCol="180000" anchor="ctr" anchorCtr="0">
            <a:normAutofit/>
          </a:bodyPr>
          <a:lstStyle>
            <a:lvl1pPr marL="0" indent="0">
              <a:buNone/>
              <a:defRPr sz="2000" i="0" baseline="0">
                <a:solidFill>
                  <a:schemeClr val="tx1"/>
                </a:solidFill>
              </a:defRPr>
            </a:lvl1pPr>
          </a:lstStyle>
          <a:p>
            <a:pPr lvl="0"/>
            <a:r>
              <a:rPr lang="nl-NL"/>
              <a:t>Klik om de tekststijl van het model te bewerken</a:t>
            </a:r>
          </a:p>
        </p:txBody>
      </p:sp>
      <p:sp>
        <p:nvSpPr>
          <p:cNvPr id="20" name="Tijdelijke aanduiding voor tekst 13"/>
          <p:cNvSpPr>
            <a:spLocks noGrp="1"/>
          </p:cNvSpPr>
          <p:nvPr>
            <p:ph type="body" sz="quarter" idx="18" hasCustomPrompt="1"/>
          </p:nvPr>
        </p:nvSpPr>
        <p:spPr>
          <a:xfrm>
            <a:off x="4224313" y="5405528"/>
            <a:ext cx="4680000" cy="691884"/>
          </a:xfrm>
        </p:spPr>
        <p:txBody>
          <a:bodyPr numCol="1" spcCol="180000" anchor="ctr" anchorCtr="0">
            <a:normAutofit/>
          </a:bodyPr>
          <a:lstStyle>
            <a:lvl1pPr marL="0" indent="0">
              <a:buNone/>
              <a:defRPr sz="2000" i="0" baseline="0">
                <a:solidFill>
                  <a:schemeClr val="tx1"/>
                </a:solidFill>
              </a:defRPr>
            </a:lvl1pPr>
          </a:lstStyle>
          <a:p>
            <a:pPr lvl="0"/>
            <a:r>
              <a:rPr lang="nl-NL"/>
              <a:t>Klik om de tekststijl van het model te bewerken</a:t>
            </a:r>
          </a:p>
        </p:txBody>
      </p:sp>
      <p:sp>
        <p:nvSpPr>
          <p:cNvPr id="21" name="Tijdelijke aanduiding voor afbeelding 3"/>
          <p:cNvSpPr>
            <a:spLocks noGrp="1" noChangeAspect="1"/>
          </p:cNvSpPr>
          <p:nvPr>
            <p:ph type="pic" sz="quarter" idx="19"/>
          </p:nvPr>
        </p:nvSpPr>
        <p:spPr>
          <a:xfrm>
            <a:off x="3612341" y="3921366"/>
            <a:ext cx="541203" cy="540000"/>
          </a:xfrm>
          <a:blipFill>
            <a:blip r:embed="rId2" cstate="print"/>
            <a:stretch>
              <a:fillRect/>
            </a:stretch>
          </a:blipFill>
        </p:spPr>
        <p:txBody>
          <a:bodyPr>
            <a:normAutofit/>
          </a:bodyPr>
          <a:lstStyle>
            <a:lvl1pPr marL="0" indent="0" algn="ctr">
              <a:buNone/>
              <a:defRPr sz="100">
                <a:solidFill>
                  <a:schemeClr val="bg1"/>
                </a:solidFill>
              </a:defRPr>
            </a:lvl1pPr>
          </a:lstStyle>
          <a:p>
            <a:r>
              <a:rPr lang="nl-NL"/>
              <a:t>Klik op het pictogram als u een afbeelding wilt toevoegen</a:t>
            </a:r>
          </a:p>
        </p:txBody>
      </p:sp>
      <p:sp>
        <p:nvSpPr>
          <p:cNvPr id="22" name="Tijdelijke aanduiding voor afbeelding 3"/>
          <p:cNvSpPr>
            <a:spLocks noGrp="1" noChangeAspect="1"/>
          </p:cNvSpPr>
          <p:nvPr>
            <p:ph type="pic" sz="quarter" idx="20"/>
          </p:nvPr>
        </p:nvSpPr>
        <p:spPr>
          <a:xfrm>
            <a:off x="3612341" y="4707382"/>
            <a:ext cx="541203" cy="540000"/>
          </a:xfrm>
          <a:blipFill>
            <a:blip r:embed="rId3" cstate="print"/>
            <a:stretch>
              <a:fillRect/>
            </a:stretch>
          </a:blipFill>
        </p:spPr>
        <p:txBody>
          <a:bodyPr>
            <a:normAutofit/>
          </a:bodyPr>
          <a:lstStyle>
            <a:lvl1pPr marL="0" indent="0" algn="ctr">
              <a:buNone/>
              <a:defRPr sz="100">
                <a:solidFill>
                  <a:schemeClr val="bg1"/>
                </a:solidFill>
              </a:defRPr>
            </a:lvl1pPr>
          </a:lstStyle>
          <a:p>
            <a:r>
              <a:rPr lang="nl-NL"/>
              <a:t>Klik op het pictogram als u een afbeelding wilt toevoegen</a:t>
            </a:r>
          </a:p>
        </p:txBody>
      </p:sp>
      <p:sp>
        <p:nvSpPr>
          <p:cNvPr id="23" name="Tijdelijke aanduiding voor afbeelding 3"/>
          <p:cNvSpPr>
            <a:spLocks noGrp="1" noChangeAspect="1"/>
          </p:cNvSpPr>
          <p:nvPr>
            <p:ph type="pic" sz="quarter" idx="21"/>
          </p:nvPr>
        </p:nvSpPr>
        <p:spPr>
          <a:xfrm>
            <a:off x="3612341" y="5480872"/>
            <a:ext cx="541203" cy="540000"/>
          </a:xfrm>
          <a:blipFill>
            <a:blip r:embed="rId4" cstate="print"/>
            <a:stretch>
              <a:fillRect/>
            </a:stretch>
          </a:blipFill>
        </p:spPr>
        <p:txBody>
          <a:bodyPr>
            <a:normAutofit/>
          </a:bodyPr>
          <a:lstStyle>
            <a:lvl1pPr marL="0" indent="0" algn="ctr">
              <a:buNone/>
              <a:defRPr sz="100">
                <a:solidFill>
                  <a:schemeClr val="bg1"/>
                </a:solidFill>
              </a:defRPr>
            </a:lvl1pPr>
          </a:lstStyle>
          <a:p>
            <a:r>
              <a:rPr lang="nl-NL"/>
              <a:t>Klik op het pictogram als u een afbeelding wilt toevoegen</a:t>
            </a:r>
          </a:p>
        </p:txBody>
      </p:sp>
      <p:sp>
        <p:nvSpPr>
          <p:cNvPr id="8" name="Tijdelijke aanduiding voor dianummer 7"/>
          <p:cNvSpPr>
            <a:spLocks noGrp="1"/>
          </p:cNvSpPr>
          <p:nvPr>
            <p:ph type="sldNum" sz="quarter" idx="24"/>
          </p:nvPr>
        </p:nvSpPr>
        <p:spPr/>
        <p:txBody>
          <a:bodyPr/>
          <a:lstStyle>
            <a:lvl1pPr>
              <a:defRPr>
                <a:solidFill>
                  <a:schemeClr val="tx2"/>
                </a:solidFill>
              </a:defRPr>
            </a:lvl1pPr>
          </a:lstStyle>
          <a:p>
            <a:fld id="{10A0A6AF-03C5-477E-939A-E28F7E7F05EA}" type="slidenum">
              <a:rPr lang="nl-NL" smtClean="0"/>
              <a:pPr/>
              <a:t>‹nr.›</a:t>
            </a:fld>
            <a:endParaRPr lang="nl-NL"/>
          </a:p>
        </p:txBody>
      </p:sp>
      <p:sp>
        <p:nvSpPr>
          <p:cNvPr id="14"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tx1"/>
                </a:solidFill>
              </a:defRPr>
            </a:lvl1pPr>
          </a:lstStyle>
          <a:p>
            <a:fld id="{F47EF775-05F8-4D0C-9300-69849B26FFE2}" type="datetime4">
              <a:rPr lang="nl-NL" smtClean="0"/>
              <a:pPr/>
              <a:t>25 september 2026</a:t>
            </a:fld>
            <a:r>
              <a:rPr lang="en-US"/>
              <a:t> | </a:t>
            </a:r>
            <a:r>
              <a:rPr lang="en-US" err="1"/>
              <a:t>Voettekst</a:t>
            </a:r>
            <a:endParaRPr lang="nl-NL"/>
          </a:p>
        </p:txBody>
      </p:sp>
      <p:pic>
        <p:nvPicPr>
          <p:cNvPr id="12" name="Afbeelding 6">
            <a:extLst>
              <a:ext uri="{FF2B5EF4-FFF2-40B4-BE49-F238E27FC236}">
                <a16:creationId xmlns:a16="http://schemas.microsoft.com/office/drawing/2014/main" id="{553B20C5-985E-A7A1-4FC1-C53FCACB25E2}"/>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r="47037"/>
          <a:stretch/>
        </p:blipFill>
        <p:spPr>
          <a:xfrm>
            <a:off x="2" y="0"/>
            <a:ext cx="6457306" cy="1682494"/>
          </a:xfrm>
          <a:prstGeom prst="rect">
            <a:avLst/>
          </a:prstGeom>
        </p:spPr>
      </p:pic>
    </p:spTree>
    <p:extLst>
      <p:ext uri="{BB962C8B-B14F-4D97-AF65-F5344CB8AC3E}">
        <p14:creationId xmlns:p14="http://schemas.microsoft.com/office/powerpoint/2010/main" val="4177838381"/>
      </p:ext>
    </p:extLst>
  </p:cSld>
  <p:clrMapOvr>
    <a:overrideClrMapping bg1="dk1" tx1="lt1" bg2="dk2" tx2="lt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Afbeelding verticaal wit">
    <p:spTree>
      <p:nvGrpSpPr>
        <p:cNvPr id="1" name=""/>
        <p:cNvGrpSpPr/>
        <p:nvPr/>
      </p:nvGrpSpPr>
      <p:grpSpPr>
        <a:xfrm>
          <a:off x="0" y="0"/>
          <a:ext cx="0" cy="0"/>
          <a:chOff x="0" y="0"/>
          <a:chExt cx="0" cy="0"/>
        </a:xfrm>
      </p:grpSpPr>
      <p:sp>
        <p:nvSpPr>
          <p:cNvPr id="9" name="Tijdelijke aanduiding voor afbeelding 8"/>
          <p:cNvSpPr>
            <a:spLocks noGrp="1"/>
          </p:cNvSpPr>
          <p:nvPr>
            <p:ph type="pic" sz="quarter" idx="13" hasCustomPrompt="1"/>
          </p:nvPr>
        </p:nvSpPr>
        <p:spPr>
          <a:xfrm>
            <a:off x="609600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6096000 w 6096000"/>
              <a:gd name="connsiteY0" fmla="*/ 0 h 6858000"/>
              <a:gd name="connsiteX1" fmla="*/ 6096000 w 6096000"/>
              <a:gd name="connsiteY1" fmla="*/ 6858000 h 6858000"/>
              <a:gd name="connsiteX2" fmla="*/ 0 w 6096000"/>
              <a:gd name="connsiteY2" fmla="*/ 6858000 h 6858000"/>
              <a:gd name="connsiteX3" fmla="*/ 0 w 6096000"/>
              <a:gd name="connsiteY3" fmla="*/ 0 h 6858000"/>
              <a:gd name="connsiteX0" fmla="*/ 6096000 w 6096000"/>
              <a:gd name="connsiteY0" fmla="*/ 0 h 6858000"/>
              <a:gd name="connsiteX1" fmla="*/ 6096000 w 6096000"/>
              <a:gd name="connsiteY1" fmla="*/ 6858000 h 6858000"/>
              <a:gd name="connsiteX2" fmla="*/ 0 w 6096000"/>
              <a:gd name="connsiteY2" fmla="*/ 6858000 h 6858000"/>
              <a:gd name="connsiteX3" fmla="*/ 0 w 6096000"/>
              <a:gd name="connsiteY3" fmla="*/ 0 h 6858000"/>
              <a:gd name="connsiteX4" fmla="*/ 0 w 6096000"/>
              <a:gd name="connsiteY4" fmla="*/ 701993 h 6858000"/>
              <a:gd name="connsiteX0" fmla="*/ 6096000 w 6096000"/>
              <a:gd name="connsiteY0" fmla="*/ 0 h 6858000"/>
              <a:gd name="connsiteX1" fmla="*/ 6096000 w 6096000"/>
              <a:gd name="connsiteY1" fmla="*/ 6858000 h 6858000"/>
              <a:gd name="connsiteX2" fmla="*/ 0 w 6096000"/>
              <a:gd name="connsiteY2" fmla="*/ 6858000 h 6858000"/>
              <a:gd name="connsiteX3" fmla="*/ 0 w 6096000"/>
              <a:gd name="connsiteY3" fmla="*/ 0 h 6858000"/>
              <a:gd name="connsiteX4" fmla="*/ 0 w 6096000"/>
              <a:gd name="connsiteY4" fmla="*/ 701993 h 6858000"/>
              <a:gd name="connsiteX5" fmla="*/ 236855 w 6096000"/>
              <a:gd name="connsiteY5" fmla="*/ 701993 h 6858000"/>
              <a:gd name="connsiteX0" fmla="*/ 6096000 w 6096000"/>
              <a:gd name="connsiteY0" fmla="*/ 0 h 6858000"/>
              <a:gd name="connsiteX1" fmla="*/ 6096000 w 6096000"/>
              <a:gd name="connsiteY1" fmla="*/ 6858000 h 6858000"/>
              <a:gd name="connsiteX2" fmla="*/ 0 w 6096000"/>
              <a:gd name="connsiteY2" fmla="*/ 6858000 h 6858000"/>
              <a:gd name="connsiteX3" fmla="*/ 0 w 6096000"/>
              <a:gd name="connsiteY3" fmla="*/ 0 h 6858000"/>
              <a:gd name="connsiteX4" fmla="*/ 0 w 6096000"/>
              <a:gd name="connsiteY4" fmla="*/ 701993 h 6858000"/>
              <a:gd name="connsiteX5" fmla="*/ 236855 w 6096000"/>
              <a:gd name="connsiteY5" fmla="*/ 701993 h 6858000"/>
              <a:gd name="connsiteX6" fmla="*/ 236855 w 6096000"/>
              <a:gd name="connsiteY6" fmla="*/ 0 h 6858000"/>
              <a:gd name="connsiteX0" fmla="*/ 6096000 w 6096000"/>
              <a:gd name="connsiteY0" fmla="*/ 0 h 6858000"/>
              <a:gd name="connsiteX1" fmla="*/ 6096000 w 6096000"/>
              <a:gd name="connsiteY1" fmla="*/ 6858000 h 6858000"/>
              <a:gd name="connsiteX2" fmla="*/ 0 w 6096000"/>
              <a:gd name="connsiteY2" fmla="*/ 6858000 h 6858000"/>
              <a:gd name="connsiteX3" fmla="*/ 0 w 6096000"/>
              <a:gd name="connsiteY3" fmla="*/ 0 h 6858000"/>
              <a:gd name="connsiteX4" fmla="*/ 0 w 6096000"/>
              <a:gd name="connsiteY4" fmla="*/ 701993 h 6858000"/>
              <a:gd name="connsiteX5" fmla="*/ 236855 w 6096000"/>
              <a:gd name="connsiteY5" fmla="*/ 701993 h 6858000"/>
              <a:gd name="connsiteX6" fmla="*/ 236855 w 6096000"/>
              <a:gd name="connsiteY6" fmla="*/ 0 h 6858000"/>
              <a:gd name="connsiteX7" fmla="*/ 6096000 w 6096000"/>
              <a:gd name="connsiteY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6858000">
                <a:moveTo>
                  <a:pt x="6096000" y="0"/>
                </a:moveTo>
                <a:lnTo>
                  <a:pt x="6096000" y="6858000"/>
                </a:lnTo>
                <a:lnTo>
                  <a:pt x="0" y="6858000"/>
                </a:lnTo>
                <a:lnTo>
                  <a:pt x="0" y="0"/>
                </a:lnTo>
                <a:lnTo>
                  <a:pt x="0" y="701993"/>
                </a:lnTo>
                <a:lnTo>
                  <a:pt x="236855" y="701993"/>
                </a:lnTo>
                <a:lnTo>
                  <a:pt x="236855" y="0"/>
                </a:lnTo>
                <a:lnTo>
                  <a:pt x="6096000" y="0"/>
                </a:lnTo>
                <a:close/>
              </a:path>
            </a:pathLst>
          </a:custGeom>
          <a:solidFill>
            <a:schemeClr val="bg1">
              <a:lumMod val="85000"/>
            </a:schemeClr>
          </a:solidFill>
        </p:spPr>
        <p:txBody>
          <a:bodyPr anchor="ctr"/>
          <a:lstStyle>
            <a:lvl1pPr algn="ctr">
              <a:defRPr/>
            </a:lvl1pPr>
          </a:lstStyle>
          <a:p>
            <a:r>
              <a:rPr lang="nl-NL"/>
              <a:t>Sleep de afbeelding naar de tijdelijke aanduiding of klik op het pictogram als u een afbeelding wilt toevoegen</a:t>
            </a:r>
          </a:p>
        </p:txBody>
      </p:sp>
      <p:sp>
        <p:nvSpPr>
          <p:cNvPr id="2" name="Titel 1"/>
          <p:cNvSpPr>
            <a:spLocks noGrp="1"/>
          </p:cNvSpPr>
          <p:nvPr>
            <p:ph type="title"/>
          </p:nvPr>
        </p:nvSpPr>
        <p:spPr>
          <a:xfrm>
            <a:off x="634206" y="1051200"/>
            <a:ext cx="5004594" cy="948047"/>
          </a:xfrm>
        </p:spPr>
        <p:txBody>
          <a:bodyPr anchor="b" anchorCtr="0">
            <a:normAutofit/>
          </a:bodyPr>
          <a:lstStyle>
            <a:lvl1pPr algn="l">
              <a:defRPr sz="3600" b="0">
                <a:solidFill>
                  <a:schemeClr val="tx2"/>
                </a:solidFill>
              </a:defRPr>
            </a:lvl1pPr>
          </a:lstStyle>
          <a:p>
            <a:r>
              <a:rPr lang="nl-NL"/>
              <a:t>Klik om de stijl te bewerken</a:t>
            </a:r>
          </a:p>
        </p:txBody>
      </p:sp>
      <p:sp>
        <p:nvSpPr>
          <p:cNvPr id="5" name="Tijdelijke aanduiding voor datum 4"/>
          <p:cNvSpPr>
            <a:spLocks noGrp="1"/>
          </p:cNvSpPr>
          <p:nvPr>
            <p:ph type="dt" sz="half" idx="10"/>
          </p:nvPr>
        </p:nvSpPr>
        <p:spPr>
          <a:xfrm>
            <a:off x="635000" y="6543488"/>
            <a:ext cx="5003800" cy="264272"/>
          </a:xfrm>
          <a:prstGeom prst="rect">
            <a:avLst/>
          </a:prstGeom>
        </p:spPr>
        <p:txBody>
          <a:bodyPr/>
          <a:lstStyle/>
          <a:p>
            <a:r>
              <a:rPr lang="nl-NL"/>
              <a:t>17 maart 2025</a:t>
            </a:r>
          </a:p>
        </p:txBody>
      </p:sp>
      <p:sp>
        <p:nvSpPr>
          <p:cNvPr id="6" name="Tijdelijke aanduiding voor voettekst 5"/>
          <p:cNvSpPr>
            <a:spLocks noGrp="1"/>
          </p:cNvSpPr>
          <p:nvPr>
            <p:ph type="ftr" sz="quarter" idx="11"/>
          </p:nvPr>
        </p:nvSpPr>
        <p:spPr>
          <a:xfrm>
            <a:off x="635000" y="6221413"/>
            <a:ext cx="5003800" cy="322075"/>
          </a:xfrm>
          <a:prstGeom prst="rect">
            <a:avLst/>
          </a:prstGeom>
        </p:spPr>
        <p:txBody>
          <a:bodyPr/>
          <a:lstStyle/>
          <a:p>
            <a:r>
              <a:rPr lang="nl-NL"/>
              <a:t>Overleg Persoonsinformatie en VenV</a:t>
            </a:r>
          </a:p>
        </p:txBody>
      </p:sp>
      <p:sp>
        <p:nvSpPr>
          <p:cNvPr id="7" name="Tijdelijke aanduiding voor dianummer 6"/>
          <p:cNvSpPr>
            <a:spLocks noGrp="1"/>
          </p:cNvSpPr>
          <p:nvPr>
            <p:ph type="sldNum" sz="quarter" idx="12"/>
          </p:nvPr>
        </p:nvSpPr>
        <p:spPr/>
        <p:txBody>
          <a:bodyPr/>
          <a:lstStyle/>
          <a:p>
            <a:fld id="{0C893183-5A27-4493-8273-E869AD900CD4}" type="slidenum">
              <a:rPr lang="nl-NL" smtClean="0"/>
              <a:pPr/>
              <a:t>‹nr.›</a:t>
            </a:fld>
            <a:endParaRPr lang="nl-NL"/>
          </a:p>
        </p:txBody>
      </p:sp>
      <p:sp>
        <p:nvSpPr>
          <p:cNvPr id="11" name="Tijdelijke aanduiding voor tekst 7"/>
          <p:cNvSpPr>
            <a:spLocks noGrp="1"/>
          </p:cNvSpPr>
          <p:nvPr>
            <p:ph type="body" sz="quarter" idx="26"/>
          </p:nvPr>
        </p:nvSpPr>
        <p:spPr>
          <a:xfrm>
            <a:off x="634999" y="2289600"/>
            <a:ext cx="5005388" cy="3935413"/>
          </a:xfrm>
        </p:spPr>
        <p:txBody>
          <a:bodyPr anchor="t"/>
          <a:lstStyle>
            <a:lvl1pPr>
              <a:buClr>
                <a:schemeClr val="tx2"/>
              </a:buClr>
              <a:defRPr>
                <a:solidFill>
                  <a:schemeClr val="tx1"/>
                </a:solidFill>
              </a:defRPr>
            </a:lvl1pPr>
            <a:lvl2pPr>
              <a:buClr>
                <a:schemeClr val="tx2"/>
              </a:buClr>
              <a:defRPr>
                <a:solidFill>
                  <a:schemeClr val="tx1"/>
                </a:solidFill>
              </a:defRPr>
            </a:lvl2pPr>
            <a:lvl3pPr>
              <a:buClr>
                <a:schemeClr val="tx2"/>
              </a:buClr>
              <a:defRPr>
                <a:solidFill>
                  <a:schemeClr val="tx1"/>
                </a:solidFill>
              </a:defRPr>
            </a:lvl3pPr>
            <a:lvl4pPr>
              <a:buClr>
                <a:schemeClr val="tx2"/>
              </a:buClr>
              <a:defRPr>
                <a:solidFill>
                  <a:schemeClr val="tx1"/>
                </a:solidFill>
              </a:defRPr>
            </a:lvl4pPr>
            <a:lvl5pPr>
              <a:buClr>
                <a:schemeClr val="tx2"/>
              </a:buClr>
              <a:defRPr>
                <a:solidFill>
                  <a:schemeClr val="tx2"/>
                </a:solidFill>
              </a:defRPr>
            </a:lvl5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Tree>
    <p:extLst>
      <p:ext uri="{BB962C8B-B14F-4D97-AF65-F5344CB8AC3E}">
        <p14:creationId xmlns:p14="http://schemas.microsoft.com/office/powerpoint/2010/main" val="21318588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itle" preserve="1">
  <p:cSld name="Titeldia">
    <p:bg>
      <p:bgPr>
        <a:solidFill>
          <a:schemeClr val="accent2"/>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6554588" y="1882800"/>
            <a:ext cx="5004000" cy="2336400"/>
          </a:xfrm>
        </p:spPr>
        <p:txBody>
          <a:bodyPr tIns="90000" bIns="90000" anchor="t">
            <a:normAutofit/>
          </a:bodyPr>
          <a:lstStyle>
            <a:lvl1pPr algn="l">
              <a:defRPr sz="3600">
                <a:solidFill>
                  <a:schemeClr val="tx1"/>
                </a:solidFill>
              </a:defRPr>
            </a:lvl1pPr>
          </a:lstStyle>
          <a:p>
            <a:r>
              <a:rPr lang="nl-NL"/>
              <a:t>Klik om de stijl te bewerken</a:t>
            </a:r>
          </a:p>
        </p:txBody>
      </p:sp>
      <p:sp>
        <p:nvSpPr>
          <p:cNvPr id="3" name="Ondertitel 2"/>
          <p:cNvSpPr>
            <a:spLocks noGrp="1"/>
          </p:cNvSpPr>
          <p:nvPr>
            <p:ph type="subTitle" idx="1"/>
          </p:nvPr>
        </p:nvSpPr>
        <p:spPr>
          <a:xfrm>
            <a:off x="6554588" y="4215600"/>
            <a:ext cx="5004000" cy="1339200"/>
          </a:xfrm>
        </p:spPr>
        <p:txBody>
          <a:bodyPr lIns="104400" tIns="90000" rIns="90000" bIns="46800"/>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 om het opmaakprofiel van de modelondertitel te bewerken</a:t>
            </a:r>
          </a:p>
        </p:txBody>
      </p:sp>
      <p:sp>
        <p:nvSpPr>
          <p:cNvPr id="6"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tx1"/>
                </a:solidFill>
              </a:defRPr>
            </a:lvl1pPr>
          </a:lstStyle>
          <a:p>
            <a:fld id="{5B6AAF2B-AF0B-4194-B5A9-FCA7BFB44B8C}" type="datetime4">
              <a:rPr lang="nl-NL" smtClean="0"/>
              <a:pPr/>
              <a:t>25 september 2026</a:t>
            </a:fld>
            <a:r>
              <a:rPr lang="en-US"/>
              <a:t> | </a:t>
            </a:r>
            <a:r>
              <a:rPr lang="en-US" err="1"/>
              <a:t>Voettekst</a:t>
            </a:r>
            <a:endParaRPr lang="nl-NL"/>
          </a:p>
        </p:txBody>
      </p:sp>
      <p:sp>
        <p:nvSpPr>
          <p:cNvPr id="7" name="Tijdelijke aanduiding voor dianummer 10"/>
          <p:cNvSpPr>
            <a:spLocks noGrp="1"/>
          </p:cNvSpPr>
          <p:nvPr>
            <p:ph type="sldNum" sz="quarter" idx="12"/>
          </p:nvPr>
        </p:nvSpPr>
        <p:spPr>
          <a:xfrm>
            <a:off x="6553199" y="6221413"/>
            <a:ext cx="5005389" cy="322075"/>
          </a:xfrm>
        </p:spPr>
        <p:txBody>
          <a:bodyPr/>
          <a:lstStyle>
            <a:lvl1pPr>
              <a:defRPr>
                <a:solidFill>
                  <a:schemeClr val="tx2"/>
                </a:solidFill>
              </a:defRPr>
            </a:lvl1pPr>
          </a:lstStyle>
          <a:p>
            <a:fld id="{10A0A6AF-03C5-477E-939A-E28F7E7F05EA}" type="slidenum">
              <a:rPr lang="nl-NL" smtClean="0"/>
              <a:pPr/>
              <a:t>‹nr.›</a:t>
            </a:fld>
            <a:endParaRPr lang="nl-NL"/>
          </a:p>
        </p:txBody>
      </p:sp>
      <p:pic>
        <p:nvPicPr>
          <p:cNvPr id="8" name="Afbeelding 4">
            <a:extLst>
              <a:ext uri="{FF2B5EF4-FFF2-40B4-BE49-F238E27FC236}">
                <a16:creationId xmlns:a16="http://schemas.microsoft.com/office/drawing/2014/main" id="{C239EC82-3159-4DC7-F61A-0545C7AACEC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12192000" cy="1682495"/>
          </a:xfrm>
          <a:prstGeom prst="rect">
            <a:avLst/>
          </a:prstGeom>
        </p:spPr>
      </p:pic>
    </p:spTree>
    <p:extLst>
      <p:ext uri="{BB962C8B-B14F-4D97-AF65-F5344CB8AC3E}">
        <p14:creationId xmlns:p14="http://schemas.microsoft.com/office/powerpoint/2010/main" val="180877304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636">
          <p15:clr>
            <a:srgbClr val="FBAE40"/>
          </p15:clr>
        </p15:guide>
        <p15:guide id="2" pos="4044">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eldia afbeelding verticaal">
    <p:spTree>
      <p:nvGrpSpPr>
        <p:cNvPr id="1" name=""/>
        <p:cNvGrpSpPr/>
        <p:nvPr/>
      </p:nvGrpSpPr>
      <p:grpSpPr>
        <a:xfrm>
          <a:off x="0" y="0"/>
          <a:ext cx="0" cy="0"/>
          <a:chOff x="0" y="0"/>
          <a:chExt cx="0" cy="0"/>
        </a:xfrm>
      </p:grpSpPr>
      <p:sp>
        <p:nvSpPr>
          <p:cNvPr id="32" name="Tijdelijke aanduiding voor afbeelding 31"/>
          <p:cNvSpPr>
            <a:spLocks noGrp="1"/>
          </p:cNvSpPr>
          <p:nvPr>
            <p:ph type="pic" sz="quarter" idx="22"/>
          </p:nvPr>
        </p:nvSpPr>
        <p:spPr>
          <a:xfrm>
            <a:off x="-3175" y="0"/>
            <a:ext cx="6099175" cy="6858000"/>
          </a:xfrm>
          <a:custGeom>
            <a:avLst/>
            <a:gdLst>
              <a:gd name="connsiteX0" fmla="*/ 0 w 6099175"/>
              <a:gd name="connsiteY0" fmla="*/ 0 h 6858000"/>
              <a:gd name="connsiteX1" fmla="*/ 5776763 w 6099175"/>
              <a:gd name="connsiteY1" fmla="*/ 0 h 6858000"/>
              <a:gd name="connsiteX2" fmla="*/ 5776763 w 6099175"/>
              <a:gd name="connsiteY2" fmla="*/ 1144800 h 6858000"/>
              <a:gd name="connsiteX3" fmla="*/ 6099175 w 6099175"/>
              <a:gd name="connsiteY3" fmla="*/ 1144800 h 6858000"/>
              <a:gd name="connsiteX4" fmla="*/ 6099175 w 6099175"/>
              <a:gd name="connsiteY4" fmla="*/ 6541200 h 6858000"/>
              <a:gd name="connsiteX5" fmla="*/ 5776595 w 6099175"/>
              <a:gd name="connsiteY5" fmla="*/ 6541200 h 6858000"/>
              <a:gd name="connsiteX6" fmla="*/ 5776595 w 6099175"/>
              <a:gd name="connsiteY6" fmla="*/ 6858000 h 6858000"/>
              <a:gd name="connsiteX7" fmla="*/ 0 w 6099175"/>
              <a:gd name="connsiteY7" fmla="*/ 6858000 h 6858000"/>
              <a:gd name="connsiteX0" fmla="*/ 0 w 6099175"/>
              <a:gd name="connsiteY0" fmla="*/ 0 h 6858000"/>
              <a:gd name="connsiteX1" fmla="*/ 5776763 w 6099175"/>
              <a:gd name="connsiteY1" fmla="*/ 0 h 6858000"/>
              <a:gd name="connsiteX2" fmla="*/ 5776763 w 6099175"/>
              <a:gd name="connsiteY2" fmla="*/ 1144800 h 6858000"/>
              <a:gd name="connsiteX3" fmla="*/ 6099175 w 6099175"/>
              <a:gd name="connsiteY3" fmla="*/ 1144800 h 6858000"/>
              <a:gd name="connsiteX4" fmla="*/ 6099175 w 6099175"/>
              <a:gd name="connsiteY4" fmla="*/ 6541200 h 6858000"/>
              <a:gd name="connsiteX5" fmla="*/ 6094647 w 6099175"/>
              <a:gd name="connsiteY5" fmla="*/ 6858000 h 6858000"/>
              <a:gd name="connsiteX6" fmla="*/ 5776595 w 6099175"/>
              <a:gd name="connsiteY6" fmla="*/ 6858000 h 6858000"/>
              <a:gd name="connsiteX7" fmla="*/ 0 w 6099175"/>
              <a:gd name="connsiteY7" fmla="*/ 6858000 h 6858000"/>
              <a:gd name="connsiteX8" fmla="*/ 0 w 6099175"/>
              <a:gd name="connsiteY8" fmla="*/ 0 h 6858000"/>
              <a:gd name="connsiteX0" fmla="*/ 0 w 6099175"/>
              <a:gd name="connsiteY0" fmla="*/ 0 h 6858000"/>
              <a:gd name="connsiteX1" fmla="*/ 5776763 w 6099175"/>
              <a:gd name="connsiteY1" fmla="*/ 0 h 6858000"/>
              <a:gd name="connsiteX2" fmla="*/ 5782373 w 6099175"/>
              <a:gd name="connsiteY2" fmla="*/ 1161630 h 6858000"/>
              <a:gd name="connsiteX3" fmla="*/ 6099175 w 6099175"/>
              <a:gd name="connsiteY3" fmla="*/ 1144800 h 6858000"/>
              <a:gd name="connsiteX4" fmla="*/ 6099175 w 6099175"/>
              <a:gd name="connsiteY4" fmla="*/ 6541200 h 6858000"/>
              <a:gd name="connsiteX5" fmla="*/ 6094647 w 6099175"/>
              <a:gd name="connsiteY5" fmla="*/ 6858000 h 6858000"/>
              <a:gd name="connsiteX6" fmla="*/ 5776595 w 6099175"/>
              <a:gd name="connsiteY6" fmla="*/ 6858000 h 6858000"/>
              <a:gd name="connsiteX7" fmla="*/ 0 w 6099175"/>
              <a:gd name="connsiteY7" fmla="*/ 6858000 h 6858000"/>
              <a:gd name="connsiteX8" fmla="*/ 0 w 6099175"/>
              <a:gd name="connsiteY8" fmla="*/ 0 h 6858000"/>
              <a:gd name="connsiteX0" fmla="*/ 0 w 6099175"/>
              <a:gd name="connsiteY0" fmla="*/ 0 h 6858000"/>
              <a:gd name="connsiteX1" fmla="*/ 5776763 w 6099175"/>
              <a:gd name="connsiteY1" fmla="*/ 0 h 6858000"/>
              <a:gd name="connsiteX2" fmla="*/ 5782373 w 6099175"/>
              <a:gd name="connsiteY2" fmla="*/ 1161630 h 6858000"/>
              <a:gd name="connsiteX3" fmla="*/ 6099175 w 6099175"/>
              <a:gd name="connsiteY3" fmla="*/ 1161630 h 6858000"/>
              <a:gd name="connsiteX4" fmla="*/ 6099175 w 6099175"/>
              <a:gd name="connsiteY4" fmla="*/ 6541200 h 6858000"/>
              <a:gd name="connsiteX5" fmla="*/ 6094647 w 6099175"/>
              <a:gd name="connsiteY5" fmla="*/ 6858000 h 6858000"/>
              <a:gd name="connsiteX6" fmla="*/ 5776595 w 6099175"/>
              <a:gd name="connsiteY6" fmla="*/ 6858000 h 6858000"/>
              <a:gd name="connsiteX7" fmla="*/ 0 w 6099175"/>
              <a:gd name="connsiteY7" fmla="*/ 6858000 h 6858000"/>
              <a:gd name="connsiteX8" fmla="*/ 0 w 6099175"/>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99175" h="6858000">
                <a:moveTo>
                  <a:pt x="0" y="0"/>
                </a:moveTo>
                <a:lnTo>
                  <a:pt x="5776763" y="0"/>
                </a:lnTo>
                <a:lnTo>
                  <a:pt x="5782373" y="1161630"/>
                </a:lnTo>
                <a:lnTo>
                  <a:pt x="6099175" y="1161630"/>
                </a:lnTo>
                <a:lnTo>
                  <a:pt x="6099175" y="6541200"/>
                </a:lnTo>
                <a:cubicBezTo>
                  <a:pt x="6097666" y="6646800"/>
                  <a:pt x="6096156" y="6752400"/>
                  <a:pt x="6094647" y="6858000"/>
                </a:cubicBezTo>
                <a:lnTo>
                  <a:pt x="5776595" y="6858000"/>
                </a:lnTo>
                <a:lnTo>
                  <a:pt x="0" y="6858000"/>
                </a:lnTo>
                <a:lnTo>
                  <a:pt x="0" y="0"/>
                </a:lnTo>
                <a:close/>
              </a:path>
            </a:pathLst>
          </a:custGeom>
          <a:solidFill>
            <a:schemeClr val="bg1">
              <a:lumMod val="85000"/>
            </a:schemeClr>
          </a:solidFill>
        </p:spPr>
        <p:txBody>
          <a:bodyPr wrap="square" lIns="612000" anchor="ctr" anchorCtr="0">
            <a:noAutofit/>
          </a:bodyPr>
          <a:lstStyle/>
          <a:p>
            <a:r>
              <a:rPr lang="nl-NL"/>
              <a:t>Klik op het pictogram als u een afbeelding wilt toevoegen</a:t>
            </a:r>
          </a:p>
        </p:txBody>
      </p:sp>
      <p:sp>
        <p:nvSpPr>
          <p:cNvPr id="16" name="Rechthoek 15"/>
          <p:cNvSpPr/>
          <p:nvPr userDrawn="1"/>
        </p:nvSpPr>
        <p:spPr>
          <a:xfrm>
            <a:off x="609600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3" name="Afbeelding 1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175" y="0"/>
            <a:ext cx="12198350" cy="1066800"/>
          </a:xfrm>
          <a:prstGeom prst="rect">
            <a:avLst/>
          </a:prstGeom>
        </p:spPr>
      </p:pic>
      <p:sp>
        <p:nvSpPr>
          <p:cNvPr id="24" name="Tijdelijke aanduiding voor tekst 16"/>
          <p:cNvSpPr>
            <a:spLocks noGrp="1"/>
          </p:cNvSpPr>
          <p:nvPr>
            <p:ph type="body" sz="quarter" idx="21" hasCustomPrompt="1"/>
          </p:nvPr>
        </p:nvSpPr>
        <p:spPr>
          <a:xfrm>
            <a:off x="6553200" y="5832053"/>
            <a:ext cx="5004000" cy="389360"/>
          </a:xfrm>
        </p:spPr>
        <p:txBody>
          <a:bodyPr lIns="118800" anchor="b" anchorCtr="0">
            <a:noAutofit/>
          </a:bodyPr>
          <a:lstStyle>
            <a:lvl1pPr marL="0" indent="0">
              <a:buNone/>
              <a:defRPr sz="16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nl-NL"/>
              <a:t>Naam spreker</a:t>
            </a:r>
          </a:p>
        </p:txBody>
      </p:sp>
      <p:sp>
        <p:nvSpPr>
          <p:cNvPr id="15" name="Tijdelijke aanduiding voor dianummer 14"/>
          <p:cNvSpPr>
            <a:spLocks noGrp="1"/>
          </p:cNvSpPr>
          <p:nvPr>
            <p:ph type="sldNum" sz="quarter" idx="25"/>
          </p:nvPr>
        </p:nvSpPr>
        <p:spPr/>
        <p:txBody>
          <a:bodyPr/>
          <a:lstStyle>
            <a:lvl1pPr>
              <a:defRPr>
                <a:solidFill>
                  <a:schemeClr val="bg1"/>
                </a:solidFill>
              </a:defRPr>
            </a:lvl1pPr>
          </a:lstStyle>
          <a:p>
            <a:fld id="{10A0A6AF-03C5-477E-939A-E28F7E7F05EA}" type="slidenum">
              <a:rPr lang="nl-NL" smtClean="0"/>
              <a:pPr/>
              <a:t>‹nr.›</a:t>
            </a:fld>
            <a:endParaRPr lang="nl-NL"/>
          </a:p>
        </p:txBody>
      </p:sp>
      <p:sp>
        <p:nvSpPr>
          <p:cNvPr id="17" name="Titel 1"/>
          <p:cNvSpPr>
            <a:spLocks noGrp="1"/>
          </p:cNvSpPr>
          <p:nvPr>
            <p:ph type="ctrTitle"/>
          </p:nvPr>
        </p:nvSpPr>
        <p:spPr>
          <a:xfrm>
            <a:off x="6553200" y="1885467"/>
            <a:ext cx="5004000" cy="2336400"/>
          </a:xfrm>
        </p:spPr>
        <p:txBody>
          <a:bodyPr tIns="90000" bIns="90000" anchor="t">
            <a:normAutofit/>
          </a:bodyPr>
          <a:lstStyle>
            <a:lvl1pPr algn="l">
              <a:defRPr sz="3600">
                <a:solidFill>
                  <a:schemeClr val="bg1"/>
                </a:solidFill>
              </a:defRPr>
            </a:lvl1pPr>
          </a:lstStyle>
          <a:p>
            <a:r>
              <a:rPr lang="nl-NL"/>
              <a:t>Klik om de stijl te bewerken</a:t>
            </a:r>
          </a:p>
        </p:txBody>
      </p:sp>
      <p:sp>
        <p:nvSpPr>
          <p:cNvPr id="18" name="Ondertitel 2"/>
          <p:cNvSpPr>
            <a:spLocks noGrp="1"/>
          </p:cNvSpPr>
          <p:nvPr>
            <p:ph type="subTitle" idx="1"/>
          </p:nvPr>
        </p:nvSpPr>
        <p:spPr>
          <a:xfrm>
            <a:off x="6553200" y="4218267"/>
            <a:ext cx="5004000" cy="1613786"/>
          </a:xfrm>
        </p:spPr>
        <p:txBody>
          <a:bodyPr lIns="104400" tIns="90000" rIns="90000" bIns="46800"/>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 om het opmaakprofiel van de modelondertitel te bewerken</a:t>
            </a:r>
          </a:p>
        </p:txBody>
      </p:sp>
      <p:sp>
        <p:nvSpPr>
          <p:cNvPr id="22"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solidFill>
              </a:defRPr>
            </a:lvl1pPr>
          </a:lstStyle>
          <a:p>
            <a:fld id="{F47EF775-05F8-4D0C-9300-69849B26FFE2}" type="datetime4">
              <a:rPr lang="nl-NL" smtClean="0"/>
              <a:pPr/>
              <a:t>25 september 2026</a:t>
            </a:fld>
            <a:r>
              <a:rPr lang="en-US"/>
              <a:t> | </a:t>
            </a:r>
            <a:r>
              <a:rPr lang="en-US" err="1"/>
              <a:t>Voettekst</a:t>
            </a:r>
            <a:endParaRPr lang="nl-NL"/>
          </a:p>
        </p:txBody>
      </p:sp>
      <p:pic>
        <p:nvPicPr>
          <p:cNvPr id="14" name="Afbeelding 4">
            <a:extLst>
              <a:ext uri="{FF2B5EF4-FFF2-40B4-BE49-F238E27FC236}">
                <a16:creationId xmlns:a16="http://schemas.microsoft.com/office/drawing/2014/main" id="{6F4B3D99-59E9-03B9-A7D4-FE95753F85C9}"/>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12192000" cy="1682495"/>
          </a:xfrm>
          <a:prstGeom prst="rect">
            <a:avLst/>
          </a:prstGeom>
        </p:spPr>
      </p:pic>
    </p:spTree>
    <p:extLst>
      <p:ext uri="{BB962C8B-B14F-4D97-AF65-F5344CB8AC3E}">
        <p14:creationId xmlns:p14="http://schemas.microsoft.com/office/powerpoint/2010/main" val="62622345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eldia verticaal">
    <p:spTree>
      <p:nvGrpSpPr>
        <p:cNvPr id="1" name=""/>
        <p:cNvGrpSpPr/>
        <p:nvPr/>
      </p:nvGrpSpPr>
      <p:grpSpPr>
        <a:xfrm>
          <a:off x="0" y="0"/>
          <a:ext cx="0" cy="0"/>
          <a:chOff x="0" y="0"/>
          <a:chExt cx="0" cy="0"/>
        </a:xfrm>
      </p:grpSpPr>
      <p:sp>
        <p:nvSpPr>
          <p:cNvPr id="13" name="Rechthoek 12"/>
          <p:cNvSpPr/>
          <p:nvPr userDrawn="1"/>
        </p:nvSpPr>
        <p:spPr>
          <a:xfrm>
            <a:off x="609600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4" name="Afbeelding 13"/>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175" y="0"/>
            <a:ext cx="12198350" cy="1066800"/>
          </a:xfrm>
          <a:prstGeom prst="rect">
            <a:avLst/>
          </a:prstGeom>
        </p:spPr>
      </p:pic>
      <p:sp>
        <p:nvSpPr>
          <p:cNvPr id="20" name="Tijdelijke aanduiding voor dianummer 19"/>
          <p:cNvSpPr>
            <a:spLocks noGrp="1"/>
          </p:cNvSpPr>
          <p:nvPr>
            <p:ph type="sldNum" sz="quarter" idx="19"/>
          </p:nvPr>
        </p:nvSpPr>
        <p:spPr/>
        <p:txBody>
          <a:bodyPr/>
          <a:lstStyle>
            <a:lvl1pPr>
              <a:defRPr>
                <a:solidFill>
                  <a:schemeClr val="bg1"/>
                </a:solidFill>
              </a:defRPr>
            </a:lvl1pPr>
          </a:lstStyle>
          <a:p>
            <a:fld id="{10A0A6AF-03C5-477E-939A-E28F7E7F05EA}" type="slidenum">
              <a:rPr lang="nl-NL" smtClean="0"/>
              <a:pPr/>
              <a:t>‹nr.›</a:t>
            </a:fld>
            <a:endParaRPr lang="nl-NL"/>
          </a:p>
        </p:txBody>
      </p:sp>
      <p:sp>
        <p:nvSpPr>
          <p:cNvPr id="24" name="Ondertitel 2"/>
          <p:cNvSpPr>
            <a:spLocks noGrp="1"/>
          </p:cNvSpPr>
          <p:nvPr>
            <p:ph type="subTitle" idx="1"/>
          </p:nvPr>
        </p:nvSpPr>
        <p:spPr>
          <a:xfrm>
            <a:off x="6556176" y="3427413"/>
            <a:ext cx="5004000" cy="2404640"/>
          </a:xfrm>
        </p:spPr>
        <p:txBody>
          <a:bodyPr lIns="104400" tIns="90000" rIns="90000" bIns="46800"/>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 om het opmaakprofiel van de modelondertitel te bewerken</a:t>
            </a:r>
          </a:p>
        </p:txBody>
      </p:sp>
      <p:sp>
        <p:nvSpPr>
          <p:cNvPr id="25" name="Tijdelijke aanduiding voor tekst 16"/>
          <p:cNvSpPr>
            <a:spLocks noGrp="1"/>
          </p:cNvSpPr>
          <p:nvPr>
            <p:ph type="body" sz="quarter" idx="21" hasCustomPrompt="1"/>
          </p:nvPr>
        </p:nvSpPr>
        <p:spPr>
          <a:xfrm>
            <a:off x="6553200" y="5832053"/>
            <a:ext cx="5004000" cy="389360"/>
          </a:xfrm>
        </p:spPr>
        <p:txBody>
          <a:bodyPr lIns="118800" anchor="b" anchorCtr="0">
            <a:noAutofit/>
          </a:bodyPr>
          <a:lstStyle>
            <a:lvl1pPr marL="0" indent="0">
              <a:buNone/>
              <a:defRPr sz="16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nl-NL"/>
              <a:t>Naam spreker</a:t>
            </a:r>
          </a:p>
        </p:txBody>
      </p:sp>
      <p:sp>
        <p:nvSpPr>
          <p:cNvPr id="21" name="Titel 1"/>
          <p:cNvSpPr>
            <a:spLocks noGrp="1"/>
          </p:cNvSpPr>
          <p:nvPr>
            <p:ph type="ctrTitle"/>
          </p:nvPr>
        </p:nvSpPr>
        <p:spPr>
          <a:xfrm>
            <a:off x="6554588" y="2024063"/>
            <a:ext cx="5004000" cy="1403350"/>
          </a:xfrm>
        </p:spPr>
        <p:txBody>
          <a:bodyPr tIns="90000" bIns="90000" anchor="t">
            <a:normAutofit/>
          </a:bodyPr>
          <a:lstStyle>
            <a:lvl1pPr algn="l">
              <a:defRPr sz="3600">
                <a:solidFill>
                  <a:schemeClr val="bg1"/>
                </a:solidFill>
              </a:defRPr>
            </a:lvl1pPr>
          </a:lstStyle>
          <a:p>
            <a:r>
              <a:rPr lang="nl-NL"/>
              <a:t>Klik om de stijl te bewerken</a:t>
            </a:r>
          </a:p>
        </p:txBody>
      </p:sp>
      <p:sp>
        <p:nvSpPr>
          <p:cNvPr id="23"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pic>
        <p:nvPicPr>
          <p:cNvPr id="12" name="Afbeelding 4">
            <a:extLst>
              <a:ext uri="{FF2B5EF4-FFF2-40B4-BE49-F238E27FC236}">
                <a16:creationId xmlns:a16="http://schemas.microsoft.com/office/drawing/2014/main" id="{578EBA83-3E32-E538-636B-F6DD822FEB23}"/>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12192000" cy="1682495"/>
          </a:xfrm>
          <a:prstGeom prst="rect">
            <a:avLst/>
          </a:prstGeom>
        </p:spPr>
      </p:pic>
    </p:spTree>
    <p:extLst>
      <p:ext uri="{BB962C8B-B14F-4D97-AF65-F5344CB8AC3E}">
        <p14:creationId xmlns:p14="http://schemas.microsoft.com/office/powerpoint/2010/main" val="106597364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eldia horizontaal">
    <p:spTree>
      <p:nvGrpSpPr>
        <p:cNvPr id="1" name=""/>
        <p:cNvGrpSpPr/>
        <p:nvPr/>
      </p:nvGrpSpPr>
      <p:grpSpPr>
        <a:xfrm>
          <a:off x="0" y="0"/>
          <a:ext cx="0" cy="0"/>
          <a:chOff x="0" y="0"/>
          <a:chExt cx="0" cy="0"/>
        </a:xfrm>
      </p:grpSpPr>
      <p:sp>
        <p:nvSpPr>
          <p:cNvPr id="6" name="Rechthoek 5"/>
          <p:cNvSpPr/>
          <p:nvPr userDrawn="1"/>
        </p:nvSpPr>
        <p:spPr>
          <a:xfrm>
            <a:off x="0" y="-1"/>
            <a:ext cx="12192000" cy="34274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p:cNvSpPr>
            <a:spLocks noGrp="1"/>
          </p:cNvSpPr>
          <p:nvPr>
            <p:ph type="title"/>
          </p:nvPr>
        </p:nvSpPr>
        <p:spPr>
          <a:xfrm>
            <a:off x="635000" y="1879600"/>
            <a:ext cx="10923588" cy="1547813"/>
          </a:xfrm>
        </p:spPr>
        <p:txBody>
          <a:bodyPr anchor="t" anchorCtr="0">
            <a:normAutofit/>
          </a:bodyPr>
          <a:lstStyle>
            <a:lvl1pPr>
              <a:defRPr sz="4800">
                <a:solidFill>
                  <a:schemeClr val="bg1"/>
                </a:solidFill>
              </a:defRPr>
            </a:lvl1pPr>
          </a:lstStyle>
          <a:p>
            <a:r>
              <a:rPr lang="nl-NL"/>
              <a:t>Klik om de stijl te bewerken</a:t>
            </a:r>
          </a:p>
        </p:txBody>
      </p:sp>
      <p:pic>
        <p:nvPicPr>
          <p:cNvPr id="7" name="Afbeelding 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175" y="0"/>
            <a:ext cx="12198350" cy="1066800"/>
          </a:xfrm>
          <a:prstGeom prst="rect">
            <a:avLst/>
          </a:prstGeom>
        </p:spPr>
      </p:pic>
      <p:sp>
        <p:nvSpPr>
          <p:cNvPr id="17" name="Tijdelijke aanduiding voor dianummer 16"/>
          <p:cNvSpPr>
            <a:spLocks noGrp="1"/>
          </p:cNvSpPr>
          <p:nvPr>
            <p:ph type="sldNum" sz="quarter" idx="16"/>
          </p:nvPr>
        </p:nvSpPr>
        <p:spPr/>
        <p:txBody>
          <a:bodyPr/>
          <a:lstStyle/>
          <a:p>
            <a:fld id="{10A0A6AF-03C5-477E-939A-E28F7E7F05EA}" type="slidenum">
              <a:rPr lang="nl-NL" smtClean="0"/>
              <a:pPr/>
              <a:t>‹nr.›</a:t>
            </a:fld>
            <a:endParaRPr lang="nl-NL"/>
          </a:p>
        </p:txBody>
      </p:sp>
      <p:sp>
        <p:nvSpPr>
          <p:cNvPr id="9" name="Ondertitel 2"/>
          <p:cNvSpPr>
            <a:spLocks noGrp="1"/>
          </p:cNvSpPr>
          <p:nvPr>
            <p:ph type="subTitle" idx="1"/>
          </p:nvPr>
        </p:nvSpPr>
        <p:spPr>
          <a:xfrm>
            <a:off x="635000" y="3749487"/>
            <a:ext cx="10925176" cy="2077232"/>
          </a:xfrm>
        </p:spPr>
        <p:txBody>
          <a:bodyPr lIns="104400" tIns="90000" rIns="90000" bIns="46800"/>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 om het opmaakprofiel van de modelondertitel te bewerken</a:t>
            </a:r>
          </a:p>
        </p:txBody>
      </p:sp>
      <p:sp>
        <p:nvSpPr>
          <p:cNvPr id="10" name="Tijdelijke aanduiding voor tekst 16"/>
          <p:cNvSpPr>
            <a:spLocks noGrp="1"/>
          </p:cNvSpPr>
          <p:nvPr>
            <p:ph type="body" sz="quarter" idx="10" hasCustomPrompt="1"/>
          </p:nvPr>
        </p:nvSpPr>
        <p:spPr>
          <a:xfrm>
            <a:off x="633412" y="5829386"/>
            <a:ext cx="5005388" cy="389360"/>
          </a:xfrm>
        </p:spPr>
        <p:txBody>
          <a:bodyPr lIns="86400" anchor="b" anchorCtr="0">
            <a:noAutofit/>
          </a:bodyPr>
          <a:lstStyle>
            <a:lvl1pPr marL="0" indent="0" algn="l">
              <a:buNone/>
              <a:defRPr sz="16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nl-NL"/>
              <a:t>Naam spreker</a:t>
            </a:r>
          </a:p>
        </p:txBody>
      </p:sp>
      <p:sp>
        <p:nvSpPr>
          <p:cNvPr id="14"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pic>
        <p:nvPicPr>
          <p:cNvPr id="12" name="Afbeelding 4">
            <a:extLst>
              <a:ext uri="{FF2B5EF4-FFF2-40B4-BE49-F238E27FC236}">
                <a16:creationId xmlns:a16="http://schemas.microsoft.com/office/drawing/2014/main" id="{99E8ADD0-35E2-499F-10E5-6F6C8B85A4A9}"/>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12192000" cy="1682495"/>
          </a:xfrm>
          <a:prstGeom prst="rect">
            <a:avLst/>
          </a:prstGeom>
        </p:spPr>
      </p:pic>
    </p:spTree>
    <p:extLst>
      <p:ext uri="{BB962C8B-B14F-4D97-AF65-F5344CB8AC3E}">
        <p14:creationId xmlns:p14="http://schemas.microsoft.com/office/powerpoint/2010/main" val="160994503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Inhoudsopgave met afbeelding">
    <p:spTree>
      <p:nvGrpSpPr>
        <p:cNvPr id="1" name=""/>
        <p:cNvGrpSpPr/>
        <p:nvPr/>
      </p:nvGrpSpPr>
      <p:grpSpPr>
        <a:xfrm>
          <a:off x="0" y="0"/>
          <a:ext cx="0" cy="0"/>
          <a:chOff x="0" y="0"/>
          <a:chExt cx="0" cy="0"/>
        </a:xfrm>
      </p:grpSpPr>
      <p:sp>
        <p:nvSpPr>
          <p:cNvPr id="5" name="Rechthoek 4"/>
          <p:cNvSpPr/>
          <p:nvPr userDrawn="1"/>
        </p:nvSpPr>
        <p:spPr>
          <a:xfrm>
            <a:off x="609600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1" name="Tijdelijke aanduiding voor tekst 11"/>
          <p:cNvSpPr>
            <a:spLocks noGrp="1"/>
          </p:cNvSpPr>
          <p:nvPr>
            <p:ph type="body" sz="quarter" idx="13"/>
          </p:nvPr>
        </p:nvSpPr>
        <p:spPr>
          <a:xfrm>
            <a:off x="6553200" y="2289600"/>
            <a:ext cx="5004000" cy="3931813"/>
          </a:xfrm>
        </p:spPr>
        <p:txBody>
          <a:bodyPr/>
          <a:lstStyle>
            <a:lvl1pPr marL="457200" indent="-457200">
              <a:buClr>
                <a:schemeClr val="bg1"/>
              </a:buClr>
              <a:buFont typeface="+mj-lt"/>
              <a:buAutoNum type="arabicPeriod"/>
              <a:defRPr>
                <a:solidFill>
                  <a:schemeClr val="bg1"/>
                </a:solidFill>
              </a:defRPr>
            </a:lvl1pPr>
            <a:lvl2pPr marL="684000" indent="-216000">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Tx/>
              <a:defRPr>
                <a:solidFill>
                  <a:schemeClr val="bg1"/>
                </a:solidFill>
              </a:defRPr>
            </a:lvl5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6" name="Titel 5"/>
          <p:cNvSpPr>
            <a:spLocks noGrp="1"/>
          </p:cNvSpPr>
          <p:nvPr>
            <p:ph type="title"/>
          </p:nvPr>
        </p:nvSpPr>
        <p:spPr>
          <a:xfrm>
            <a:off x="6553200" y="1051200"/>
            <a:ext cx="5004000" cy="948047"/>
          </a:xfrm>
        </p:spPr>
        <p:txBody>
          <a:bodyPr/>
          <a:lstStyle>
            <a:lvl1pPr>
              <a:defRPr>
                <a:solidFill>
                  <a:schemeClr val="bg1"/>
                </a:solidFill>
              </a:defRPr>
            </a:lvl1pPr>
          </a:lstStyle>
          <a:p>
            <a:r>
              <a:rPr lang="nl-NL"/>
              <a:t>Klik om de stijl te bewerken</a:t>
            </a:r>
          </a:p>
        </p:txBody>
      </p:sp>
      <p:sp>
        <p:nvSpPr>
          <p:cNvPr id="19" name="Tijdelijke aanduiding voor dianummer 18"/>
          <p:cNvSpPr>
            <a:spLocks noGrp="1"/>
          </p:cNvSpPr>
          <p:nvPr>
            <p:ph type="sldNum" sz="quarter" idx="16"/>
          </p:nvPr>
        </p:nvSpPr>
        <p:spPr/>
        <p:txBody>
          <a:bodyPr/>
          <a:lstStyle>
            <a:lvl1pPr>
              <a:defRPr>
                <a:solidFill>
                  <a:schemeClr val="bg1"/>
                </a:solidFill>
              </a:defRPr>
            </a:lvl1pPr>
          </a:lstStyle>
          <a:p>
            <a:fld id="{10A0A6AF-03C5-477E-939A-E28F7E7F05EA}" type="slidenum">
              <a:rPr lang="nl-NL" smtClean="0"/>
              <a:pPr/>
              <a:t>‹nr.›</a:t>
            </a:fld>
            <a:endParaRPr lang="nl-NL"/>
          </a:p>
        </p:txBody>
      </p:sp>
      <p:sp>
        <p:nvSpPr>
          <p:cNvPr id="12"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solidFill>
              </a:defRPr>
            </a:lvl1pPr>
          </a:lstStyle>
          <a:p>
            <a:r>
              <a:rPr lang="en-US"/>
              <a:t>27 februari 2017 | Voettekst</a:t>
            </a:r>
            <a:endParaRPr lang="nl-NL"/>
          </a:p>
        </p:txBody>
      </p:sp>
      <p:sp>
        <p:nvSpPr>
          <p:cNvPr id="9" name="Tijdelijke aanduiding voor afbeelding 31"/>
          <p:cNvSpPr>
            <a:spLocks noGrp="1"/>
          </p:cNvSpPr>
          <p:nvPr>
            <p:ph type="pic" sz="quarter" idx="22"/>
          </p:nvPr>
        </p:nvSpPr>
        <p:spPr>
          <a:xfrm>
            <a:off x="-3175" y="0"/>
            <a:ext cx="6104785" cy="6858000"/>
          </a:xfrm>
          <a:custGeom>
            <a:avLst/>
            <a:gdLst>
              <a:gd name="connsiteX0" fmla="*/ 0 w 6099175"/>
              <a:gd name="connsiteY0" fmla="*/ 0 h 6858000"/>
              <a:gd name="connsiteX1" fmla="*/ 5776763 w 6099175"/>
              <a:gd name="connsiteY1" fmla="*/ 0 h 6858000"/>
              <a:gd name="connsiteX2" fmla="*/ 5776763 w 6099175"/>
              <a:gd name="connsiteY2" fmla="*/ 1144800 h 6858000"/>
              <a:gd name="connsiteX3" fmla="*/ 6099175 w 6099175"/>
              <a:gd name="connsiteY3" fmla="*/ 1144800 h 6858000"/>
              <a:gd name="connsiteX4" fmla="*/ 6099175 w 6099175"/>
              <a:gd name="connsiteY4" fmla="*/ 6541200 h 6858000"/>
              <a:gd name="connsiteX5" fmla="*/ 5776595 w 6099175"/>
              <a:gd name="connsiteY5" fmla="*/ 6541200 h 6858000"/>
              <a:gd name="connsiteX6" fmla="*/ 5776595 w 6099175"/>
              <a:gd name="connsiteY6" fmla="*/ 6858000 h 6858000"/>
              <a:gd name="connsiteX7" fmla="*/ 0 w 6099175"/>
              <a:gd name="connsiteY7" fmla="*/ 6858000 h 6858000"/>
              <a:gd name="connsiteX0" fmla="*/ 0 w 6099175"/>
              <a:gd name="connsiteY0" fmla="*/ 0 h 6858000"/>
              <a:gd name="connsiteX1" fmla="*/ 5776763 w 6099175"/>
              <a:gd name="connsiteY1" fmla="*/ 0 h 6858000"/>
              <a:gd name="connsiteX2" fmla="*/ 5776763 w 6099175"/>
              <a:gd name="connsiteY2" fmla="*/ 1144800 h 6858000"/>
              <a:gd name="connsiteX3" fmla="*/ 6099175 w 6099175"/>
              <a:gd name="connsiteY3" fmla="*/ 1144800 h 6858000"/>
              <a:gd name="connsiteX4" fmla="*/ 6099175 w 6099175"/>
              <a:gd name="connsiteY4" fmla="*/ 6541200 h 6858000"/>
              <a:gd name="connsiteX5" fmla="*/ 6094647 w 6099175"/>
              <a:gd name="connsiteY5" fmla="*/ 6858000 h 6858000"/>
              <a:gd name="connsiteX6" fmla="*/ 5776595 w 6099175"/>
              <a:gd name="connsiteY6" fmla="*/ 6858000 h 6858000"/>
              <a:gd name="connsiteX7" fmla="*/ 0 w 6099175"/>
              <a:gd name="connsiteY7" fmla="*/ 6858000 h 6858000"/>
              <a:gd name="connsiteX8" fmla="*/ 0 w 6099175"/>
              <a:gd name="connsiteY8" fmla="*/ 0 h 6858000"/>
              <a:gd name="connsiteX0" fmla="*/ 0 w 6099175"/>
              <a:gd name="connsiteY0" fmla="*/ 0 h 6858000"/>
              <a:gd name="connsiteX1" fmla="*/ 5860910 w 6099175"/>
              <a:gd name="connsiteY1" fmla="*/ 0 h 6858000"/>
              <a:gd name="connsiteX2" fmla="*/ 5776763 w 6099175"/>
              <a:gd name="connsiteY2" fmla="*/ 1144800 h 6858000"/>
              <a:gd name="connsiteX3" fmla="*/ 6099175 w 6099175"/>
              <a:gd name="connsiteY3" fmla="*/ 1144800 h 6858000"/>
              <a:gd name="connsiteX4" fmla="*/ 6099175 w 6099175"/>
              <a:gd name="connsiteY4" fmla="*/ 6541200 h 6858000"/>
              <a:gd name="connsiteX5" fmla="*/ 6094647 w 6099175"/>
              <a:gd name="connsiteY5" fmla="*/ 6858000 h 6858000"/>
              <a:gd name="connsiteX6" fmla="*/ 5776595 w 6099175"/>
              <a:gd name="connsiteY6" fmla="*/ 6858000 h 6858000"/>
              <a:gd name="connsiteX7" fmla="*/ 0 w 6099175"/>
              <a:gd name="connsiteY7" fmla="*/ 6858000 h 6858000"/>
              <a:gd name="connsiteX8" fmla="*/ 0 w 6099175"/>
              <a:gd name="connsiteY8" fmla="*/ 0 h 6858000"/>
              <a:gd name="connsiteX0" fmla="*/ 0 w 6099175"/>
              <a:gd name="connsiteY0" fmla="*/ 0 h 6858000"/>
              <a:gd name="connsiteX1" fmla="*/ 5860910 w 6099175"/>
              <a:gd name="connsiteY1" fmla="*/ 0 h 6858000"/>
              <a:gd name="connsiteX2" fmla="*/ 5855300 w 6099175"/>
              <a:gd name="connsiteY2" fmla="*/ 1150410 h 6858000"/>
              <a:gd name="connsiteX3" fmla="*/ 6099175 w 6099175"/>
              <a:gd name="connsiteY3" fmla="*/ 1144800 h 6858000"/>
              <a:gd name="connsiteX4" fmla="*/ 6099175 w 6099175"/>
              <a:gd name="connsiteY4" fmla="*/ 6541200 h 6858000"/>
              <a:gd name="connsiteX5" fmla="*/ 6094647 w 6099175"/>
              <a:gd name="connsiteY5" fmla="*/ 6858000 h 6858000"/>
              <a:gd name="connsiteX6" fmla="*/ 5776595 w 6099175"/>
              <a:gd name="connsiteY6" fmla="*/ 6858000 h 6858000"/>
              <a:gd name="connsiteX7" fmla="*/ 0 w 6099175"/>
              <a:gd name="connsiteY7" fmla="*/ 6858000 h 6858000"/>
              <a:gd name="connsiteX8" fmla="*/ 0 w 6099175"/>
              <a:gd name="connsiteY8" fmla="*/ 0 h 6858000"/>
              <a:gd name="connsiteX0" fmla="*/ 0 w 6104785"/>
              <a:gd name="connsiteY0" fmla="*/ 0 h 6858000"/>
              <a:gd name="connsiteX1" fmla="*/ 5860910 w 6104785"/>
              <a:gd name="connsiteY1" fmla="*/ 0 h 6858000"/>
              <a:gd name="connsiteX2" fmla="*/ 5855300 w 6104785"/>
              <a:gd name="connsiteY2" fmla="*/ 1150410 h 6858000"/>
              <a:gd name="connsiteX3" fmla="*/ 6104785 w 6104785"/>
              <a:gd name="connsiteY3" fmla="*/ 712845 h 6858000"/>
              <a:gd name="connsiteX4" fmla="*/ 6099175 w 6104785"/>
              <a:gd name="connsiteY4" fmla="*/ 6541200 h 6858000"/>
              <a:gd name="connsiteX5" fmla="*/ 6094647 w 6104785"/>
              <a:gd name="connsiteY5" fmla="*/ 6858000 h 6858000"/>
              <a:gd name="connsiteX6" fmla="*/ 5776595 w 6104785"/>
              <a:gd name="connsiteY6" fmla="*/ 6858000 h 6858000"/>
              <a:gd name="connsiteX7" fmla="*/ 0 w 6104785"/>
              <a:gd name="connsiteY7" fmla="*/ 6858000 h 6858000"/>
              <a:gd name="connsiteX8" fmla="*/ 0 w 6104785"/>
              <a:gd name="connsiteY8" fmla="*/ 0 h 6858000"/>
              <a:gd name="connsiteX0" fmla="*/ 0 w 6104785"/>
              <a:gd name="connsiteY0" fmla="*/ 0 h 6858000"/>
              <a:gd name="connsiteX1" fmla="*/ 5860910 w 6104785"/>
              <a:gd name="connsiteY1" fmla="*/ 0 h 6858000"/>
              <a:gd name="connsiteX2" fmla="*/ 5860909 w 6104785"/>
              <a:gd name="connsiteY2" fmla="*/ 718454 h 6858000"/>
              <a:gd name="connsiteX3" fmla="*/ 6104785 w 6104785"/>
              <a:gd name="connsiteY3" fmla="*/ 712845 h 6858000"/>
              <a:gd name="connsiteX4" fmla="*/ 6099175 w 6104785"/>
              <a:gd name="connsiteY4" fmla="*/ 6541200 h 6858000"/>
              <a:gd name="connsiteX5" fmla="*/ 6094647 w 6104785"/>
              <a:gd name="connsiteY5" fmla="*/ 6858000 h 6858000"/>
              <a:gd name="connsiteX6" fmla="*/ 5776595 w 6104785"/>
              <a:gd name="connsiteY6" fmla="*/ 6858000 h 6858000"/>
              <a:gd name="connsiteX7" fmla="*/ 0 w 6104785"/>
              <a:gd name="connsiteY7" fmla="*/ 6858000 h 6858000"/>
              <a:gd name="connsiteX8" fmla="*/ 0 w 6104785"/>
              <a:gd name="connsiteY8" fmla="*/ 0 h 6858000"/>
              <a:gd name="connsiteX0" fmla="*/ 0 w 6104785"/>
              <a:gd name="connsiteY0" fmla="*/ 0 h 6858000"/>
              <a:gd name="connsiteX1" fmla="*/ 5860910 w 6104785"/>
              <a:gd name="connsiteY1" fmla="*/ 0 h 6858000"/>
              <a:gd name="connsiteX2" fmla="*/ 5860909 w 6104785"/>
              <a:gd name="connsiteY2" fmla="*/ 718454 h 6858000"/>
              <a:gd name="connsiteX3" fmla="*/ 6104785 w 6104785"/>
              <a:gd name="connsiteY3" fmla="*/ 701625 h 6858000"/>
              <a:gd name="connsiteX4" fmla="*/ 6099175 w 6104785"/>
              <a:gd name="connsiteY4" fmla="*/ 6541200 h 6858000"/>
              <a:gd name="connsiteX5" fmla="*/ 6094647 w 6104785"/>
              <a:gd name="connsiteY5" fmla="*/ 6858000 h 6858000"/>
              <a:gd name="connsiteX6" fmla="*/ 5776595 w 6104785"/>
              <a:gd name="connsiteY6" fmla="*/ 6858000 h 6858000"/>
              <a:gd name="connsiteX7" fmla="*/ 0 w 6104785"/>
              <a:gd name="connsiteY7" fmla="*/ 6858000 h 6858000"/>
              <a:gd name="connsiteX8" fmla="*/ 0 w 6104785"/>
              <a:gd name="connsiteY8" fmla="*/ 0 h 6858000"/>
              <a:gd name="connsiteX0" fmla="*/ 0 w 6104785"/>
              <a:gd name="connsiteY0" fmla="*/ 0 h 6858000"/>
              <a:gd name="connsiteX1" fmla="*/ 5860910 w 6104785"/>
              <a:gd name="connsiteY1" fmla="*/ 0 h 6858000"/>
              <a:gd name="connsiteX2" fmla="*/ 5860909 w 6104785"/>
              <a:gd name="connsiteY2" fmla="*/ 701624 h 6858000"/>
              <a:gd name="connsiteX3" fmla="*/ 6104785 w 6104785"/>
              <a:gd name="connsiteY3" fmla="*/ 701625 h 6858000"/>
              <a:gd name="connsiteX4" fmla="*/ 6099175 w 6104785"/>
              <a:gd name="connsiteY4" fmla="*/ 6541200 h 6858000"/>
              <a:gd name="connsiteX5" fmla="*/ 6094647 w 6104785"/>
              <a:gd name="connsiteY5" fmla="*/ 6858000 h 6858000"/>
              <a:gd name="connsiteX6" fmla="*/ 5776595 w 6104785"/>
              <a:gd name="connsiteY6" fmla="*/ 6858000 h 6858000"/>
              <a:gd name="connsiteX7" fmla="*/ 0 w 6104785"/>
              <a:gd name="connsiteY7" fmla="*/ 6858000 h 6858000"/>
              <a:gd name="connsiteX8" fmla="*/ 0 w 6104785"/>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04785" h="6858000">
                <a:moveTo>
                  <a:pt x="0" y="0"/>
                </a:moveTo>
                <a:lnTo>
                  <a:pt x="5860910" y="0"/>
                </a:lnTo>
                <a:cubicBezTo>
                  <a:pt x="5860910" y="239485"/>
                  <a:pt x="5860909" y="462139"/>
                  <a:pt x="5860909" y="701624"/>
                </a:cubicBezTo>
                <a:lnTo>
                  <a:pt x="6104785" y="701625"/>
                </a:lnTo>
                <a:lnTo>
                  <a:pt x="6099175" y="6541200"/>
                </a:lnTo>
                <a:cubicBezTo>
                  <a:pt x="6097666" y="6646800"/>
                  <a:pt x="6096156" y="6752400"/>
                  <a:pt x="6094647" y="6858000"/>
                </a:cubicBezTo>
                <a:lnTo>
                  <a:pt x="5776595" y="6858000"/>
                </a:lnTo>
                <a:lnTo>
                  <a:pt x="0" y="6858000"/>
                </a:lnTo>
                <a:lnTo>
                  <a:pt x="0" y="0"/>
                </a:lnTo>
                <a:close/>
              </a:path>
            </a:pathLst>
          </a:custGeom>
          <a:solidFill>
            <a:schemeClr val="bg1">
              <a:lumMod val="85000"/>
            </a:schemeClr>
          </a:solidFill>
        </p:spPr>
        <p:txBody>
          <a:bodyPr wrap="square" lIns="612000" anchor="ctr" anchorCtr="0">
            <a:noAutofit/>
          </a:bodyPr>
          <a:lstStyle/>
          <a:p>
            <a:r>
              <a:rPr lang="nl-NL"/>
              <a:t>Klik op het pictogram als u een afbeelding wilt toevoegen</a:t>
            </a:r>
          </a:p>
        </p:txBody>
      </p:sp>
      <p:pic>
        <p:nvPicPr>
          <p:cNvPr id="10" name="Afbeelding 9" descr="RO_vervolgpagina_Logo_2_RGB_pos__aangepast.png"/>
          <p:cNvPicPr>
            <a:picLocks noChangeAspect="1"/>
          </p:cNvPicPr>
          <p:nvPr userDrawn="1"/>
        </p:nvPicPr>
        <p:blipFill>
          <a:blip r:embed="rId2" cstate="print"/>
          <a:stretch>
            <a:fillRect/>
          </a:stretch>
        </p:blipFill>
        <p:spPr>
          <a:xfrm>
            <a:off x="0" y="0"/>
            <a:ext cx="12192000" cy="1057656"/>
          </a:xfrm>
          <a:prstGeom prst="rect">
            <a:avLst/>
          </a:prstGeom>
        </p:spPr>
      </p:pic>
      <p:sp>
        <p:nvSpPr>
          <p:cNvPr id="13" name="Tijdelijke aanduiding voor voettekst 4"/>
          <p:cNvSpPr txBox="1">
            <a:spLocks/>
          </p:cNvSpPr>
          <p:nvPr userDrawn="1"/>
        </p:nvSpPr>
        <p:spPr>
          <a:xfrm>
            <a:off x="633600" y="6220800"/>
            <a:ext cx="5003800" cy="322075"/>
          </a:xfrm>
          <a:prstGeom prst="rect">
            <a:avLst/>
          </a:prstGeom>
        </p:spPr>
        <p:txBody>
          <a:bodyPr vert="horz" lIns="91440" tIns="45720" rIns="91440" bIns="45720" rtlCol="0" anchor="b" anchorCtr="0"/>
          <a:lstStyle>
            <a:lvl1pPr algn="l">
              <a:defRPr sz="1050">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B6AAF2B-AF0B-4194-B5A9-FCA7BFB44B8C}" type="datetime4">
              <a:rPr kumimoji="0" lang="nl-NL" sz="1050" b="0" i="0" u="none" strike="noStrike" kern="1200" cap="none" spc="0" normalizeH="0" baseline="0" noProof="0" smtClean="0">
                <a:ln>
                  <a:noFill/>
                </a:ln>
                <a:solidFill>
                  <a:schemeClr val="bg1"/>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 september 2026</a:t>
            </a:fld>
            <a:r>
              <a:rPr kumimoji="0" lang="en-US" sz="1050" b="0" i="0" u="none" strike="noStrike" kern="1200" cap="none" spc="0" normalizeH="0" baseline="0" noProof="0">
                <a:ln>
                  <a:noFill/>
                </a:ln>
                <a:solidFill>
                  <a:schemeClr val="bg1"/>
                </a:solidFill>
                <a:effectLst/>
                <a:uLnTx/>
                <a:uFillTx/>
                <a:latin typeface="+mn-lt"/>
                <a:ea typeface="+mn-ea"/>
                <a:cs typeface="+mn-cs"/>
              </a:rPr>
              <a:t> | </a:t>
            </a:r>
            <a:r>
              <a:rPr kumimoji="0" lang="en-US" sz="1050" b="0" i="0" u="none" strike="noStrike" kern="1200" cap="none" spc="0" normalizeH="0" baseline="0" noProof="0" err="1">
                <a:ln>
                  <a:noFill/>
                </a:ln>
                <a:solidFill>
                  <a:schemeClr val="bg1"/>
                </a:solidFill>
                <a:effectLst/>
                <a:uLnTx/>
                <a:uFillTx/>
                <a:latin typeface="+mn-lt"/>
                <a:ea typeface="+mn-ea"/>
                <a:cs typeface="+mn-cs"/>
              </a:rPr>
              <a:t>Voettekst</a:t>
            </a:r>
            <a:endParaRPr kumimoji="0" lang="nl-NL" sz="1050" b="0" i="0" u="none" strike="noStrike" kern="1200" cap="none" spc="0" normalizeH="0" baseline="0" noProof="0">
              <a:ln>
                <a:noFill/>
              </a:ln>
              <a:solidFill>
                <a:schemeClr val="bg1"/>
              </a:solidFill>
              <a:effectLst/>
              <a:uLnTx/>
              <a:uFillTx/>
              <a:latin typeface="+mn-lt"/>
              <a:ea typeface="+mn-ea"/>
              <a:cs typeface="+mn-cs"/>
            </a:endParaRPr>
          </a:p>
        </p:txBody>
      </p:sp>
    </p:spTree>
    <p:extLst>
      <p:ext uri="{BB962C8B-B14F-4D97-AF65-F5344CB8AC3E}">
        <p14:creationId xmlns:p14="http://schemas.microsoft.com/office/powerpoint/2010/main" val="15369448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ectiekop">
    <p:spTree>
      <p:nvGrpSpPr>
        <p:cNvPr id="1" name=""/>
        <p:cNvGrpSpPr/>
        <p:nvPr/>
      </p:nvGrpSpPr>
      <p:grpSpPr>
        <a:xfrm>
          <a:off x="0" y="0"/>
          <a:ext cx="0" cy="0"/>
          <a:chOff x="0" y="0"/>
          <a:chExt cx="0" cy="0"/>
        </a:xfrm>
      </p:grpSpPr>
      <p:sp>
        <p:nvSpPr>
          <p:cNvPr id="7" name="Rechthoek 6"/>
          <p:cNvSpPr/>
          <p:nvPr userDrawn="1"/>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p:cNvSpPr>
            <a:spLocks noGrp="1"/>
          </p:cNvSpPr>
          <p:nvPr>
            <p:ph type="title"/>
          </p:nvPr>
        </p:nvSpPr>
        <p:spPr>
          <a:xfrm>
            <a:off x="634999" y="2636837"/>
            <a:ext cx="5003801" cy="1584325"/>
          </a:xfrm>
        </p:spPr>
        <p:txBody>
          <a:bodyPr anchor="t">
            <a:normAutofit/>
          </a:bodyPr>
          <a:lstStyle>
            <a:lvl1pPr algn="r">
              <a:defRPr sz="3600">
                <a:solidFill>
                  <a:schemeClr val="bg1"/>
                </a:solidFill>
              </a:defRPr>
            </a:lvl1pPr>
          </a:lstStyle>
          <a:p>
            <a:r>
              <a:rPr lang="nl-NL"/>
              <a:t>Klik om de stijl te bewerken</a:t>
            </a:r>
          </a:p>
        </p:txBody>
      </p:sp>
      <p:sp>
        <p:nvSpPr>
          <p:cNvPr id="3" name="Tijdelijke aanduiding voor tekst 2"/>
          <p:cNvSpPr>
            <a:spLocks noGrp="1"/>
          </p:cNvSpPr>
          <p:nvPr>
            <p:ph type="body" idx="1"/>
          </p:nvPr>
        </p:nvSpPr>
        <p:spPr>
          <a:xfrm>
            <a:off x="634999" y="4221162"/>
            <a:ext cx="5003801" cy="2000251"/>
          </a:xfrm>
        </p:spPr>
        <p:txBody>
          <a:bodyPr tIns="90000" rIns="100800"/>
          <a:lstStyle>
            <a:lvl1pPr marL="0" indent="0" algn="r">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 om de modelstijlen te bewerken</a:t>
            </a:r>
          </a:p>
        </p:txBody>
      </p:sp>
      <p:sp>
        <p:nvSpPr>
          <p:cNvPr id="9" name="Tijdelijke aanduiding voor tekst 8"/>
          <p:cNvSpPr>
            <a:spLocks noGrp="1"/>
          </p:cNvSpPr>
          <p:nvPr>
            <p:ph type="body" sz="quarter" idx="13" hasCustomPrompt="1"/>
          </p:nvPr>
        </p:nvSpPr>
        <p:spPr>
          <a:xfrm>
            <a:off x="634999" y="1171575"/>
            <a:ext cx="5003801" cy="1463674"/>
          </a:xfrm>
        </p:spPr>
        <p:txBody>
          <a:bodyPr rIns="0" anchor="b" anchorCtr="0">
            <a:normAutofit/>
          </a:bodyPr>
          <a:lstStyle>
            <a:lvl1pPr marL="0" indent="0" algn="r">
              <a:buNone/>
              <a:defRPr sz="9600" b="1" i="0">
                <a:solidFill>
                  <a:schemeClr val="bg1"/>
                </a:solidFill>
              </a:defRPr>
            </a:lvl1pPr>
            <a:lvl2pPr marL="313200" indent="0" algn="r">
              <a:buNone/>
              <a:defRPr/>
            </a:lvl2pPr>
            <a:lvl3pPr marL="630000" indent="0" algn="r">
              <a:buNone/>
              <a:defRPr/>
            </a:lvl3pPr>
            <a:lvl4pPr marL="943200" indent="0" algn="r">
              <a:buNone/>
              <a:defRPr/>
            </a:lvl4pPr>
            <a:lvl5pPr marL="1260000" indent="0" algn="r">
              <a:buNone/>
              <a:defRPr/>
            </a:lvl5pPr>
          </a:lstStyle>
          <a:p>
            <a:pPr lvl="0"/>
            <a:r>
              <a:rPr lang="nl-NL"/>
              <a:t>#</a:t>
            </a:r>
          </a:p>
        </p:txBody>
      </p:sp>
      <p:sp>
        <p:nvSpPr>
          <p:cNvPr id="13" name="Tijdelijke aanduiding voor dianummer 12"/>
          <p:cNvSpPr>
            <a:spLocks noGrp="1"/>
          </p:cNvSpPr>
          <p:nvPr>
            <p:ph type="sldNum" sz="quarter" idx="16"/>
          </p:nvPr>
        </p:nvSpPr>
        <p:spPr/>
        <p:txBody>
          <a:bodyPr/>
          <a:lstStyle/>
          <a:p>
            <a:fld id="{10A0A6AF-03C5-477E-939A-E28F7E7F05EA}" type="slidenum">
              <a:rPr lang="nl-NL" smtClean="0"/>
              <a:pPr/>
              <a:t>‹nr.›</a:t>
            </a:fld>
            <a:endParaRPr lang="nl-NL"/>
          </a:p>
        </p:txBody>
      </p:sp>
      <p:sp>
        <p:nvSpPr>
          <p:cNvPr id="15"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solidFill>
              </a:defRPr>
            </a:lvl1pPr>
          </a:lstStyle>
          <a:p>
            <a:fld id="{F47EF775-05F8-4D0C-9300-69849B26FFE2}" type="datetime4">
              <a:rPr lang="nl-NL" smtClean="0"/>
              <a:pPr/>
              <a:t>25 september 2026</a:t>
            </a:fld>
            <a:r>
              <a:rPr lang="en-US"/>
              <a:t> | </a:t>
            </a:r>
            <a:r>
              <a:rPr lang="en-US" err="1"/>
              <a:t>Voettekst</a:t>
            </a:r>
            <a:endParaRPr lang="nl-NL"/>
          </a:p>
        </p:txBody>
      </p:sp>
      <p:pic>
        <p:nvPicPr>
          <p:cNvPr id="11" name="Afbeelding 10" descr="RO_vervolgpagina_Logo_2_RGB_pos__aangepast.png"/>
          <p:cNvPicPr>
            <a:picLocks noChangeAspect="1"/>
          </p:cNvPicPr>
          <p:nvPr userDrawn="1"/>
        </p:nvPicPr>
        <p:blipFill>
          <a:blip r:embed="rId2" cstate="print"/>
          <a:stretch>
            <a:fillRect/>
          </a:stretch>
        </p:blipFill>
        <p:spPr>
          <a:xfrm>
            <a:off x="0" y="0"/>
            <a:ext cx="12192000" cy="1057656"/>
          </a:xfrm>
          <a:prstGeom prst="rect">
            <a:avLst/>
          </a:prstGeom>
        </p:spPr>
      </p:pic>
    </p:spTree>
    <p:extLst>
      <p:ext uri="{BB962C8B-B14F-4D97-AF65-F5344CB8AC3E}">
        <p14:creationId xmlns:p14="http://schemas.microsoft.com/office/powerpoint/2010/main" val="2005688301"/>
      </p:ext>
    </p:extLst>
  </p:cSld>
  <p:clrMapOvr>
    <a:masterClrMapping/>
  </p:clrMapOvr>
  <p:extLst>
    <p:ext uri="{DCECCB84-F9BA-43D5-87BE-67443E8EF086}">
      <p15:sldGuideLst xmlns:p15="http://schemas.microsoft.com/office/powerpoint/2012/main">
        <p15:guide id="1" orient="horz" pos="1661" userDrawn="1">
          <p15:clr>
            <a:srgbClr val="FBAE40"/>
          </p15:clr>
        </p15:guide>
        <p15:guide id="2" orient="horz" pos="2659"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ee objecten">
    <p:spTree>
      <p:nvGrpSpPr>
        <p:cNvPr id="1" name=""/>
        <p:cNvGrpSpPr/>
        <p:nvPr/>
      </p:nvGrpSpPr>
      <p:grpSpPr>
        <a:xfrm>
          <a:off x="0" y="0"/>
          <a:ext cx="0" cy="0"/>
          <a:chOff x="0" y="0"/>
          <a:chExt cx="0" cy="0"/>
        </a:xfrm>
      </p:grpSpPr>
      <p:sp>
        <p:nvSpPr>
          <p:cNvPr id="3" name="Tijdelijke aanduiding voor inhoud 2"/>
          <p:cNvSpPr>
            <a:spLocks noGrp="1"/>
          </p:cNvSpPr>
          <p:nvPr>
            <p:ph sz="half" idx="1" hasCustomPrompt="1"/>
          </p:nvPr>
        </p:nvSpPr>
        <p:spPr>
          <a:xfrm>
            <a:off x="635000" y="2276475"/>
            <a:ext cx="5226050" cy="3944938"/>
          </a:xfrm>
        </p:spPr>
        <p:txBody>
          <a:bodyPr/>
          <a:lstStyle/>
          <a:p>
            <a:pPr lvl="0"/>
            <a:r>
              <a:rPr lang="nl-NL"/>
              <a:t>Klik om tekst of beeld toe te voegen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p:cNvSpPr>
            <a:spLocks noGrp="1"/>
          </p:cNvSpPr>
          <p:nvPr>
            <p:ph sz="half" idx="2" hasCustomPrompt="1"/>
          </p:nvPr>
        </p:nvSpPr>
        <p:spPr>
          <a:xfrm>
            <a:off x="6553199" y="2276475"/>
            <a:ext cx="5004000" cy="3944938"/>
          </a:xfrm>
        </p:spPr>
        <p:txBody>
          <a:bodyPr/>
          <a:lstStyle/>
          <a:p>
            <a:pPr lvl="0"/>
            <a:r>
              <a:rPr lang="nl-NL"/>
              <a:t>Klik om tekst of beeld toe te voegen</a:t>
            </a:r>
          </a:p>
          <a:p>
            <a:pPr lvl="1"/>
            <a:r>
              <a:rPr lang="nl-NL"/>
              <a:t>Tweede niveau</a:t>
            </a:r>
          </a:p>
          <a:p>
            <a:pPr lvl="2"/>
            <a:r>
              <a:rPr lang="nl-NL"/>
              <a:t>Derde niveau</a:t>
            </a:r>
          </a:p>
          <a:p>
            <a:pPr lvl="3"/>
            <a:r>
              <a:rPr lang="nl-NL"/>
              <a:t>Vierde niveau</a:t>
            </a:r>
          </a:p>
          <a:p>
            <a:pPr lvl="4"/>
            <a:r>
              <a:rPr lang="nl-NL"/>
              <a:t>Vijfde niveau</a:t>
            </a:r>
          </a:p>
        </p:txBody>
      </p:sp>
      <p:sp>
        <p:nvSpPr>
          <p:cNvPr id="2" name="Titel 1"/>
          <p:cNvSpPr>
            <a:spLocks noGrp="1"/>
          </p:cNvSpPr>
          <p:nvPr>
            <p:ph type="title"/>
          </p:nvPr>
        </p:nvSpPr>
        <p:spPr/>
        <p:txBody>
          <a:bodyPr/>
          <a:lstStyle/>
          <a:p>
            <a:r>
              <a:rPr lang="nl-NL"/>
              <a:t>Klik om de stijl te bewerken</a:t>
            </a:r>
          </a:p>
        </p:txBody>
      </p:sp>
      <p:sp>
        <p:nvSpPr>
          <p:cNvPr id="16" name="Tijdelijke aanduiding voor dianummer 15"/>
          <p:cNvSpPr>
            <a:spLocks noGrp="1"/>
          </p:cNvSpPr>
          <p:nvPr>
            <p:ph type="sldNum" sz="quarter" idx="12"/>
          </p:nvPr>
        </p:nvSpPr>
        <p:spPr/>
        <p:txBody>
          <a:bodyPr/>
          <a:lstStyle/>
          <a:p>
            <a:fld id="{10A0A6AF-03C5-477E-939A-E28F7E7F05EA}" type="slidenum">
              <a:rPr lang="nl-NL" smtClean="0"/>
              <a:pPr/>
              <a:t>‹nr.›</a:t>
            </a:fld>
            <a:endParaRPr lang="nl-NL"/>
          </a:p>
        </p:txBody>
      </p:sp>
      <p:sp>
        <p:nvSpPr>
          <p:cNvPr id="9"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spTree>
    <p:extLst>
      <p:ext uri="{BB962C8B-B14F-4D97-AF65-F5344CB8AC3E}">
        <p14:creationId xmlns:p14="http://schemas.microsoft.com/office/powerpoint/2010/main" val="13800174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Vergelijking">
    <p:spTree>
      <p:nvGrpSpPr>
        <p:cNvPr id="1" name=""/>
        <p:cNvGrpSpPr/>
        <p:nvPr/>
      </p:nvGrpSpPr>
      <p:grpSpPr>
        <a:xfrm>
          <a:off x="0" y="0"/>
          <a:ext cx="0" cy="0"/>
          <a:chOff x="0" y="0"/>
          <a:chExt cx="0" cy="0"/>
        </a:xfrm>
      </p:grpSpPr>
      <p:sp>
        <p:nvSpPr>
          <p:cNvPr id="3" name="Tijdelijke aanduiding voor tekst 2"/>
          <p:cNvSpPr>
            <a:spLocks noGrp="1"/>
          </p:cNvSpPr>
          <p:nvPr>
            <p:ph type="body" idx="1"/>
          </p:nvPr>
        </p:nvSpPr>
        <p:spPr>
          <a:xfrm>
            <a:off x="635001" y="2306037"/>
            <a:ext cx="5004000" cy="648000"/>
          </a:xfrm>
          <a:noFill/>
        </p:spPr>
        <p:txBody>
          <a:bodyPr lIns="180000" tIns="180000" rIns="180000" bIns="72000" anchor="b">
            <a:noAutofit/>
          </a:bodyPr>
          <a:lstStyle>
            <a:lvl1pPr marL="0" indent="0">
              <a:buNone/>
              <a:defRPr sz="18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om de modelstijlen te bewerken</a:t>
            </a:r>
          </a:p>
        </p:txBody>
      </p:sp>
      <p:sp>
        <p:nvSpPr>
          <p:cNvPr id="4" name="Tijdelijke aanduiding voor inhoud 3"/>
          <p:cNvSpPr>
            <a:spLocks noGrp="1"/>
          </p:cNvSpPr>
          <p:nvPr>
            <p:ph sz="half" idx="2"/>
          </p:nvPr>
        </p:nvSpPr>
        <p:spPr>
          <a:xfrm>
            <a:off x="635001" y="2953738"/>
            <a:ext cx="5004000" cy="3267676"/>
          </a:xfrm>
          <a:noFill/>
        </p:spPr>
        <p:txBody>
          <a:bodyPr lIns="180000" tIns="180000" rIns="180000" bIns="7200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p:cNvSpPr>
            <a:spLocks noGrp="1"/>
          </p:cNvSpPr>
          <p:nvPr>
            <p:ph type="body" sz="quarter" idx="3"/>
          </p:nvPr>
        </p:nvSpPr>
        <p:spPr>
          <a:xfrm>
            <a:off x="6553200" y="2306037"/>
            <a:ext cx="5004000" cy="647228"/>
          </a:xfrm>
          <a:noFill/>
        </p:spPr>
        <p:txBody>
          <a:bodyPr lIns="180000" tIns="180000" rIns="180000" bIns="72000" anchor="b">
            <a:noAutofit/>
          </a:bodyPr>
          <a:lstStyle>
            <a:lvl1pPr marL="0" indent="0">
              <a:buNone/>
              <a:defRPr sz="1800" b="1" cap="all" baseline="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om de modelstijlen te bewerken</a:t>
            </a:r>
          </a:p>
        </p:txBody>
      </p:sp>
      <p:sp>
        <p:nvSpPr>
          <p:cNvPr id="6" name="Tijdelijke aanduiding voor inhoud 5"/>
          <p:cNvSpPr>
            <a:spLocks noGrp="1"/>
          </p:cNvSpPr>
          <p:nvPr>
            <p:ph sz="quarter" idx="4"/>
          </p:nvPr>
        </p:nvSpPr>
        <p:spPr>
          <a:xfrm>
            <a:off x="6553200" y="2953738"/>
            <a:ext cx="5005388" cy="3267676"/>
          </a:xfrm>
          <a:noFill/>
        </p:spPr>
        <p:txBody>
          <a:bodyPr lIns="180000" tIns="180000" rIns="180000" bIns="7200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10" name="Titel 9"/>
          <p:cNvSpPr>
            <a:spLocks noGrp="1"/>
          </p:cNvSpPr>
          <p:nvPr>
            <p:ph type="title"/>
          </p:nvPr>
        </p:nvSpPr>
        <p:spPr/>
        <p:txBody>
          <a:bodyPr/>
          <a:lstStyle/>
          <a:p>
            <a:r>
              <a:rPr lang="nl-NL"/>
              <a:t>Klik om de stijl te bewerken</a:t>
            </a:r>
          </a:p>
        </p:txBody>
      </p:sp>
      <p:sp>
        <p:nvSpPr>
          <p:cNvPr id="18" name="Tijdelijke aanduiding voor dianummer 17"/>
          <p:cNvSpPr>
            <a:spLocks noGrp="1"/>
          </p:cNvSpPr>
          <p:nvPr>
            <p:ph type="sldNum" sz="quarter" idx="12"/>
          </p:nvPr>
        </p:nvSpPr>
        <p:spPr/>
        <p:txBody>
          <a:bodyPr/>
          <a:lstStyle/>
          <a:p>
            <a:fld id="{10A0A6AF-03C5-477E-939A-E28F7E7F05EA}" type="slidenum">
              <a:rPr lang="nl-NL" smtClean="0"/>
              <a:pPr/>
              <a:t>‹nr.›</a:t>
            </a:fld>
            <a:endParaRPr lang="nl-NL"/>
          </a:p>
        </p:txBody>
      </p:sp>
      <p:sp>
        <p:nvSpPr>
          <p:cNvPr id="11" name="Tijdelijke aanduiding voor voettekst 4"/>
          <p:cNvSpPr>
            <a:spLocks noGrp="1"/>
          </p:cNvSpPr>
          <p:nvPr>
            <p:ph type="ftr" sz="quarter" idx="1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spTree>
    <p:extLst>
      <p:ext uri="{BB962C8B-B14F-4D97-AF65-F5344CB8AC3E}">
        <p14:creationId xmlns:p14="http://schemas.microsoft.com/office/powerpoint/2010/main" val="1190576183"/>
      </p:ext>
    </p:extLst>
  </p:cSld>
  <p:clrMapOvr>
    <a:masterClrMapping/>
  </p:clrMapOvr>
  <p:extLst>
    <p:ext uri="{DCECCB84-F9BA-43D5-87BE-67443E8EF086}">
      <p15:sldGuideLst xmlns:p15="http://schemas.microsoft.com/office/powerpoint/2012/main">
        <p15:guide id="1" pos="3988" userDrawn="1">
          <p15:clr>
            <a:srgbClr val="FBAE40"/>
          </p15:clr>
        </p15:guide>
        <p15:guide id="2" pos="3693" userDrawn="1">
          <p15:clr>
            <a:srgbClr val="FBAE40"/>
          </p15:clr>
        </p15:guide>
        <p15:guide id="3" orient="horz" pos="1661"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el en object">
    <p:spTree>
      <p:nvGrpSpPr>
        <p:cNvPr id="1" name=""/>
        <p:cNvGrpSpPr/>
        <p:nvPr/>
      </p:nvGrpSpPr>
      <p:grpSpPr>
        <a:xfrm>
          <a:off x="0" y="0"/>
          <a:ext cx="0" cy="0"/>
          <a:chOff x="0" y="0"/>
          <a:chExt cx="0" cy="0"/>
        </a:xfrm>
      </p:grpSpPr>
      <p:sp>
        <p:nvSpPr>
          <p:cNvPr id="3" name="Tijdelijke aanduiding voor inhoud 2"/>
          <p:cNvSpPr>
            <a:spLocks noGrp="1"/>
          </p:cNvSpPr>
          <p:nvPr>
            <p:ph idx="1" hasCustomPrompt="1"/>
          </p:nvPr>
        </p:nvSpPr>
        <p:spPr/>
        <p:txBody>
          <a:bodyPr numCol="2" spcCol="468000"/>
          <a:lstStyle/>
          <a:p>
            <a:pPr lvl="0"/>
            <a:r>
              <a:rPr lang="nl-NL"/>
              <a:t>Klik om tekst of beeld toe te voegen</a:t>
            </a:r>
          </a:p>
          <a:p>
            <a:pPr lvl="1"/>
            <a:r>
              <a:rPr lang="nl-NL"/>
              <a:t>Tweede niveau</a:t>
            </a:r>
          </a:p>
          <a:p>
            <a:pPr lvl="2"/>
            <a:r>
              <a:rPr lang="nl-NL"/>
              <a:t>Derde niveau</a:t>
            </a:r>
          </a:p>
          <a:p>
            <a:pPr lvl="3"/>
            <a:r>
              <a:rPr lang="nl-NL"/>
              <a:t>Vierde niveau</a:t>
            </a:r>
          </a:p>
          <a:p>
            <a:pPr lvl="4"/>
            <a:r>
              <a:rPr lang="nl-NL"/>
              <a:t>Vijfde niveau</a:t>
            </a:r>
          </a:p>
        </p:txBody>
      </p:sp>
      <p:sp>
        <p:nvSpPr>
          <p:cNvPr id="2" name="Titel 1"/>
          <p:cNvSpPr>
            <a:spLocks noGrp="1"/>
          </p:cNvSpPr>
          <p:nvPr>
            <p:ph type="title"/>
          </p:nvPr>
        </p:nvSpPr>
        <p:spPr/>
        <p:txBody>
          <a:bodyPr/>
          <a:lstStyle/>
          <a:p>
            <a:r>
              <a:rPr lang="nl-NL"/>
              <a:t>Klik om de stijl te bewerken</a:t>
            </a:r>
          </a:p>
        </p:txBody>
      </p:sp>
      <p:sp>
        <p:nvSpPr>
          <p:cNvPr id="15" name="Tijdelijke aanduiding voor dianummer 14"/>
          <p:cNvSpPr>
            <a:spLocks noGrp="1"/>
          </p:cNvSpPr>
          <p:nvPr>
            <p:ph type="sldNum" sz="quarter" idx="12"/>
          </p:nvPr>
        </p:nvSpPr>
        <p:spPr/>
        <p:txBody>
          <a:bodyPr/>
          <a:lstStyle/>
          <a:p>
            <a:fld id="{10A0A6AF-03C5-477E-939A-E28F7E7F05EA}" type="slidenum">
              <a:rPr lang="nl-NL" smtClean="0"/>
              <a:pPr/>
              <a:t>‹nr.›</a:t>
            </a:fld>
            <a:endParaRPr lang="nl-NL"/>
          </a:p>
        </p:txBody>
      </p:sp>
      <p:sp>
        <p:nvSpPr>
          <p:cNvPr id="7"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spTree>
    <p:extLst>
      <p:ext uri="{BB962C8B-B14F-4D97-AF65-F5344CB8AC3E}">
        <p14:creationId xmlns:p14="http://schemas.microsoft.com/office/powerpoint/2010/main" val="141292165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14" name="Tijdelijke aanduiding voor dianummer 13"/>
          <p:cNvSpPr>
            <a:spLocks noGrp="1"/>
          </p:cNvSpPr>
          <p:nvPr>
            <p:ph type="sldNum" sz="quarter" idx="12"/>
          </p:nvPr>
        </p:nvSpPr>
        <p:spPr/>
        <p:txBody>
          <a:bodyPr/>
          <a:lstStyle/>
          <a:p>
            <a:fld id="{10A0A6AF-03C5-477E-939A-E28F7E7F05EA}" type="slidenum">
              <a:rPr lang="nl-NL" smtClean="0"/>
              <a:pPr/>
              <a:t>‹nr.›</a:t>
            </a:fld>
            <a:endParaRPr lang="nl-NL"/>
          </a:p>
        </p:txBody>
      </p:sp>
      <p:sp>
        <p:nvSpPr>
          <p:cNvPr id="6"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spTree>
    <p:extLst>
      <p:ext uri="{BB962C8B-B14F-4D97-AF65-F5344CB8AC3E}">
        <p14:creationId xmlns:p14="http://schemas.microsoft.com/office/powerpoint/2010/main" val="427904234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13" name="Tijdelijke aanduiding voor dianummer 12"/>
          <p:cNvSpPr>
            <a:spLocks noGrp="1"/>
          </p:cNvSpPr>
          <p:nvPr>
            <p:ph type="sldNum" sz="quarter" idx="12"/>
          </p:nvPr>
        </p:nvSpPr>
        <p:spPr/>
        <p:txBody>
          <a:bodyPr/>
          <a:lstStyle/>
          <a:p>
            <a:fld id="{10A0A6AF-03C5-477E-939A-E28F7E7F05EA}" type="slidenum">
              <a:rPr lang="nl-NL" smtClean="0"/>
              <a:pPr/>
              <a:t>‹nr.›</a:t>
            </a:fld>
            <a:endParaRPr lang="nl-NL"/>
          </a:p>
        </p:txBody>
      </p:sp>
      <p:sp>
        <p:nvSpPr>
          <p:cNvPr id="5"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spTree>
    <p:extLst>
      <p:ext uri="{BB962C8B-B14F-4D97-AF65-F5344CB8AC3E}">
        <p14:creationId xmlns:p14="http://schemas.microsoft.com/office/powerpoint/2010/main" val="1908591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Inhoud met bijschrift">
    <p:spTree>
      <p:nvGrpSpPr>
        <p:cNvPr id="1" name=""/>
        <p:cNvGrpSpPr/>
        <p:nvPr/>
      </p:nvGrpSpPr>
      <p:grpSpPr>
        <a:xfrm>
          <a:off x="0" y="0"/>
          <a:ext cx="0" cy="0"/>
          <a:chOff x="0" y="0"/>
          <a:chExt cx="0" cy="0"/>
        </a:xfrm>
      </p:grpSpPr>
      <p:sp>
        <p:nvSpPr>
          <p:cNvPr id="4" name="Tijdelijke aanduiding voor tekst 3"/>
          <p:cNvSpPr>
            <a:spLocks noGrp="1"/>
          </p:cNvSpPr>
          <p:nvPr>
            <p:ph type="body" sz="half" idx="2"/>
          </p:nvPr>
        </p:nvSpPr>
        <p:spPr>
          <a:xfrm>
            <a:off x="635000" y="3427413"/>
            <a:ext cx="5003800" cy="2793999"/>
          </a:xfrm>
        </p:spPr>
        <p:txBody>
          <a:bodyPr anchor="t" anchorCtr="0">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 om de modelstijlen te bewerken</a:t>
            </a:r>
          </a:p>
        </p:txBody>
      </p:sp>
      <p:sp>
        <p:nvSpPr>
          <p:cNvPr id="10" name="Tijdelijke aanduiding voor inhoud 9"/>
          <p:cNvSpPr>
            <a:spLocks noGrp="1"/>
          </p:cNvSpPr>
          <p:nvPr>
            <p:ph sz="quarter" idx="13" hasCustomPrompt="1"/>
          </p:nvPr>
        </p:nvSpPr>
        <p:spPr>
          <a:xfrm>
            <a:off x="6554588" y="1052513"/>
            <a:ext cx="5004000" cy="5168900"/>
          </a:xfrm>
        </p:spPr>
        <p:txBody>
          <a:bodyPr/>
          <a:lstStyle/>
          <a:p>
            <a:pPr lvl="0"/>
            <a:r>
              <a:rPr lang="nl-NL"/>
              <a:t>Klik om tekst of beeld toe te voegen</a:t>
            </a:r>
          </a:p>
          <a:p>
            <a:pPr lvl="1"/>
            <a:r>
              <a:rPr lang="nl-NL"/>
              <a:t>Tweede niveau</a:t>
            </a:r>
          </a:p>
          <a:p>
            <a:pPr lvl="2"/>
            <a:r>
              <a:rPr lang="nl-NL"/>
              <a:t>Derde niveau</a:t>
            </a:r>
          </a:p>
          <a:p>
            <a:pPr lvl="3"/>
            <a:r>
              <a:rPr lang="nl-NL"/>
              <a:t>Vierde niveau</a:t>
            </a:r>
          </a:p>
          <a:p>
            <a:pPr lvl="4"/>
            <a:r>
              <a:rPr lang="nl-NL"/>
              <a:t>Vijfde niveau</a:t>
            </a:r>
          </a:p>
        </p:txBody>
      </p:sp>
      <p:sp>
        <p:nvSpPr>
          <p:cNvPr id="3" name="Titel 2"/>
          <p:cNvSpPr>
            <a:spLocks noGrp="1"/>
          </p:cNvSpPr>
          <p:nvPr>
            <p:ph type="title"/>
          </p:nvPr>
        </p:nvSpPr>
        <p:spPr>
          <a:xfrm>
            <a:off x="635000" y="1052513"/>
            <a:ext cx="5003800" cy="948047"/>
          </a:xfrm>
        </p:spPr>
        <p:txBody>
          <a:bodyPr/>
          <a:lstStyle/>
          <a:p>
            <a:r>
              <a:rPr lang="nl-NL"/>
              <a:t>Klik om de stijl te bewerken</a:t>
            </a:r>
          </a:p>
        </p:txBody>
      </p:sp>
      <p:sp>
        <p:nvSpPr>
          <p:cNvPr id="19" name="Tijdelijke aanduiding voor dianummer 18"/>
          <p:cNvSpPr>
            <a:spLocks noGrp="1"/>
          </p:cNvSpPr>
          <p:nvPr>
            <p:ph type="sldNum" sz="quarter" idx="16"/>
          </p:nvPr>
        </p:nvSpPr>
        <p:spPr/>
        <p:txBody>
          <a:bodyPr/>
          <a:lstStyle/>
          <a:p>
            <a:fld id="{10A0A6AF-03C5-477E-939A-E28F7E7F05EA}" type="slidenum">
              <a:rPr lang="nl-NL" smtClean="0"/>
              <a:pPr/>
              <a:t>‹nr.›</a:t>
            </a:fld>
            <a:endParaRPr lang="nl-NL"/>
          </a:p>
        </p:txBody>
      </p:sp>
      <p:sp>
        <p:nvSpPr>
          <p:cNvPr id="8"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spTree>
    <p:extLst>
      <p:ext uri="{BB962C8B-B14F-4D97-AF65-F5344CB8AC3E}">
        <p14:creationId xmlns:p14="http://schemas.microsoft.com/office/powerpoint/2010/main" val="356913575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Grote tekst A">
    <p:bg>
      <p:bgPr>
        <a:solidFill>
          <a:schemeClr val="accent2"/>
        </a:solidFill>
        <a:effectLst/>
      </p:bgPr>
    </p:bg>
    <p:spTree>
      <p:nvGrpSpPr>
        <p:cNvPr id="1" name=""/>
        <p:cNvGrpSpPr/>
        <p:nvPr/>
      </p:nvGrpSpPr>
      <p:grpSpPr>
        <a:xfrm>
          <a:off x="0" y="0"/>
          <a:ext cx="0" cy="0"/>
          <a:chOff x="0" y="0"/>
          <a:chExt cx="0" cy="0"/>
        </a:xfrm>
      </p:grpSpPr>
      <p:sp>
        <p:nvSpPr>
          <p:cNvPr id="20" name="Titel 1"/>
          <p:cNvSpPr>
            <a:spLocks noGrp="1"/>
          </p:cNvSpPr>
          <p:nvPr>
            <p:ph type="title"/>
          </p:nvPr>
        </p:nvSpPr>
        <p:spPr>
          <a:xfrm>
            <a:off x="635000" y="1052514"/>
            <a:ext cx="10923588" cy="4024800"/>
          </a:xfrm>
        </p:spPr>
        <p:txBody>
          <a:bodyPr anchor="t" anchorCtr="0">
            <a:normAutofit/>
          </a:bodyPr>
          <a:lstStyle>
            <a:lvl1pPr algn="l">
              <a:defRPr sz="8000" b="0">
                <a:solidFill>
                  <a:schemeClr val="tx1"/>
                </a:solidFill>
              </a:defRPr>
            </a:lvl1pPr>
          </a:lstStyle>
          <a:p>
            <a:r>
              <a:rPr lang="nl-NL"/>
              <a:t>Klik om de stijl te bewerken</a:t>
            </a:r>
          </a:p>
        </p:txBody>
      </p:sp>
      <p:sp>
        <p:nvSpPr>
          <p:cNvPr id="4" name="Ondertitel 2"/>
          <p:cNvSpPr>
            <a:spLocks noGrp="1"/>
          </p:cNvSpPr>
          <p:nvPr>
            <p:ph type="subTitle" idx="1"/>
          </p:nvPr>
        </p:nvSpPr>
        <p:spPr>
          <a:xfrm>
            <a:off x="635000" y="5077315"/>
            <a:ext cx="5461000" cy="1144098"/>
          </a:xfrm>
        </p:spPr>
        <p:txBody>
          <a:bodyPr lIns="162000" tIns="90000" rIns="90000">
            <a:normAutofit/>
          </a:bodyPr>
          <a:lstStyle>
            <a:lvl1pPr marL="0" indent="0" algn="l">
              <a:buNone/>
              <a:defRPr sz="24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 om het opmaakprofiel van de modelondertitel te bewerken</a:t>
            </a:r>
          </a:p>
        </p:txBody>
      </p:sp>
      <p:sp>
        <p:nvSpPr>
          <p:cNvPr id="11" name="Tijdelijke aanduiding voor dianummer 10"/>
          <p:cNvSpPr>
            <a:spLocks noGrp="1"/>
          </p:cNvSpPr>
          <p:nvPr>
            <p:ph type="sldNum" sz="quarter" idx="12"/>
          </p:nvPr>
        </p:nvSpPr>
        <p:spPr/>
        <p:txBody>
          <a:bodyPr/>
          <a:lstStyle>
            <a:lvl1pPr>
              <a:defRPr>
                <a:solidFill>
                  <a:schemeClr val="tx2"/>
                </a:solidFill>
              </a:defRPr>
            </a:lvl1pPr>
          </a:lstStyle>
          <a:p>
            <a:fld id="{10A0A6AF-03C5-477E-939A-E28F7E7F05EA}" type="slidenum">
              <a:rPr lang="nl-NL" smtClean="0"/>
              <a:pPr/>
              <a:t>‹nr.›</a:t>
            </a:fld>
            <a:endParaRPr lang="nl-NL"/>
          </a:p>
        </p:txBody>
      </p:sp>
      <p:sp>
        <p:nvSpPr>
          <p:cNvPr id="7"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tx1"/>
                </a:solidFill>
              </a:defRPr>
            </a:lvl1pPr>
          </a:lstStyle>
          <a:p>
            <a:fld id="{F47EF775-05F8-4D0C-9300-69849B26FFE2}" type="datetime4">
              <a:rPr lang="nl-NL" smtClean="0"/>
              <a:pPr/>
              <a:t>25 september 2026</a:t>
            </a:fld>
            <a:r>
              <a:rPr lang="en-US"/>
              <a:t> | </a:t>
            </a:r>
            <a:r>
              <a:rPr lang="en-US" err="1"/>
              <a:t>Voettekst</a:t>
            </a:r>
            <a:endParaRPr lang="nl-NL"/>
          </a:p>
        </p:txBody>
      </p:sp>
    </p:spTree>
    <p:extLst>
      <p:ext uri="{BB962C8B-B14F-4D97-AF65-F5344CB8AC3E}">
        <p14:creationId xmlns:p14="http://schemas.microsoft.com/office/powerpoint/2010/main" val="239139764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2659">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Grote tekst B">
    <p:bg>
      <p:bgRef idx="1001">
        <a:schemeClr val="bg1"/>
      </p:bgRef>
    </p:bg>
    <p:spTree>
      <p:nvGrpSpPr>
        <p:cNvPr id="1" name=""/>
        <p:cNvGrpSpPr/>
        <p:nvPr/>
      </p:nvGrpSpPr>
      <p:grpSpPr>
        <a:xfrm>
          <a:off x="0" y="0"/>
          <a:ext cx="0" cy="0"/>
          <a:chOff x="0" y="0"/>
          <a:chExt cx="0" cy="0"/>
        </a:xfrm>
      </p:grpSpPr>
      <p:sp>
        <p:nvSpPr>
          <p:cNvPr id="20" name="Titel 1"/>
          <p:cNvSpPr>
            <a:spLocks noGrp="1"/>
          </p:cNvSpPr>
          <p:nvPr>
            <p:ph type="title"/>
          </p:nvPr>
        </p:nvSpPr>
        <p:spPr>
          <a:xfrm>
            <a:off x="635000" y="1052514"/>
            <a:ext cx="10923588" cy="4024800"/>
          </a:xfrm>
        </p:spPr>
        <p:txBody>
          <a:bodyPr anchor="t" anchorCtr="0">
            <a:normAutofit/>
          </a:bodyPr>
          <a:lstStyle>
            <a:lvl1pPr algn="l">
              <a:defRPr sz="8000" b="0" baseline="0">
                <a:solidFill>
                  <a:schemeClr val="accent2"/>
                </a:solidFill>
              </a:defRPr>
            </a:lvl1pPr>
          </a:lstStyle>
          <a:p>
            <a:r>
              <a:rPr lang="nl-NL"/>
              <a:t>Klik om de stijl te bewerken</a:t>
            </a:r>
          </a:p>
        </p:txBody>
      </p:sp>
      <p:sp>
        <p:nvSpPr>
          <p:cNvPr id="4" name="Ondertitel 2"/>
          <p:cNvSpPr>
            <a:spLocks noGrp="1"/>
          </p:cNvSpPr>
          <p:nvPr>
            <p:ph type="subTitle" idx="1"/>
          </p:nvPr>
        </p:nvSpPr>
        <p:spPr>
          <a:xfrm>
            <a:off x="635000" y="5077314"/>
            <a:ext cx="5461000" cy="1144099"/>
          </a:xfrm>
        </p:spPr>
        <p:txBody>
          <a:bodyPr lIns="162000" tIns="90000">
            <a:normAutofit/>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 om het opmaakprofiel van de modelondertitel te bewerken</a:t>
            </a:r>
          </a:p>
        </p:txBody>
      </p:sp>
      <p:sp>
        <p:nvSpPr>
          <p:cNvPr id="8" name="Tijdelijke aanduiding voor dianummer 7"/>
          <p:cNvSpPr>
            <a:spLocks noGrp="1"/>
          </p:cNvSpPr>
          <p:nvPr>
            <p:ph type="sldNum" sz="quarter" idx="12"/>
          </p:nvPr>
        </p:nvSpPr>
        <p:spPr/>
        <p:txBody>
          <a:bodyPr/>
          <a:lstStyle/>
          <a:p>
            <a:fld id="{10A0A6AF-03C5-477E-939A-E28F7E7F05EA}" type="slidenum">
              <a:rPr lang="nl-NL" smtClean="0"/>
              <a:pPr/>
              <a:t>‹nr.›</a:t>
            </a:fld>
            <a:endParaRPr lang="nl-NL"/>
          </a:p>
        </p:txBody>
      </p:sp>
      <p:sp>
        <p:nvSpPr>
          <p:cNvPr id="9"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spTree>
    <p:extLst>
      <p:ext uri="{BB962C8B-B14F-4D97-AF65-F5344CB8AC3E}">
        <p14:creationId xmlns:p14="http://schemas.microsoft.com/office/powerpoint/2010/main" val="287299482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orient="horz" pos="2659">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ekstvlak A">
    <p:spTree>
      <p:nvGrpSpPr>
        <p:cNvPr id="1" name=""/>
        <p:cNvGrpSpPr/>
        <p:nvPr/>
      </p:nvGrpSpPr>
      <p:grpSpPr>
        <a:xfrm>
          <a:off x="0" y="0"/>
          <a:ext cx="0" cy="0"/>
          <a:chOff x="0" y="0"/>
          <a:chExt cx="0" cy="0"/>
        </a:xfrm>
      </p:grpSpPr>
      <p:sp>
        <p:nvSpPr>
          <p:cNvPr id="7" name="Rechthoek 6"/>
          <p:cNvSpPr/>
          <p:nvPr userDrawn="1"/>
        </p:nvSpPr>
        <p:spPr>
          <a:xfrm>
            <a:off x="6096000" y="-1588"/>
            <a:ext cx="6096000" cy="68595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indent="0" algn="l">
              <a:buFont typeface="Arial" charset="0"/>
              <a:buNone/>
            </a:pPr>
            <a:endParaRPr lang="nl-NL" sz="1000">
              <a:solidFill>
                <a:schemeClr val="bg1"/>
              </a:solidFill>
            </a:endParaRPr>
          </a:p>
        </p:txBody>
      </p:sp>
      <p:sp>
        <p:nvSpPr>
          <p:cNvPr id="6" name="Titel 5"/>
          <p:cNvSpPr>
            <a:spLocks noGrp="1"/>
          </p:cNvSpPr>
          <p:nvPr>
            <p:ph type="title"/>
          </p:nvPr>
        </p:nvSpPr>
        <p:spPr>
          <a:xfrm>
            <a:off x="635000" y="2636838"/>
            <a:ext cx="5003799" cy="1584324"/>
          </a:xfrm>
        </p:spPr>
        <p:txBody>
          <a:bodyPr anchor="t" anchorCtr="0"/>
          <a:lstStyle>
            <a:lvl1pPr>
              <a:defRPr sz="4000" baseline="0">
                <a:solidFill>
                  <a:schemeClr val="accent2"/>
                </a:solidFill>
              </a:defRPr>
            </a:lvl1pPr>
          </a:lstStyle>
          <a:p>
            <a:r>
              <a:rPr lang="nl-NL"/>
              <a:t>Klik om de stijl te bewerken</a:t>
            </a:r>
          </a:p>
        </p:txBody>
      </p:sp>
      <p:sp>
        <p:nvSpPr>
          <p:cNvPr id="3" name="Tijdelijke aanduiding voor tekst 2"/>
          <p:cNvSpPr>
            <a:spLocks noGrp="1"/>
          </p:cNvSpPr>
          <p:nvPr>
            <p:ph type="body" sz="quarter" idx="10"/>
          </p:nvPr>
        </p:nvSpPr>
        <p:spPr>
          <a:xfrm>
            <a:off x="6554588" y="1066800"/>
            <a:ext cx="5004000" cy="5154613"/>
          </a:xfrm>
        </p:spPr>
        <p:txBody>
          <a:bodyPr anchor="ct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defRPr>
                <a:solidFill>
                  <a:schemeClr val="bg1"/>
                </a:solidFill>
              </a:defRPr>
            </a:lvl5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10"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sp>
        <p:nvSpPr>
          <p:cNvPr id="17" name="Tijdelijke aanduiding voor dianummer 14"/>
          <p:cNvSpPr>
            <a:spLocks noGrp="1"/>
          </p:cNvSpPr>
          <p:nvPr>
            <p:ph type="sldNum" sz="quarter" idx="25"/>
          </p:nvPr>
        </p:nvSpPr>
        <p:spPr>
          <a:xfrm>
            <a:off x="6553199" y="6221413"/>
            <a:ext cx="5005389" cy="322075"/>
          </a:xfrm>
        </p:spPr>
        <p:txBody>
          <a:bodyPr/>
          <a:lstStyle>
            <a:lvl1pPr>
              <a:defRPr>
                <a:solidFill>
                  <a:schemeClr val="bg1"/>
                </a:solidFill>
              </a:defRPr>
            </a:lvl1pPr>
          </a:lstStyle>
          <a:p>
            <a:fld id="{10A0A6AF-03C5-477E-939A-E28F7E7F05EA}" type="slidenum">
              <a:rPr lang="nl-NL" smtClean="0"/>
              <a:pPr/>
              <a:t>‹nr.›</a:t>
            </a:fld>
            <a:endParaRPr lang="nl-NL"/>
          </a:p>
        </p:txBody>
      </p:sp>
      <p:pic>
        <p:nvPicPr>
          <p:cNvPr id="12" name="Afbeelding 11" descr="RO_vervolgpagina_Logo_2_RGB_pos__aangepast.png"/>
          <p:cNvPicPr>
            <a:picLocks noChangeAspect="1"/>
          </p:cNvPicPr>
          <p:nvPr userDrawn="1"/>
        </p:nvPicPr>
        <p:blipFill>
          <a:blip r:embed="rId2" cstate="print"/>
          <a:stretch>
            <a:fillRect/>
          </a:stretch>
        </p:blipFill>
        <p:spPr>
          <a:xfrm>
            <a:off x="0" y="0"/>
            <a:ext cx="12192000" cy="1057656"/>
          </a:xfrm>
          <a:prstGeom prst="rect">
            <a:avLst/>
          </a:prstGeom>
        </p:spPr>
      </p:pic>
    </p:spTree>
    <p:extLst>
      <p:ext uri="{BB962C8B-B14F-4D97-AF65-F5344CB8AC3E}">
        <p14:creationId xmlns:p14="http://schemas.microsoft.com/office/powerpoint/2010/main" val="288418143"/>
      </p:ext>
    </p:extLst>
  </p:cSld>
  <p:clrMapOvr>
    <a:masterClrMapping/>
  </p:clrMapOvr>
  <p:extLst>
    <p:ext uri="{DCECCB84-F9BA-43D5-87BE-67443E8EF086}">
      <p15:sldGuideLst xmlns:p15="http://schemas.microsoft.com/office/powerpoint/2012/main">
        <p15:guide id="1" orient="horz" pos="1661">
          <p15:clr>
            <a:srgbClr val="FBAE40"/>
          </p15:clr>
        </p15:guide>
        <p15:guide id="2" orient="horz" pos="2659">
          <p15:clr>
            <a:srgbClr val="FBAE40"/>
          </p15:clr>
        </p15:guide>
        <p15:guide id="3" pos="5609">
          <p15:clr>
            <a:srgbClr val="FBAE40"/>
          </p15:clr>
        </p15:guide>
        <p15:guide id="4" pos="5904">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ekstvlak B">
    <p:spTree>
      <p:nvGrpSpPr>
        <p:cNvPr id="1" name=""/>
        <p:cNvGrpSpPr/>
        <p:nvPr/>
      </p:nvGrpSpPr>
      <p:grpSpPr>
        <a:xfrm>
          <a:off x="0" y="0"/>
          <a:ext cx="0" cy="0"/>
          <a:chOff x="0" y="0"/>
          <a:chExt cx="0" cy="0"/>
        </a:xfrm>
      </p:grpSpPr>
      <p:sp>
        <p:nvSpPr>
          <p:cNvPr id="7" name="Rechthoek 6"/>
          <p:cNvSpPr/>
          <p:nvPr userDrawn="1"/>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 name="Titel 5"/>
          <p:cNvSpPr>
            <a:spLocks noGrp="1"/>
          </p:cNvSpPr>
          <p:nvPr>
            <p:ph type="title"/>
          </p:nvPr>
        </p:nvSpPr>
        <p:spPr>
          <a:xfrm>
            <a:off x="634999" y="2636839"/>
            <a:ext cx="5004000" cy="1584324"/>
          </a:xfrm>
        </p:spPr>
        <p:txBody>
          <a:bodyPr anchor="t" anchorCtr="0"/>
          <a:lstStyle>
            <a:lvl1pPr>
              <a:defRPr sz="4000">
                <a:solidFill>
                  <a:schemeClr val="bg1"/>
                </a:solidFill>
              </a:defRPr>
            </a:lvl1pPr>
          </a:lstStyle>
          <a:p>
            <a:r>
              <a:rPr lang="nl-NL"/>
              <a:t>Klik om de stijl te bewerken</a:t>
            </a:r>
          </a:p>
        </p:txBody>
      </p:sp>
      <p:sp>
        <p:nvSpPr>
          <p:cNvPr id="4" name="Tijdelijke aanduiding voor tekst 3"/>
          <p:cNvSpPr>
            <a:spLocks noGrp="1"/>
          </p:cNvSpPr>
          <p:nvPr>
            <p:ph type="body" sz="quarter" idx="10"/>
          </p:nvPr>
        </p:nvSpPr>
        <p:spPr>
          <a:xfrm>
            <a:off x="6553199" y="1052513"/>
            <a:ext cx="5004000" cy="5168900"/>
          </a:xfrm>
        </p:spPr>
        <p:txBody>
          <a:bodyPr anchor="ctr" anchorCtr="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15" name="Tijdelijke aanduiding voor dianummer 14"/>
          <p:cNvSpPr>
            <a:spLocks noGrp="1"/>
          </p:cNvSpPr>
          <p:nvPr>
            <p:ph type="sldNum" sz="quarter" idx="13"/>
          </p:nvPr>
        </p:nvSpPr>
        <p:spPr/>
        <p:txBody>
          <a:bodyPr/>
          <a:lstStyle/>
          <a:p>
            <a:fld id="{10A0A6AF-03C5-477E-939A-E28F7E7F05EA}" type="slidenum">
              <a:rPr lang="nl-NL" smtClean="0"/>
              <a:pPr/>
              <a:t>‹nr.›</a:t>
            </a:fld>
            <a:endParaRPr lang="nl-NL"/>
          </a:p>
        </p:txBody>
      </p:sp>
      <p:sp>
        <p:nvSpPr>
          <p:cNvPr id="11"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solidFill>
              </a:defRPr>
            </a:lvl1pPr>
          </a:lstStyle>
          <a:p>
            <a:fld id="{F47EF775-05F8-4D0C-9300-69849B26FFE2}" type="datetime4">
              <a:rPr lang="nl-NL" smtClean="0"/>
              <a:pPr/>
              <a:t>25 september 2026</a:t>
            </a:fld>
            <a:r>
              <a:rPr lang="en-US"/>
              <a:t> | </a:t>
            </a:r>
            <a:r>
              <a:rPr lang="en-US" err="1"/>
              <a:t>Voettekst</a:t>
            </a:r>
            <a:endParaRPr lang="nl-NL"/>
          </a:p>
        </p:txBody>
      </p:sp>
      <p:pic>
        <p:nvPicPr>
          <p:cNvPr id="12" name="Afbeelding 11" descr="RO_vervolgpagina_Logo_2_RGB_pos__aangepast.png"/>
          <p:cNvPicPr>
            <a:picLocks noChangeAspect="1"/>
          </p:cNvPicPr>
          <p:nvPr userDrawn="1"/>
        </p:nvPicPr>
        <p:blipFill>
          <a:blip r:embed="rId2" cstate="print"/>
          <a:stretch>
            <a:fillRect/>
          </a:stretch>
        </p:blipFill>
        <p:spPr>
          <a:xfrm>
            <a:off x="0" y="0"/>
            <a:ext cx="12192000" cy="1057656"/>
          </a:xfrm>
          <a:prstGeom prst="rect">
            <a:avLst/>
          </a:prstGeom>
        </p:spPr>
      </p:pic>
    </p:spTree>
    <p:extLst>
      <p:ext uri="{BB962C8B-B14F-4D97-AF65-F5344CB8AC3E}">
        <p14:creationId xmlns:p14="http://schemas.microsoft.com/office/powerpoint/2010/main" val="1448099553"/>
      </p:ext>
    </p:extLst>
  </p:cSld>
  <p:clrMapOvr>
    <a:masterClrMapping/>
  </p:clrMapOvr>
  <p:extLst>
    <p:ext uri="{DCECCB84-F9BA-43D5-87BE-67443E8EF086}">
      <p15:sldGuideLst xmlns:p15="http://schemas.microsoft.com/office/powerpoint/2012/main">
        <p15:guide id="1" orient="horz" pos="1661">
          <p15:clr>
            <a:srgbClr val="FBAE40"/>
          </p15:clr>
        </p15:guide>
        <p15:guide id="2" orient="horz" pos="2659">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Afbeelding met bijschrift">
    <p:spTree>
      <p:nvGrpSpPr>
        <p:cNvPr id="1" name=""/>
        <p:cNvGrpSpPr/>
        <p:nvPr/>
      </p:nvGrpSpPr>
      <p:grpSpPr>
        <a:xfrm>
          <a:off x="0" y="0"/>
          <a:ext cx="0" cy="0"/>
          <a:chOff x="0" y="0"/>
          <a:chExt cx="0" cy="0"/>
        </a:xfrm>
      </p:grpSpPr>
      <p:sp>
        <p:nvSpPr>
          <p:cNvPr id="4" name="Tijdelijke aanduiding voor tekst 3"/>
          <p:cNvSpPr>
            <a:spLocks noGrp="1"/>
          </p:cNvSpPr>
          <p:nvPr>
            <p:ph type="body" sz="half" idx="2"/>
          </p:nvPr>
        </p:nvSpPr>
        <p:spPr>
          <a:xfrm>
            <a:off x="635000" y="3427413"/>
            <a:ext cx="5003800" cy="2794000"/>
          </a:xfrm>
        </p:spPr>
        <p:txBody>
          <a:bodyPr anchor="t" anchorCtr="0">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 om de modelstijlen te bewerken</a:t>
            </a:r>
          </a:p>
        </p:txBody>
      </p:sp>
      <p:sp>
        <p:nvSpPr>
          <p:cNvPr id="9" name="Titel 8"/>
          <p:cNvSpPr>
            <a:spLocks noGrp="1"/>
          </p:cNvSpPr>
          <p:nvPr>
            <p:ph type="title"/>
          </p:nvPr>
        </p:nvSpPr>
        <p:spPr>
          <a:xfrm>
            <a:off x="635000" y="1052513"/>
            <a:ext cx="5003800" cy="948047"/>
          </a:xfrm>
        </p:spPr>
        <p:txBody>
          <a:bodyPr/>
          <a:lstStyle/>
          <a:p>
            <a:r>
              <a:rPr lang="nl-NL"/>
              <a:t>Klik om de stijl te bewerken</a:t>
            </a:r>
          </a:p>
        </p:txBody>
      </p:sp>
      <p:sp>
        <p:nvSpPr>
          <p:cNvPr id="8" name="Tijdelijke aanduiding voor afbeelding 9"/>
          <p:cNvSpPr>
            <a:spLocks noGrp="1"/>
          </p:cNvSpPr>
          <p:nvPr>
            <p:ph type="pic" sz="quarter" idx="24"/>
          </p:nvPr>
        </p:nvSpPr>
        <p:spPr>
          <a:xfrm>
            <a:off x="6095288" y="-2381"/>
            <a:ext cx="6096712" cy="6860381"/>
          </a:xfrm>
          <a:custGeom>
            <a:avLst/>
            <a:gdLst>
              <a:gd name="connsiteX0" fmla="*/ 229238 w 6096000"/>
              <a:gd name="connsiteY0" fmla="*/ 0 h 6860381"/>
              <a:gd name="connsiteX1" fmla="*/ 6091238 w 6096000"/>
              <a:gd name="connsiteY1" fmla="*/ 0 h 6860381"/>
              <a:gd name="connsiteX2" fmla="*/ 6091238 w 6096000"/>
              <a:gd name="connsiteY2" fmla="*/ 2381 h 6860381"/>
              <a:gd name="connsiteX3" fmla="*/ 6096000 w 6096000"/>
              <a:gd name="connsiteY3" fmla="*/ 2381 h 6860381"/>
              <a:gd name="connsiteX4" fmla="*/ 6096000 w 6096000"/>
              <a:gd name="connsiteY4" fmla="*/ 6860381 h 6860381"/>
              <a:gd name="connsiteX5" fmla="*/ 6095999 w 6096000"/>
              <a:gd name="connsiteY5" fmla="*/ 6860381 h 6860381"/>
              <a:gd name="connsiteX6" fmla="*/ 3832225 w 6096000"/>
              <a:gd name="connsiteY6" fmla="*/ 6860381 h 6860381"/>
              <a:gd name="connsiteX7" fmla="*/ 232201 w 6096000"/>
              <a:gd name="connsiteY7" fmla="*/ 6860381 h 6860381"/>
              <a:gd name="connsiteX8" fmla="*/ 232201 w 6096000"/>
              <a:gd name="connsiteY8" fmla="*/ 6626381 h 6860381"/>
              <a:gd name="connsiteX9" fmla="*/ 0 w 6096000"/>
              <a:gd name="connsiteY9" fmla="*/ 6626381 h 6860381"/>
              <a:gd name="connsiteX10" fmla="*/ 0 w 6096000"/>
              <a:gd name="connsiteY10" fmla="*/ 5488781 h 6860381"/>
              <a:gd name="connsiteX11" fmla="*/ 1 w 6096000"/>
              <a:gd name="connsiteY11" fmla="*/ 5488781 h 6860381"/>
              <a:gd name="connsiteX12" fmla="*/ 1 w 6096000"/>
              <a:gd name="connsiteY12" fmla="*/ 948531 h 6860381"/>
              <a:gd name="connsiteX13" fmla="*/ 1 w 6096000"/>
              <a:gd name="connsiteY13" fmla="*/ 711200 h 6860381"/>
              <a:gd name="connsiteX14" fmla="*/ 1 w 6096000"/>
              <a:gd name="connsiteY14" fmla="*/ 2381 h 6860381"/>
              <a:gd name="connsiteX15" fmla="*/ 2 w 6096000"/>
              <a:gd name="connsiteY15" fmla="*/ 2381 h 6860381"/>
              <a:gd name="connsiteX16" fmla="*/ 2 w 6096000"/>
              <a:gd name="connsiteY16" fmla="*/ 711994 h 6860381"/>
              <a:gd name="connsiteX17" fmla="*/ 233366 w 6096000"/>
              <a:gd name="connsiteY17" fmla="*/ 711994 h 6860381"/>
              <a:gd name="connsiteX18" fmla="*/ 233366 w 6096000"/>
              <a:gd name="connsiteY18" fmla="*/ 2381 h 6860381"/>
              <a:gd name="connsiteX19" fmla="*/ 229238 w 6096000"/>
              <a:gd name="connsiteY19" fmla="*/ 2381 h 6860381"/>
              <a:gd name="connsiteX0" fmla="*/ 229950 w 6096712"/>
              <a:gd name="connsiteY0" fmla="*/ 0 h 6860381"/>
              <a:gd name="connsiteX1" fmla="*/ 6091950 w 6096712"/>
              <a:gd name="connsiteY1" fmla="*/ 0 h 6860381"/>
              <a:gd name="connsiteX2" fmla="*/ 6091950 w 6096712"/>
              <a:gd name="connsiteY2" fmla="*/ 2381 h 6860381"/>
              <a:gd name="connsiteX3" fmla="*/ 6096712 w 6096712"/>
              <a:gd name="connsiteY3" fmla="*/ 2381 h 6860381"/>
              <a:gd name="connsiteX4" fmla="*/ 6096712 w 6096712"/>
              <a:gd name="connsiteY4" fmla="*/ 6860381 h 6860381"/>
              <a:gd name="connsiteX5" fmla="*/ 6096711 w 6096712"/>
              <a:gd name="connsiteY5" fmla="*/ 6860381 h 6860381"/>
              <a:gd name="connsiteX6" fmla="*/ 3832937 w 6096712"/>
              <a:gd name="connsiteY6" fmla="*/ 6860381 h 6860381"/>
              <a:gd name="connsiteX7" fmla="*/ 232913 w 6096712"/>
              <a:gd name="connsiteY7" fmla="*/ 6860381 h 6860381"/>
              <a:gd name="connsiteX8" fmla="*/ 0 w 6096712"/>
              <a:gd name="connsiteY8" fmla="*/ 6860381 h 6860381"/>
              <a:gd name="connsiteX9" fmla="*/ 712 w 6096712"/>
              <a:gd name="connsiteY9" fmla="*/ 6626381 h 6860381"/>
              <a:gd name="connsiteX10" fmla="*/ 712 w 6096712"/>
              <a:gd name="connsiteY10" fmla="*/ 5488781 h 6860381"/>
              <a:gd name="connsiteX11" fmla="*/ 713 w 6096712"/>
              <a:gd name="connsiteY11" fmla="*/ 5488781 h 6860381"/>
              <a:gd name="connsiteX12" fmla="*/ 713 w 6096712"/>
              <a:gd name="connsiteY12" fmla="*/ 948531 h 6860381"/>
              <a:gd name="connsiteX13" fmla="*/ 713 w 6096712"/>
              <a:gd name="connsiteY13" fmla="*/ 711200 h 6860381"/>
              <a:gd name="connsiteX14" fmla="*/ 713 w 6096712"/>
              <a:gd name="connsiteY14" fmla="*/ 2381 h 6860381"/>
              <a:gd name="connsiteX15" fmla="*/ 714 w 6096712"/>
              <a:gd name="connsiteY15" fmla="*/ 2381 h 6860381"/>
              <a:gd name="connsiteX16" fmla="*/ 714 w 6096712"/>
              <a:gd name="connsiteY16" fmla="*/ 711994 h 6860381"/>
              <a:gd name="connsiteX17" fmla="*/ 234078 w 6096712"/>
              <a:gd name="connsiteY17" fmla="*/ 711994 h 6860381"/>
              <a:gd name="connsiteX18" fmla="*/ 234078 w 6096712"/>
              <a:gd name="connsiteY18" fmla="*/ 2381 h 6860381"/>
              <a:gd name="connsiteX19" fmla="*/ 229950 w 6096712"/>
              <a:gd name="connsiteY19" fmla="*/ 2381 h 6860381"/>
              <a:gd name="connsiteX20" fmla="*/ 229950 w 6096712"/>
              <a:gd name="connsiteY20" fmla="*/ 0 h 686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096712" h="6860381">
                <a:moveTo>
                  <a:pt x="229950" y="0"/>
                </a:moveTo>
                <a:lnTo>
                  <a:pt x="6091950" y="0"/>
                </a:lnTo>
                <a:lnTo>
                  <a:pt x="6091950" y="2381"/>
                </a:lnTo>
                <a:lnTo>
                  <a:pt x="6096712" y="2381"/>
                </a:lnTo>
                <a:lnTo>
                  <a:pt x="6096712" y="6860381"/>
                </a:lnTo>
                <a:lnTo>
                  <a:pt x="6096711" y="6860381"/>
                </a:lnTo>
                <a:lnTo>
                  <a:pt x="3832937" y="6860381"/>
                </a:lnTo>
                <a:lnTo>
                  <a:pt x="232913" y="6860381"/>
                </a:lnTo>
                <a:lnTo>
                  <a:pt x="0" y="6860381"/>
                </a:lnTo>
                <a:cubicBezTo>
                  <a:pt x="237" y="6782381"/>
                  <a:pt x="475" y="6704381"/>
                  <a:pt x="712" y="6626381"/>
                </a:cubicBezTo>
                <a:lnTo>
                  <a:pt x="712" y="5488781"/>
                </a:lnTo>
                <a:lnTo>
                  <a:pt x="713" y="5488781"/>
                </a:lnTo>
                <a:lnTo>
                  <a:pt x="713" y="948531"/>
                </a:lnTo>
                <a:lnTo>
                  <a:pt x="713" y="711200"/>
                </a:lnTo>
                <a:lnTo>
                  <a:pt x="713" y="2381"/>
                </a:lnTo>
                <a:lnTo>
                  <a:pt x="714" y="2381"/>
                </a:lnTo>
                <a:lnTo>
                  <a:pt x="714" y="711994"/>
                </a:lnTo>
                <a:lnTo>
                  <a:pt x="234078" y="711994"/>
                </a:lnTo>
                <a:lnTo>
                  <a:pt x="234078" y="2381"/>
                </a:lnTo>
                <a:lnTo>
                  <a:pt x="229950" y="2381"/>
                </a:lnTo>
                <a:lnTo>
                  <a:pt x="229950" y="0"/>
                </a:lnTo>
                <a:close/>
              </a:path>
            </a:pathLst>
          </a:custGeom>
          <a:solidFill>
            <a:schemeClr val="bg1">
              <a:lumMod val="85000"/>
            </a:schemeClr>
          </a:solidFill>
        </p:spPr>
        <p:txBody>
          <a:bodyPr wrap="square" anchor="ctr" anchorCtr="0">
            <a:noAutofit/>
          </a:bodyPr>
          <a:lstStyle/>
          <a:p>
            <a:r>
              <a:rPr lang="nl-NL"/>
              <a:t>Klik op het pictogram als u een afbeelding wilt toevoegen</a:t>
            </a:r>
          </a:p>
        </p:txBody>
      </p:sp>
      <p:sp>
        <p:nvSpPr>
          <p:cNvPr id="10"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sp>
        <p:nvSpPr>
          <p:cNvPr id="15" name="Tijdelijke aanduiding voor dianummer 14"/>
          <p:cNvSpPr>
            <a:spLocks noGrp="1"/>
          </p:cNvSpPr>
          <p:nvPr>
            <p:ph type="sldNum" sz="quarter" idx="25"/>
          </p:nvPr>
        </p:nvSpPr>
        <p:spPr>
          <a:xfrm>
            <a:off x="6553199" y="6221413"/>
            <a:ext cx="5005389" cy="322075"/>
          </a:xfrm>
        </p:spPr>
        <p:txBody>
          <a:bodyPr/>
          <a:lstStyle>
            <a:lvl1pPr>
              <a:defRPr>
                <a:solidFill>
                  <a:schemeClr val="bg1"/>
                </a:solidFill>
              </a:defRPr>
            </a:lvl1pPr>
          </a:lstStyle>
          <a:p>
            <a:fld id="{10A0A6AF-03C5-477E-939A-E28F7E7F05EA}" type="slidenum">
              <a:rPr lang="nl-NL" smtClean="0"/>
              <a:pPr/>
              <a:t>‹nr.›</a:t>
            </a:fld>
            <a:endParaRPr lang="nl-NL"/>
          </a:p>
        </p:txBody>
      </p:sp>
    </p:spTree>
    <p:extLst>
      <p:ext uri="{BB962C8B-B14F-4D97-AF65-F5344CB8AC3E}">
        <p14:creationId xmlns:p14="http://schemas.microsoft.com/office/powerpoint/2010/main" val="352640902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Afbeelding verticaal kleur">
    <p:spTree>
      <p:nvGrpSpPr>
        <p:cNvPr id="1" name=""/>
        <p:cNvGrpSpPr/>
        <p:nvPr/>
      </p:nvGrpSpPr>
      <p:grpSpPr>
        <a:xfrm>
          <a:off x="0" y="0"/>
          <a:ext cx="0" cy="0"/>
          <a:chOff x="0" y="0"/>
          <a:chExt cx="0" cy="0"/>
        </a:xfrm>
      </p:grpSpPr>
      <p:sp>
        <p:nvSpPr>
          <p:cNvPr id="7" name="Rechthoek 6"/>
          <p:cNvSpPr/>
          <p:nvPr userDrawn="1"/>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Tijdelijke aanduiding voor tekst 9"/>
          <p:cNvSpPr>
            <a:spLocks noGrp="1"/>
          </p:cNvSpPr>
          <p:nvPr>
            <p:ph type="body" sz="quarter" idx="15"/>
          </p:nvPr>
        </p:nvSpPr>
        <p:spPr>
          <a:xfrm>
            <a:off x="635000" y="2289600"/>
            <a:ext cx="5005388" cy="3935413"/>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defRPr>
                <a:solidFill>
                  <a:schemeClr val="bg1"/>
                </a:solidFill>
              </a:defRPr>
            </a:lvl5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2" name="Titel 1"/>
          <p:cNvSpPr>
            <a:spLocks noGrp="1"/>
          </p:cNvSpPr>
          <p:nvPr>
            <p:ph type="title"/>
          </p:nvPr>
        </p:nvSpPr>
        <p:spPr>
          <a:xfrm>
            <a:off x="634206" y="1051200"/>
            <a:ext cx="5004594" cy="948047"/>
          </a:xfrm>
        </p:spPr>
        <p:txBody>
          <a:bodyPr/>
          <a:lstStyle>
            <a:lvl1pPr>
              <a:defRPr>
                <a:solidFill>
                  <a:schemeClr val="bg1"/>
                </a:solidFill>
              </a:defRPr>
            </a:lvl1pPr>
          </a:lstStyle>
          <a:p>
            <a:r>
              <a:rPr lang="nl-NL"/>
              <a:t>Klik om de stijl te bewerken</a:t>
            </a:r>
          </a:p>
        </p:txBody>
      </p:sp>
      <p:sp>
        <p:nvSpPr>
          <p:cNvPr id="13" name="Tijdelijke aanduiding voor dianummer 14"/>
          <p:cNvSpPr>
            <a:spLocks noGrp="1"/>
          </p:cNvSpPr>
          <p:nvPr>
            <p:ph type="sldNum" sz="quarter" idx="27"/>
          </p:nvPr>
        </p:nvSpPr>
        <p:spPr>
          <a:xfrm>
            <a:off x="6553199" y="6221413"/>
            <a:ext cx="5005389" cy="322075"/>
          </a:xfrm>
        </p:spPr>
        <p:txBody>
          <a:bodyPr/>
          <a:lstStyle>
            <a:lvl1pPr>
              <a:defRPr>
                <a:solidFill>
                  <a:schemeClr val="bg1"/>
                </a:solidFill>
              </a:defRPr>
            </a:lvl1pPr>
          </a:lstStyle>
          <a:p>
            <a:fld id="{10A0A6AF-03C5-477E-939A-E28F7E7F05EA}" type="slidenum">
              <a:rPr lang="nl-NL" smtClean="0"/>
              <a:pPr/>
              <a:t>‹nr.›</a:t>
            </a:fld>
            <a:endParaRPr lang="nl-NL"/>
          </a:p>
        </p:txBody>
      </p:sp>
      <p:sp>
        <p:nvSpPr>
          <p:cNvPr id="15"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solidFill>
              </a:defRPr>
            </a:lvl1pPr>
          </a:lstStyle>
          <a:p>
            <a:fld id="{F47EF775-05F8-4D0C-9300-69849B26FFE2}" type="datetime4">
              <a:rPr lang="nl-NL" smtClean="0"/>
              <a:pPr/>
              <a:t>25 september 2026</a:t>
            </a:fld>
            <a:r>
              <a:rPr lang="en-US"/>
              <a:t> | </a:t>
            </a:r>
            <a:r>
              <a:rPr lang="en-US" err="1"/>
              <a:t>Voettekst</a:t>
            </a:r>
            <a:endParaRPr lang="nl-NL"/>
          </a:p>
        </p:txBody>
      </p:sp>
      <p:sp>
        <p:nvSpPr>
          <p:cNvPr id="9" name="Tijdelijke aanduiding voor afbeelding 9"/>
          <p:cNvSpPr>
            <a:spLocks noGrp="1"/>
          </p:cNvSpPr>
          <p:nvPr>
            <p:ph type="pic" sz="quarter" idx="24"/>
          </p:nvPr>
        </p:nvSpPr>
        <p:spPr>
          <a:xfrm>
            <a:off x="6095288" y="-2381"/>
            <a:ext cx="6096712" cy="6860381"/>
          </a:xfrm>
          <a:custGeom>
            <a:avLst/>
            <a:gdLst>
              <a:gd name="connsiteX0" fmla="*/ 229238 w 6096000"/>
              <a:gd name="connsiteY0" fmla="*/ 0 h 6860381"/>
              <a:gd name="connsiteX1" fmla="*/ 6091238 w 6096000"/>
              <a:gd name="connsiteY1" fmla="*/ 0 h 6860381"/>
              <a:gd name="connsiteX2" fmla="*/ 6091238 w 6096000"/>
              <a:gd name="connsiteY2" fmla="*/ 2381 h 6860381"/>
              <a:gd name="connsiteX3" fmla="*/ 6096000 w 6096000"/>
              <a:gd name="connsiteY3" fmla="*/ 2381 h 6860381"/>
              <a:gd name="connsiteX4" fmla="*/ 6096000 w 6096000"/>
              <a:gd name="connsiteY4" fmla="*/ 6860381 h 6860381"/>
              <a:gd name="connsiteX5" fmla="*/ 6095999 w 6096000"/>
              <a:gd name="connsiteY5" fmla="*/ 6860381 h 6860381"/>
              <a:gd name="connsiteX6" fmla="*/ 3832225 w 6096000"/>
              <a:gd name="connsiteY6" fmla="*/ 6860381 h 6860381"/>
              <a:gd name="connsiteX7" fmla="*/ 232201 w 6096000"/>
              <a:gd name="connsiteY7" fmla="*/ 6860381 h 6860381"/>
              <a:gd name="connsiteX8" fmla="*/ 232201 w 6096000"/>
              <a:gd name="connsiteY8" fmla="*/ 6626381 h 6860381"/>
              <a:gd name="connsiteX9" fmla="*/ 0 w 6096000"/>
              <a:gd name="connsiteY9" fmla="*/ 6626381 h 6860381"/>
              <a:gd name="connsiteX10" fmla="*/ 0 w 6096000"/>
              <a:gd name="connsiteY10" fmla="*/ 5488781 h 6860381"/>
              <a:gd name="connsiteX11" fmla="*/ 1 w 6096000"/>
              <a:gd name="connsiteY11" fmla="*/ 5488781 h 6860381"/>
              <a:gd name="connsiteX12" fmla="*/ 1 w 6096000"/>
              <a:gd name="connsiteY12" fmla="*/ 948531 h 6860381"/>
              <a:gd name="connsiteX13" fmla="*/ 1 w 6096000"/>
              <a:gd name="connsiteY13" fmla="*/ 711200 h 6860381"/>
              <a:gd name="connsiteX14" fmla="*/ 1 w 6096000"/>
              <a:gd name="connsiteY14" fmla="*/ 2381 h 6860381"/>
              <a:gd name="connsiteX15" fmla="*/ 2 w 6096000"/>
              <a:gd name="connsiteY15" fmla="*/ 2381 h 6860381"/>
              <a:gd name="connsiteX16" fmla="*/ 2 w 6096000"/>
              <a:gd name="connsiteY16" fmla="*/ 711994 h 6860381"/>
              <a:gd name="connsiteX17" fmla="*/ 233366 w 6096000"/>
              <a:gd name="connsiteY17" fmla="*/ 711994 h 6860381"/>
              <a:gd name="connsiteX18" fmla="*/ 233366 w 6096000"/>
              <a:gd name="connsiteY18" fmla="*/ 2381 h 6860381"/>
              <a:gd name="connsiteX19" fmla="*/ 229238 w 6096000"/>
              <a:gd name="connsiteY19" fmla="*/ 2381 h 6860381"/>
              <a:gd name="connsiteX0" fmla="*/ 229950 w 6096712"/>
              <a:gd name="connsiteY0" fmla="*/ 0 h 6860381"/>
              <a:gd name="connsiteX1" fmla="*/ 6091950 w 6096712"/>
              <a:gd name="connsiteY1" fmla="*/ 0 h 6860381"/>
              <a:gd name="connsiteX2" fmla="*/ 6091950 w 6096712"/>
              <a:gd name="connsiteY2" fmla="*/ 2381 h 6860381"/>
              <a:gd name="connsiteX3" fmla="*/ 6096712 w 6096712"/>
              <a:gd name="connsiteY3" fmla="*/ 2381 h 6860381"/>
              <a:gd name="connsiteX4" fmla="*/ 6096712 w 6096712"/>
              <a:gd name="connsiteY4" fmla="*/ 6860381 h 6860381"/>
              <a:gd name="connsiteX5" fmla="*/ 6096711 w 6096712"/>
              <a:gd name="connsiteY5" fmla="*/ 6860381 h 6860381"/>
              <a:gd name="connsiteX6" fmla="*/ 3832937 w 6096712"/>
              <a:gd name="connsiteY6" fmla="*/ 6860381 h 6860381"/>
              <a:gd name="connsiteX7" fmla="*/ 232913 w 6096712"/>
              <a:gd name="connsiteY7" fmla="*/ 6860381 h 6860381"/>
              <a:gd name="connsiteX8" fmla="*/ 0 w 6096712"/>
              <a:gd name="connsiteY8" fmla="*/ 6860381 h 6860381"/>
              <a:gd name="connsiteX9" fmla="*/ 712 w 6096712"/>
              <a:gd name="connsiteY9" fmla="*/ 6626381 h 6860381"/>
              <a:gd name="connsiteX10" fmla="*/ 712 w 6096712"/>
              <a:gd name="connsiteY10" fmla="*/ 5488781 h 6860381"/>
              <a:gd name="connsiteX11" fmla="*/ 713 w 6096712"/>
              <a:gd name="connsiteY11" fmla="*/ 5488781 h 6860381"/>
              <a:gd name="connsiteX12" fmla="*/ 713 w 6096712"/>
              <a:gd name="connsiteY12" fmla="*/ 948531 h 6860381"/>
              <a:gd name="connsiteX13" fmla="*/ 713 w 6096712"/>
              <a:gd name="connsiteY13" fmla="*/ 711200 h 6860381"/>
              <a:gd name="connsiteX14" fmla="*/ 713 w 6096712"/>
              <a:gd name="connsiteY14" fmla="*/ 2381 h 6860381"/>
              <a:gd name="connsiteX15" fmla="*/ 714 w 6096712"/>
              <a:gd name="connsiteY15" fmla="*/ 2381 h 6860381"/>
              <a:gd name="connsiteX16" fmla="*/ 714 w 6096712"/>
              <a:gd name="connsiteY16" fmla="*/ 711994 h 6860381"/>
              <a:gd name="connsiteX17" fmla="*/ 234078 w 6096712"/>
              <a:gd name="connsiteY17" fmla="*/ 711994 h 6860381"/>
              <a:gd name="connsiteX18" fmla="*/ 234078 w 6096712"/>
              <a:gd name="connsiteY18" fmla="*/ 2381 h 6860381"/>
              <a:gd name="connsiteX19" fmla="*/ 229950 w 6096712"/>
              <a:gd name="connsiteY19" fmla="*/ 2381 h 6860381"/>
              <a:gd name="connsiteX20" fmla="*/ 229950 w 6096712"/>
              <a:gd name="connsiteY20" fmla="*/ 0 h 686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096712" h="6860381">
                <a:moveTo>
                  <a:pt x="229950" y="0"/>
                </a:moveTo>
                <a:lnTo>
                  <a:pt x="6091950" y="0"/>
                </a:lnTo>
                <a:lnTo>
                  <a:pt x="6091950" y="2381"/>
                </a:lnTo>
                <a:lnTo>
                  <a:pt x="6096712" y="2381"/>
                </a:lnTo>
                <a:lnTo>
                  <a:pt x="6096712" y="6860381"/>
                </a:lnTo>
                <a:lnTo>
                  <a:pt x="6096711" y="6860381"/>
                </a:lnTo>
                <a:lnTo>
                  <a:pt x="3832937" y="6860381"/>
                </a:lnTo>
                <a:lnTo>
                  <a:pt x="232913" y="6860381"/>
                </a:lnTo>
                <a:lnTo>
                  <a:pt x="0" y="6860381"/>
                </a:lnTo>
                <a:cubicBezTo>
                  <a:pt x="237" y="6782381"/>
                  <a:pt x="475" y="6704381"/>
                  <a:pt x="712" y="6626381"/>
                </a:cubicBezTo>
                <a:lnTo>
                  <a:pt x="712" y="5488781"/>
                </a:lnTo>
                <a:lnTo>
                  <a:pt x="713" y="5488781"/>
                </a:lnTo>
                <a:lnTo>
                  <a:pt x="713" y="948531"/>
                </a:lnTo>
                <a:lnTo>
                  <a:pt x="713" y="711200"/>
                </a:lnTo>
                <a:lnTo>
                  <a:pt x="713" y="2381"/>
                </a:lnTo>
                <a:lnTo>
                  <a:pt x="714" y="2381"/>
                </a:lnTo>
                <a:lnTo>
                  <a:pt x="714" y="711994"/>
                </a:lnTo>
                <a:lnTo>
                  <a:pt x="234078" y="711994"/>
                </a:lnTo>
                <a:lnTo>
                  <a:pt x="234078" y="2381"/>
                </a:lnTo>
                <a:lnTo>
                  <a:pt x="229950" y="2381"/>
                </a:lnTo>
                <a:lnTo>
                  <a:pt x="229950" y="0"/>
                </a:lnTo>
                <a:close/>
              </a:path>
            </a:pathLst>
          </a:custGeom>
          <a:solidFill>
            <a:schemeClr val="bg1">
              <a:lumMod val="85000"/>
            </a:schemeClr>
          </a:solidFill>
        </p:spPr>
        <p:txBody>
          <a:bodyPr wrap="square" anchor="ctr" anchorCtr="0">
            <a:noAutofit/>
          </a:bodyPr>
          <a:lstStyle/>
          <a:p>
            <a:r>
              <a:rPr lang="nl-NL"/>
              <a:t>Klik op het pictogram als u een afbeelding wilt toevoegen</a:t>
            </a:r>
          </a:p>
        </p:txBody>
      </p:sp>
      <p:pic>
        <p:nvPicPr>
          <p:cNvPr id="14" name="Afbeelding 13" descr="RO_vervolgpagina_Logo_2_RGB_pos__aangepast.png"/>
          <p:cNvPicPr>
            <a:picLocks noChangeAspect="1"/>
          </p:cNvPicPr>
          <p:nvPr userDrawn="1"/>
        </p:nvPicPr>
        <p:blipFill>
          <a:blip r:embed="rId2" cstate="print"/>
          <a:stretch>
            <a:fillRect/>
          </a:stretch>
        </p:blipFill>
        <p:spPr>
          <a:xfrm>
            <a:off x="0" y="0"/>
            <a:ext cx="12192000" cy="1057656"/>
          </a:xfrm>
          <a:prstGeom prst="rect">
            <a:avLst/>
          </a:prstGeom>
        </p:spPr>
      </p:pic>
      <p:sp>
        <p:nvSpPr>
          <p:cNvPr id="11" name="Tijdelijke aanduiding voor dianummer 14"/>
          <p:cNvSpPr txBox="1">
            <a:spLocks/>
          </p:cNvSpPr>
          <p:nvPr userDrawn="1"/>
        </p:nvSpPr>
        <p:spPr>
          <a:xfrm>
            <a:off x="6552000" y="6220800"/>
            <a:ext cx="5005389" cy="322075"/>
          </a:xfrm>
          <a:prstGeom prst="rect">
            <a:avLst/>
          </a:prstGeom>
        </p:spPr>
        <p:txBody>
          <a:bodyPr vert="horz" lIns="91440" tIns="45720" rIns="0" bIns="45720" rtlCol="0" anchor="b" anchorCtr="0"/>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0A0A6AF-03C5-477E-939A-E28F7E7F05EA}" type="slidenum">
              <a:rPr kumimoji="0" lang="nl-NL" sz="1050" b="0" i="0" u="none" strike="noStrike" kern="1200" cap="none" spc="0" normalizeH="0" baseline="0" noProof="0" smtClean="0">
                <a:ln>
                  <a:noFill/>
                </a:ln>
                <a:solidFill>
                  <a:schemeClr val="bg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nl-NL" sz="1050" b="0" i="0" u="none" strike="noStrike" kern="1200" cap="none" spc="0" normalizeH="0" baseline="0" noProof="0">
              <a:ln>
                <a:noFill/>
              </a:ln>
              <a:solidFill>
                <a:schemeClr val="bg1"/>
              </a:solidFill>
              <a:effectLst/>
              <a:uLnTx/>
              <a:uFillTx/>
              <a:latin typeface="+mn-lt"/>
              <a:ea typeface="+mn-ea"/>
              <a:cs typeface="+mn-cs"/>
            </a:endParaRPr>
          </a:p>
        </p:txBody>
      </p:sp>
    </p:spTree>
    <p:extLst>
      <p:ext uri="{BB962C8B-B14F-4D97-AF65-F5344CB8AC3E}">
        <p14:creationId xmlns:p14="http://schemas.microsoft.com/office/powerpoint/2010/main" val="3411097885"/>
      </p:ext>
    </p:extLst>
  </p:cSld>
  <p:clrMapOvr>
    <a:masterClrMapping/>
  </p:clrMapOvr>
  <p:extLst>
    <p:ext uri="{DCECCB84-F9BA-43D5-87BE-67443E8EF086}">
      <p15:sldGuideLst xmlns:p15="http://schemas.microsoft.com/office/powerpoint/2012/main">
        <p15:guide id="1" orient="horz" pos="1661">
          <p15:clr>
            <a:srgbClr val="FBAE40"/>
          </p15:clr>
        </p15:guide>
        <p15:guide id="2" orient="horz" pos="2659">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Afbeelding verticaal wit">
    <p:spTree>
      <p:nvGrpSpPr>
        <p:cNvPr id="1" name=""/>
        <p:cNvGrpSpPr/>
        <p:nvPr/>
      </p:nvGrpSpPr>
      <p:grpSpPr>
        <a:xfrm>
          <a:off x="0" y="0"/>
          <a:ext cx="0" cy="0"/>
          <a:chOff x="0" y="0"/>
          <a:chExt cx="0" cy="0"/>
        </a:xfrm>
      </p:grpSpPr>
      <p:sp>
        <p:nvSpPr>
          <p:cNvPr id="11" name="Tijdelijke aanduiding voor tekst 10"/>
          <p:cNvSpPr>
            <a:spLocks noGrp="1"/>
          </p:cNvSpPr>
          <p:nvPr>
            <p:ph type="body" sz="quarter" idx="16"/>
          </p:nvPr>
        </p:nvSpPr>
        <p:spPr>
          <a:xfrm>
            <a:off x="635000" y="2289600"/>
            <a:ext cx="5003800" cy="3931813"/>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2" name="Titel 1"/>
          <p:cNvSpPr>
            <a:spLocks noGrp="1"/>
          </p:cNvSpPr>
          <p:nvPr>
            <p:ph type="title"/>
          </p:nvPr>
        </p:nvSpPr>
        <p:spPr>
          <a:xfrm>
            <a:off x="635000" y="1051200"/>
            <a:ext cx="5003800" cy="948047"/>
          </a:xfrm>
        </p:spPr>
        <p:txBody>
          <a:bodyPr/>
          <a:lstStyle/>
          <a:p>
            <a:r>
              <a:rPr lang="nl-NL"/>
              <a:t>Klik om de stijl te bewerken</a:t>
            </a:r>
          </a:p>
        </p:txBody>
      </p:sp>
      <p:sp>
        <p:nvSpPr>
          <p:cNvPr id="8" name="Tijdelijke aanduiding voor dianummer 14"/>
          <p:cNvSpPr>
            <a:spLocks noGrp="1"/>
          </p:cNvSpPr>
          <p:nvPr>
            <p:ph type="sldNum" sz="quarter" idx="27"/>
          </p:nvPr>
        </p:nvSpPr>
        <p:spPr>
          <a:xfrm>
            <a:off x="6553199" y="6221413"/>
            <a:ext cx="5005389" cy="322075"/>
          </a:xfrm>
        </p:spPr>
        <p:txBody>
          <a:bodyPr/>
          <a:lstStyle>
            <a:lvl1pPr>
              <a:defRPr>
                <a:solidFill>
                  <a:schemeClr val="bg1"/>
                </a:solidFill>
              </a:defRPr>
            </a:lvl1pPr>
          </a:lstStyle>
          <a:p>
            <a:fld id="{10A0A6AF-03C5-477E-939A-E28F7E7F05EA}" type="slidenum">
              <a:rPr lang="nl-NL" smtClean="0"/>
              <a:pPr/>
              <a:t>‹nr.›</a:t>
            </a:fld>
            <a:endParaRPr lang="nl-NL"/>
          </a:p>
        </p:txBody>
      </p:sp>
      <p:sp>
        <p:nvSpPr>
          <p:cNvPr id="9"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sp>
        <p:nvSpPr>
          <p:cNvPr id="7" name="Tijdelijke aanduiding voor afbeelding 9"/>
          <p:cNvSpPr>
            <a:spLocks noGrp="1"/>
          </p:cNvSpPr>
          <p:nvPr>
            <p:ph type="pic" sz="quarter" idx="24"/>
          </p:nvPr>
        </p:nvSpPr>
        <p:spPr>
          <a:xfrm>
            <a:off x="6095288" y="-2381"/>
            <a:ext cx="6096712" cy="6860381"/>
          </a:xfrm>
          <a:custGeom>
            <a:avLst/>
            <a:gdLst>
              <a:gd name="connsiteX0" fmla="*/ 229238 w 6096000"/>
              <a:gd name="connsiteY0" fmla="*/ 0 h 6860381"/>
              <a:gd name="connsiteX1" fmla="*/ 6091238 w 6096000"/>
              <a:gd name="connsiteY1" fmla="*/ 0 h 6860381"/>
              <a:gd name="connsiteX2" fmla="*/ 6091238 w 6096000"/>
              <a:gd name="connsiteY2" fmla="*/ 2381 h 6860381"/>
              <a:gd name="connsiteX3" fmla="*/ 6096000 w 6096000"/>
              <a:gd name="connsiteY3" fmla="*/ 2381 h 6860381"/>
              <a:gd name="connsiteX4" fmla="*/ 6096000 w 6096000"/>
              <a:gd name="connsiteY4" fmla="*/ 6860381 h 6860381"/>
              <a:gd name="connsiteX5" fmla="*/ 6095999 w 6096000"/>
              <a:gd name="connsiteY5" fmla="*/ 6860381 h 6860381"/>
              <a:gd name="connsiteX6" fmla="*/ 3832225 w 6096000"/>
              <a:gd name="connsiteY6" fmla="*/ 6860381 h 6860381"/>
              <a:gd name="connsiteX7" fmla="*/ 232201 w 6096000"/>
              <a:gd name="connsiteY7" fmla="*/ 6860381 h 6860381"/>
              <a:gd name="connsiteX8" fmla="*/ 232201 w 6096000"/>
              <a:gd name="connsiteY8" fmla="*/ 6626381 h 6860381"/>
              <a:gd name="connsiteX9" fmla="*/ 0 w 6096000"/>
              <a:gd name="connsiteY9" fmla="*/ 6626381 h 6860381"/>
              <a:gd name="connsiteX10" fmla="*/ 0 w 6096000"/>
              <a:gd name="connsiteY10" fmla="*/ 5488781 h 6860381"/>
              <a:gd name="connsiteX11" fmla="*/ 1 w 6096000"/>
              <a:gd name="connsiteY11" fmla="*/ 5488781 h 6860381"/>
              <a:gd name="connsiteX12" fmla="*/ 1 w 6096000"/>
              <a:gd name="connsiteY12" fmla="*/ 948531 h 6860381"/>
              <a:gd name="connsiteX13" fmla="*/ 1 w 6096000"/>
              <a:gd name="connsiteY13" fmla="*/ 711200 h 6860381"/>
              <a:gd name="connsiteX14" fmla="*/ 1 w 6096000"/>
              <a:gd name="connsiteY14" fmla="*/ 2381 h 6860381"/>
              <a:gd name="connsiteX15" fmla="*/ 2 w 6096000"/>
              <a:gd name="connsiteY15" fmla="*/ 2381 h 6860381"/>
              <a:gd name="connsiteX16" fmla="*/ 2 w 6096000"/>
              <a:gd name="connsiteY16" fmla="*/ 711994 h 6860381"/>
              <a:gd name="connsiteX17" fmla="*/ 233366 w 6096000"/>
              <a:gd name="connsiteY17" fmla="*/ 711994 h 6860381"/>
              <a:gd name="connsiteX18" fmla="*/ 233366 w 6096000"/>
              <a:gd name="connsiteY18" fmla="*/ 2381 h 6860381"/>
              <a:gd name="connsiteX19" fmla="*/ 229238 w 6096000"/>
              <a:gd name="connsiteY19" fmla="*/ 2381 h 6860381"/>
              <a:gd name="connsiteX0" fmla="*/ 229950 w 6096712"/>
              <a:gd name="connsiteY0" fmla="*/ 0 h 6860381"/>
              <a:gd name="connsiteX1" fmla="*/ 6091950 w 6096712"/>
              <a:gd name="connsiteY1" fmla="*/ 0 h 6860381"/>
              <a:gd name="connsiteX2" fmla="*/ 6091950 w 6096712"/>
              <a:gd name="connsiteY2" fmla="*/ 2381 h 6860381"/>
              <a:gd name="connsiteX3" fmla="*/ 6096712 w 6096712"/>
              <a:gd name="connsiteY3" fmla="*/ 2381 h 6860381"/>
              <a:gd name="connsiteX4" fmla="*/ 6096712 w 6096712"/>
              <a:gd name="connsiteY4" fmla="*/ 6860381 h 6860381"/>
              <a:gd name="connsiteX5" fmla="*/ 6096711 w 6096712"/>
              <a:gd name="connsiteY5" fmla="*/ 6860381 h 6860381"/>
              <a:gd name="connsiteX6" fmla="*/ 3832937 w 6096712"/>
              <a:gd name="connsiteY6" fmla="*/ 6860381 h 6860381"/>
              <a:gd name="connsiteX7" fmla="*/ 232913 w 6096712"/>
              <a:gd name="connsiteY7" fmla="*/ 6860381 h 6860381"/>
              <a:gd name="connsiteX8" fmla="*/ 0 w 6096712"/>
              <a:gd name="connsiteY8" fmla="*/ 6860381 h 6860381"/>
              <a:gd name="connsiteX9" fmla="*/ 712 w 6096712"/>
              <a:gd name="connsiteY9" fmla="*/ 6626381 h 6860381"/>
              <a:gd name="connsiteX10" fmla="*/ 712 w 6096712"/>
              <a:gd name="connsiteY10" fmla="*/ 5488781 h 6860381"/>
              <a:gd name="connsiteX11" fmla="*/ 713 w 6096712"/>
              <a:gd name="connsiteY11" fmla="*/ 5488781 h 6860381"/>
              <a:gd name="connsiteX12" fmla="*/ 713 w 6096712"/>
              <a:gd name="connsiteY12" fmla="*/ 948531 h 6860381"/>
              <a:gd name="connsiteX13" fmla="*/ 713 w 6096712"/>
              <a:gd name="connsiteY13" fmla="*/ 711200 h 6860381"/>
              <a:gd name="connsiteX14" fmla="*/ 713 w 6096712"/>
              <a:gd name="connsiteY14" fmla="*/ 2381 h 6860381"/>
              <a:gd name="connsiteX15" fmla="*/ 714 w 6096712"/>
              <a:gd name="connsiteY15" fmla="*/ 2381 h 6860381"/>
              <a:gd name="connsiteX16" fmla="*/ 714 w 6096712"/>
              <a:gd name="connsiteY16" fmla="*/ 711994 h 6860381"/>
              <a:gd name="connsiteX17" fmla="*/ 234078 w 6096712"/>
              <a:gd name="connsiteY17" fmla="*/ 711994 h 6860381"/>
              <a:gd name="connsiteX18" fmla="*/ 234078 w 6096712"/>
              <a:gd name="connsiteY18" fmla="*/ 2381 h 6860381"/>
              <a:gd name="connsiteX19" fmla="*/ 229950 w 6096712"/>
              <a:gd name="connsiteY19" fmla="*/ 2381 h 6860381"/>
              <a:gd name="connsiteX20" fmla="*/ 229950 w 6096712"/>
              <a:gd name="connsiteY20" fmla="*/ 0 h 686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096712" h="6860381">
                <a:moveTo>
                  <a:pt x="229950" y="0"/>
                </a:moveTo>
                <a:lnTo>
                  <a:pt x="6091950" y="0"/>
                </a:lnTo>
                <a:lnTo>
                  <a:pt x="6091950" y="2381"/>
                </a:lnTo>
                <a:lnTo>
                  <a:pt x="6096712" y="2381"/>
                </a:lnTo>
                <a:lnTo>
                  <a:pt x="6096712" y="6860381"/>
                </a:lnTo>
                <a:lnTo>
                  <a:pt x="6096711" y="6860381"/>
                </a:lnTo>
                <a:lnTo>
                  <a:pt x="3832937" y="6860381"/>
                </a:lnTo>
                <a:lnTo>
                  <a:pt x="232913" y="6860381"/>
                </a:lnTo>
                <a:lnTo>
                  <a:pt x="0" y="6860381"/>
                </a:lnTo>
                <a:cubicBezTo>
                  <a:pt x="237" y="6782381"/>
                  <a:pt x="475" y="6704381"/>
                  <a:pt x="712" y="6626381"/>
                </a:cubicBezTo>
                <a:lnTo>
                  <a:pt x="712" y="5488781"/>
                </a:lnTo>
                <a:lnTo>
                  <a:pt x="713" y="5488781"/>
                </a:lnTo>
                <a:lnTo>
                  <a:pt x="713" y="948531"/>
                </a:lnTo>
                <a:lnTo>
                  <a:pt x="713" y="711200"/>
                </a:lnTo>
                <a:lnTo>
                  <a:pt x="713" y="2381"/>
                </a:lnTo>
                <a:lnTo>
                  <a:pt x="714" y="2381"/>
                </a:lnTo>
                <a:lnTo>
                  <a:pt x="714" y="711994"/>
                </a:lnTo>
                <a:lnTo>
                  <a:pt x="234078" y="711994"/>
                </a:lnTo>
                <a:lnTo>
                  <a:pt x="234078" y="2381"/>
                </a:lnTo>
                <a:lnTo>
                  <a:pt x="229950" y="2381"/>
                </a:lnTo>
                <a:lnTo>
                  <a:pt x="229950" y="0"/>
                </a:lnTo>
                <a:close/>
              </a:path>
            </a:pathLst>
          </a:custGeom>
          <a:solidFill>
            <a:schemeClr val="bg1">
              <a:lumMod val="85000"/>
            </a:schemeClr>
          </a:solidFill>
        </p:spPr>
        <p:txBody>
          <a:bodyPr wrap="square" anchor="ctr" anchorCtr="0">
            <a:noAutofit/>
          </a:bodyPr>
          <a:lstStyle/>
          <a:p>
            <a:r>
              <a:rPr lang="nl-NL"/>
              <a:t>Klik op het pictogram als u een afbeelding wilt toevoegen</a:t>
            </a:r>
          </a:p>
        </p:txBody>
      </p:sp>
      <p:sp>
        <p:nvSpPr>
          <p:cNvPr id="10" name="Tijdelijke aanduiding voor dianummer 14"/>
          <p:cNvSpPr txBox="1">
            <a:spLocks/>
          </p:cNvSpPr>
          <p:nvPr userDrawn="1"/>
        </p:nvSpPr>
        <p:spPr>
          <a:xfrm>
            <a:off x="6552000" y="6220800"/>
            <a:ext cx="5005389" cy="322075"/>
          </a:xfrm>
          <a:prstGeom prst="rect">
            <a:avLst/>
          </a:prstGeom>
        </p:spPr>
        <p:txBody>
          <a:bodyPr vert="horz" lIns="91440" tIns="45720" rIns="0" bIns="45720" rtlCol="0" anchor="b" anchorCtr="0"/>
          <a:lstStyle>
            <a:lvl1pPr>
              <a:defRPr>
                <a:solidFill>
                  <a:schemeClr val="bg1"/>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0A0A6AF-03C5-477E-939A-E28F7E7F05EA}" type="slidenum">
              <a:rPr kumimoji="0" lang="nl-NL" sz="1050" b="0" i="0" u="none" strike="noStrike" kern="1200" cap="none" spc="0" normalizeH="0" baseline="0" noProof="0" smtClean="0">
                <a:ln>
                  <a:noFill/>
                </a:ln>
                <a:solidFill>
                  <a:schemeClr val="bg1"/>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‹nr.›</a:t>
            </a:fld>
            <a:endParaRPr kumimoji="0" lang="nl-NL" sz="1050" b="0" i="0" u="none" strike="noStrike" kern="1200" cap="none" spc="0" normalizeH="0" baseline="0" noProof="0">
              <a:ln>
                <a:noFill/>
              </a:ln>
              <a:solidFill>
                <a:schemeClr val="bg1"/>
              </a:solidFill>
              <a:effectLst/>
              <a:uLnTx/>
              <a:uFillTx/>
              <a:latin typeface="+mn-lt"/>
              <a:ea typeface="+mn-ea"/>
              <a:cs typeface="+mn-cs"/>
            </a:endParaRPr>
          </a:p>
        </p:txBody>
      </p:sp>
    </p:spTree>
    <p:extLst>
      <p:ext uri="{BB962C8B-B14F-4D97-AF65-F5344CB8AC3E}">
        <p14:creationId xmlns:p14="http://schemas.microsoft.com/office/powerpoint/2010/main" val="172983865"/>
      </p:ext>
    </p:extLst>
  </p:cSld>
  <p:clrMapOvr>
    <a:masterClrMapping/>
  </p:clrMapOvr>
  <p:extLst>
    <p:ext uri="{DCECCB84-F9BA-43D5-87BE-67443E8EF086}">
      <p15:sldGuideLst xmlns:p15="http://schemas.microsoft.com/office/powerpoint/2012/main">
        <p15:guide id="1" pos="3977">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kst horizontaal A">
    <p:spTree>
      <p:nvGrpSpPr>
        <p:cNvPr id="1" name=""/>
        <p:cNvGrpSpPr/>
        <p:nvPr/>
      </p:nvGrpSpPr>
      <p:grpSpPr>
        <a:xfrm>
          <a:off x="0" y="0"/>
          <a:ext cx="0" cy="0"/>
          <a:chOff x="0" y="0"/>
          <a:chExt cx="0" cy="0"/>
        </a:xfrm>
      </p:grpSpPr>
      <p:sp>
        <p:nvSpPr>
          <p:cNvPr id="6" name="Rechthoek 5"/>
          <p:cNvSpPr/>
          <p:nvPr userDrawn="1"/>
        </p:nvSpPr>
        <p:spPr>
          <a:xfrm>
            <a:off x="0" y="-1"/>
            <a:ext cx="12192000" cy="34274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p:cNvSpPr>
            <a:spLocks noGrp="1"/>
          </p:cNvSpPr>
          <p:nvPr>
            <p:ph type="title"/>
          </p:nvPr>
        </p:nvSpPr>
        <p:spPr>
          <a:xfrm>
            <a:off x="635000" y="1052513"/>
            <a:ext cx="10923588" cy="2374900"/>
          </a:xfrm>
        </p:spPr>
        <p:txBody>
          <a:bodyPr anchor="t" anchorCtr="0">
            <a:normAutofit/>
          </a:bodyPr>
          <a:lstStyle>
            <a:lvl1pPr>
              <a:defRPr sz="4800">
                <a:solidFill>
                  <a:schemeClr val="bg1"/>
                </a:solidFill>
              </a:defRPr>
            </a:lvl1pPr>
          </a:lstStyle>
          <a:p>
            <a:r>
              <a:rPr lang="nl-NL"/>
              <a:t>Klik om de stijl te bewerken</a:t>
            </a:r>
          </a:p>
        </p:txBody>
      </p:sp>
      <p:sp>
        <p:nvSpPr>
          <p:cNvPr id="14" name="Tijdelijke aanduiding voor tekst 13"/>
          <p:cNvSpPr>
            <a:spLocks noGrp="1"/>
          </p:cNvSpPr>
          <p:nvPr>
            <p:ph type="body" sz="quarter" idx="13"/>
          </p:nvPr>
        </p:nvSpPr>
        <p:spPr>
          <a:xfrm>
            <a:off x="635000" y="3749487"/>
            <a:ext cx="10923588" cy="2471925"/>
          </a:xfrm>
        </p:spPr>
        <p:txBody>
          <a:bodyPr numCol="2" spcCol="46800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11" name="Tijdelijke aanduiding voor dianummer 10"/>
          <p:cNvSpPr>
            <a:spLocks noGrp="1"/>
          </p:cNvSpPr>
          <p:nvPr>
            <p:ph type="sldNum" sz="quarter" idx="16"/>
          </p:nvPr>
        </p:nvSpPr>
        <p:spPr/>
        <p:txBody>
          <a:bodyPr/>
          <a:lstStyle/>
          <a:p>
            <a:fld id="{10A0A6AF-03C5-477E-939A-E28F7E7F05EA}" type="slidenum">
              <a:rPr lang="nl-NL" smtClean="0"/>
              <a:pPr/>
              <a:t>‹nr.›</a:t>
            </a:fld>
            <a:endParaRPr lang="nl-NL"/>
          </a:p>
        </p:txBody>
      </p:sp>
      <p:sp>
        <p:nvSpPr>
          <p:cNvPr id="12"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pic>
        <p:nvPicPr>
          <p:cNvPr id="10" name="Afbeelding 9" descr="RO_vervolgpagina_Logo_2_RGB_pos__aangepast.png"/>
          <p:cNvPicPr>
            <a:picLocks noChangeAspect="1"/>
          </p:cNvPicPr>
          <p:nvPr userDrawn="1"/>
        </p:nvPicPr>
        <p:blipFill>
          <a:blip r:embed="rId2" cstate="print"/>
          <a:stretch>
            <a:fillRect/>
          </a:stretch>
        </p:blipFill>
        <p:spPr>
          <a:xfrm>
            <a:off x="0" y="0"/>
            <a:ext cx="12192000" cy="1057656"/>
          </a:xfrm>
          <a:prstGeom prst="rect">
            <a:avLst/>
          </a:prstGeom>
        </p:spPr>
      </p:pic>
    </p:spTree>
    <p:extLst>
      <p:ext uri="{BB962C8B-B14F-4D97-AF65-F5344CB8AC3E}">
        <p14:creationId xmlns:p14="http://schemas.microsoft.com/office/powerpoint/2010/main" val="95300654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kst horizontaal B">
    <p:spTree>
      <p:nvGrpSpPr>
        <p:cNvPr id="1" name=""/>
        <p:cNvGrpSpPr/>
        <p:nvPr/>
      </p:nvGrpSpPr>
      <p:grpSpPr>
        <a:xfrm>
          <a:off x="0" y="0"/>
          <a:ext cx="0" cy="0"/>
          <a:chOff x="0" y="0"/>
          <a:chExt cx="0" cy="0"/>
        </a:xfrm>
      </p:grpSpPr>
      <p:sp>
        <p:nvSpPr>
          <p:cNvPr id="6" name="Rechthoek 5"/>
          <p:cNvSpPr/>
          <p:nvPr userDrawn="1"/>
        </p:nvSpPr>
        <p:spPr>
          <a:xfrm>
            <a:off x="0" y="3430587"/>
            <a:ext cx="12192000" cy="34274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p:cNvSpPr>
            <a:spLocks noGrp="1"/>
          </p:cNvSpPr>
          <p:nvPr>
            <p:ph type="title"/>
          </p:nvPr>
        </p:nvSpPr>
        <p:spPr>
          <a:xfrm>
            <a:off x="635000" y="1052513"/>
            <a:ext cx="10923588" cy="2374900"/>
          </a:xfrm>
        </p:spPr>
        <p:txBody>
          <a:bodyPr anchor="t" anchorCtr="0">
            <a:normAutofit/>
          </a:bodyPr>
          <a:lstStyle>
            <a:lvl1pPr>
              <a:defRPr sz="4800" baseline="0">
                <a:solidFill>
                  <a:schemeClr val="accent2"/>
                </a:solidFill>
              </a:defRPr>
            </a:lvl1pPr>
          </a:lstStyle>
          <a:p>
            <a:r>
              <a:rPr lang="nl-NL"/>
              <a:t>Klik om de stijl te bewerken</a:t>
            </a:r>
          </a:p>
        </p:txBody>
      </p:sp>
      <p:sp>
        <p:nvSpPr>
          <p:cNvPr id="14" name="Tijdelijke aanduiding voor tekst 13"/>
          <p:cNvSpPr>
            <a:spLocks noGrp="1"/>
          </p:cNvSpPr>
          <p:nvPr>
            <p:ph type="body" sz="quarter" idx="13"/>
          </p:nvPr>
        </p:nvSpPr>
        <p:spPr>
          <a:xfrm>
            <a:off x="635000" y="3749487"/>
            <a:ext cx="10923588" cy="2471925"/>
          </a:xfrm>
        </p:spPr>
        <p:txBody>
          <a:bodyPr numCol="2" spcCol="46800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defRPr>
                <a:solidFill>
                  <a:schemeClr val="bg1"/>
                </a:solidFill>
              </a:defRPr>
            </a:lvl5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9" name="Tijdelijke aanduiding voor dianummer 14"/>
          <p:cNvSpPr>
            <a:spLocks noGrp="1"/>
          </p:cNvSpPr>
          <p:nvPr>
            <p:ph type="sldNum" sz="quarter" idx="25"/>
          </p:nvPr>
        </p:nvSpPr>
        <p:spPr>
          <a:xfrm>
            <a:off x="6553199" y="6221413"/>
            <a:ext cx="5005389" cy="322075"/>
          </a:xfrm>
        </p:spPr>
        <p:txBody>
          <a:bodyPr/>
          <a:lstStyle>
            <a:lvl1pPr>
              <a:defRPr>
                <a:solidFill>
                  <a:schemeClr val="bg1"/>
                </a:solidFill>
              </a:defRPr>
            </a:lvl1pPr>
          </a:lstStyle>
          <a:p>
            <a:fld id="{10A0A6AF-03C5-477E-939A-E28F7E7F05EA}" type="slidenum">
              <a:rPr lang="nl-NL" smtClean="0"/>
              <a:pPr/>
              <a:t>‹nr.›</a:t>
            </a:fld>
            <a:endParaRPr lang="nl-NL"/>
          </a:p>
        </p:txBody>
      </p:sp>
      <p:sp>
        <p:nvSpPr>
          <p:cNvPr id="13"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solidFill>
              </a:defRPr>
            </a:lvl1pPr>
          </a:lstStyle>
          <a:p>
            <a:fld id="{F47EF775-05F8-4D0C-9300-69849B26FFE2}" type="datetime4">
              <a:rPr lang="nl-NL" smtClean="0"/>
              <a:pPr/>
              <a:t>25 september 2026</a:t>
            </a:fld>
            <a:r>
              <a:rPr lang="en-US"/>
              <a:t> | </a:t>
            </a:r>
            <a:r>
              <a:rPr lang="en-US" err="1"/>
              <a:t>Voettekst</a:t>
            </a:r>
            <a:endParaRPr lang="nl-NL"/>
          </a:p>
        </p:txBody>
      </p:sp>
    </p:spTree>
    <p:extLst>
      <p:ext uri="{BB962C8B-B14F-4D97-AF65-F5344CB8AC3E}">
        <p14:creationId xmlns:p14="http://schemas.microsoft.com/office/powerpoint/2010/main" val="163719312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Afbeelding horizontaal kleur">
    <p:bg>
      <p:bgPr>
        <a:solidFill>
          <a:schemeClr val="accent2"/>
        </a:soli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a:xfrm>
            <a:off x="634205" y="3888000"/>
            <a:ext cx="5004595" cy="2333413"/>
          </a:xfrm>
        </p:spPr>
        <p:txBody>
          <a:bodyPr anchor="t" anchorCtr="0"/>
          <a:lstStyle>
            <a:lvl1pPr>
              <a:defRPr>
                <a:solidFill>
                  <a:schemeClr val="tx1"/>
                </a:solidFill>
              </a:defRPr>
            </a:lvl1pPr>
          </a:lstStyle>
          <a:p>
            <a:r>
              <a:rPr lang="nl-NL"/>
              <a:t>Klik om de stijl te bewerken</a:t>
            </a:r>
          </a:p>
        </p:txBody>
      </p:sp>
      <p:sp>
        <p:nvSpPr>
          <p:cNvPr id="6" name="Tijdelijke aanduiding voor tekst 13"/>
          <p:cNvSpPr>
            <a:spLocks noGrp="1"/>
          </p:cNvSpPr>
          <p:nvPr>
            <p:ph type="body" sz="quarter" idx="13"/>
          </p:nvPr>
        </p:nvSpPr>
        <p:spPr>
          <a:xfrm>
            <a:off x="6554588" y="3888000"/>
            <a:ext cx="5004000" cy="2333413"/>
          </a:xfrm>
        </p:spPr>
        <p:txBody>
          <a:bodyPr tIns="50400" numCol="1" spcCol="468000" anchor="t" anchorCtr="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13" name="Tijdelijke aanduiding voor dianummer 12"/>
          <p:cNvSpPr>
            <a:spLocks noGrp="1"/>
          </p:cNvSpPr>
          <p:nvPr>
            <p:ph type="sldNum" sz="quarter" idx="17"/>
          </p:nvPr>
        </p:nvSpPr>
        <p:spPr/>
        <p:txBody>
          <a:bodyPr/>
          <a:lstStyle>
            <a:lvl1pPr>
              <a:defRPr>
                <a:solidFill>
                  <a:schemeClr val="tx2"/>
                </a:solidFill>
              </a:defRPr>
            </a:lvl1pPr>
          </a:lstStyle>
          <a:p>
            <a:fld id="{10A0A6AF-03C5-477E-939A-E28F7E7F05EA}" type="slidenum">
              <a:rPr lang="nl-NL" smtClean="0"/>
              <a:pPr/>
              <a:t>‹nr.›</a:t>
            </a:fld>
            <a:endParaRPr lang="nl-NL"/>
          </a:p>
        </p:txBody>
      </p:sp>
      <p:sp>
        <p:nvSpPr>
          <p:cNvPr id="8"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tx1"/>
                </a:solidFill>
              </a:defRPr>
            </a:lvl1pPr>
          </a:lstStyle>
          <a:p>
            <a:fld id="{F47EF775-05F8-4D0C-9300-69849B26FFE2}" type="datetime4">
              <a:rPr lang="nl-NL" smtClean="0"/>
              <a:pPr/>
              <a:t>25 september 2026</a:t>
            </a:fld>
            <a:r>
              <a:rPr lang="en-US"/>
              <a:t> | </a:t>
            </a:r>
            <a:r>
              <a:rPr lang="en-US" err="1"/>
              <a:t>Voettekst</a:t>
            </a:r>
            <a:endParaRPr lang="nl-NL"/>
          </a:p>
        </p:txBody>
      </p:sp>
      <p:sp>
        <p:nvSpPr>
          <p:cNvPr id="9" name="Tijdelijke aanduiding voor afbeelding 11"/>
          <p:cNvSpPr>
            <a:spLocks noGrp="1"/>
          </p:cNvSpPr>
          <p:nvPr>
            <p:ph type="pic" sz="quarter" idx="14"/>
          </p:nvPr>
        </p:nvSpPr>
        <p:spPr>
          <a:xfrm>
            <a:off x="0" y="0"/>
            <a:ext cx="12192000" cy="3427413"/>
          </a:xfrm>
          <a:custGeom>
            <a:avLst/>
            <a:gdLst>
              <a:gd name="connsiteX0" fmla="*/ 0 w 12192000"/>
              <a:gd name="connsiteY0" fmla="*/ 0 h 3427413"/>
              <a:gd name="connsiteX1" fmla="*/ 5862638 w 12192000"/>
              <a:gd name="connsiteY1" fmla="*/ 0 h 3427413"/>
              <a:gd name="connsiteX2" fmla="*/ 5862638 w 12192000"/>
              <a:gd name="connsiteY2" fmla="*/ 709613 h 3427413"/>
              <a:gd name="connsiteX3" fmla="*/ 6329363 w 12192000"/>
              <a:gd name="connsiteY3" fmla="*/ 709613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0" fmla="*/ 0 w 12192000"/>
              <a:gd name="connsiteY0" fmla="*/ 0 h 3427413"/>
              <a:gd name="connsiteX1" fmla="*/ 5862638 w 12192000"/>
              <a:gd name="connsiteY1" fmla="*/ 0 h 3427413"/>
              <a:gd name="connsiteX2" fmla="*/ 5862638 w 12192000"/>
              <a:gd name="connsiteY2" fmla="*/ 709613 h 3427413"/>
              <a:gd name="connsiteX3" fmla="*/ 6329363 w 12192000"/>
              <a:gd name="connsiteY3" fmla="*/ 704462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 name="connsiteX0" fmla="*/ 0 w 12192000"/>
              <a:gd name="connsiteY0" fmla="*/ 0 h 3427413"/>
              <a:gd name="connsiteX1" fmla="*/ 5862638 w 12192000"/>
              <a:gd name="connsiteY1" fmla="*/ 0 h 3427413"/>
              <a:gd name="connsiteX2" fmla="*/ 5857487 w 12192000"/>
              <a:gd name="connsiteY2" fmla="*/ 704461 h 3427413"/>
              <a:gd name="connsiteX3" fmla="*/ 6329363 w 12192000"/>
              <a:gd name="connsiteY3" fmla="*/ 704462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 name="connsiteX0" fmla="*/ 0 w 12192000"/>
              <a:gd name="connsiteY0" fmla="*/ 0 h 3427413"/>
              <a:gd name="connsiteX1" fmla="*/ 5862638 w 12192000"/>
              <a:gd name="connsiteY1" fmla="*/ 0 h 3427413"/>
              <a:gd name="connsiteX2" fmla="*/ 5857487 w 12192000"/>
              <a:gd name="connsiteY2" fmla="*/ 696945 h 3427413"/>
              <a:gd name="connsiteX3" fmla="*/ 6329363 w 12192000"/>
              <a:gd name="connsiteY3" fmla="*/ 704462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 name="connsiteX0" fmla="*/ 0 w 12192000"/>
              <a:gd name="connsiteY0" fmla="*/ 0 h 3427413"/>
              <a:gd name="connsiteX1" fmla="*/ 5862638 w 12192000"/>
              <a:gd name="connsiteY1" fmla="*/ 0 h 3427413"/>
              <a:gd name="connsiteX2" fmla="*/ 5857487 w 12192000"/>
              <a:gd name="connsiteY2" fmla="*/ 696945 h 3427413"/>
              <a:gd name="connsiteX3" fmla="*/ 6329363 w 12192000"/>
              <a:gd name="connsiteY3" fmla="*/ 696946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427413">
                <a:moveTo>
                  <a:pt x="0" y="0"/>
                </a:moveTo>
                <a:lnTo>
                  <a:pt x="5862638" y="0"/>
                </a:lnTo>
                <a:lnTo>
                  <a:pt x="5857487" y="696945"/>
                </a:lnTo>
                <a:lnTo>
                  <a:pt x="6329363" y="696946"/>
                </a:lnTo>
                <a:lnTo>
                  <a:pt x="6329363" y="0"/>
                </a:lnTo>
                <a:lnTo>
                  <a:pt x="12192000" y="0"/>
                </a:lnTo>
                <a:lnTo>
                  <a:pt x="12192000" y="3427413"/>
                </a:lnTo>
                <a:lnTo>
                  <a:pt x="0" y="3427413"/>
                </a:lnTo>
                <a:lnTo>
                  <a:pt x="0" y="0"/>
                </a:lnTo>
                <a:close/>
              </a:path>
            </a:pathLst>
          </a:custGeom>
          <a:solidFill>
            <a:schemeClr val="tx1">
              <a:lumMod val="85000"/>
            </a:schemeClr>
          </a:solidFill>
        </p:spPr>
        <p:txBody>
          <a:bodyPr wrap="square" lIns="720000" tIns="1152000">
            <a:noAutofit/>
          </a:bodyPr>
          <a:lstStyle>
            <a:lvl1pPr>
              <a:tabLst>
                <a:tab pos="1619250" algn="l"/>
              </a:tabLst>
              <a:defRPr>
                <a:solidFill>
                  <a:schemeClr val="bg1"/>
                </a:solidFill>
              </a:defRPr>
            </a:lvl1pPr>
          </a:lstStyle>
          <a:p>
            <a:r>
              <a:rPr lang="nl-NL"/>
              <a:t>Klik op het pictogram als u een afbeelding wilt toevoegen</a:t>
            </a:r>
          </a:p>
        </p:txBody>
      </p:sp>
    </p:spTree>
    <p:extLst>
      <p:ext uri="{BB962C8B-B14F-4D97-AF65-F5344CB8AC3E}">
        <p14:creationId xmlns:p14="http://schemas.microsoft.com/office/powerpoint/2010/main" val="2168891579"/>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Afbeelding horizontaal wit">
    <p:spTree>
      <p:nvGrpSpPr>
        <p:cNvPr id="1" name=""/>
        <p:cNvGrpSpPr/>
        <p:nvPr/>
      </p:nvGrpSpPr>
      <p:grpSpPr>
        <a:xfrm>
          <a:off x="0" y="0"/>
          <a:ext cx="0" cy="0"/>
          <a:chOff x="0" y="0"/>
          <a:chExt cx="0" cy="0"/>
        </a:xfrm>
      </p:grpSpPr>
      <p:sp>
        <p:nvSpPr>
          <p:cNvPr id="14" name="Tijdelijke aanduiding voor tekst 13"/>
          <p:cNvSpPr>
            <a:spLocks noGrp="1"/>
          </p:cNvSpPr>
          <p:nvPr>
            <p:ph type="body" sz="quarter" idx="13"/>
          </p:nvPr>
        </p:nvSpPr>
        <p:spPr>
          <a:xfrm>
            <a:off x="6553199" y="3888000"/>
            <a:ext cx="5004000" cy="2333413"/>
          </a:xfrm>
        </p:spPr>
        <p:txBody>
          <a:bodyPr tIns="50400" numCol="1" spcCol="468000" anchor="t" anchorCtr="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2" name="Titel 1"/>
          <p:cNvSpPr>
            <a:spLocks noGrp="1"/>
          </p:cNvSpPr>
          <p:nvPr>
            <p:ph type="title"/>
          </p:nvPr>
        </p:nvSpPr>
        <p:spPr>
          <a:xfrm>
            <a:off x="634206" y="3888000"/>
            <a:ext cx="5004594" cy="2333413"/>
          </a:xfrm>
        </p:spPr>
        <p:txBody>
          <a:bodyPr anchor="t" anchorCtr="0"/>
          <a:lstStyle/>
          <a:p>
            <a:r>
              <a:rPr lang="nl-NL"/>
              <a:t>Klik om de stijl te bewerken</a:t>
            </a:r>
          </a:p>
        </p:txBody>
      </p:sp>
      <p:sp>
        <p:nvSpPr>
          <p:cNvPr id="11" name="Tijdelijke aanduiding voor dianummer 10"/>
          <p:cNvSpPr>
            <a:spLocks noGrp="1"/>
          </p:cNvSpPr>
          <p:nvPr>
            <p:ph type="sldNum" sz="quarter" idx="17"/>
          </p:nvPr>
        </p:nvSpPr>
        <p:spPr/>
        <p:txBody>
          <a:bodyPr/>
          <a:lstStyle/>
          <a:p>
            <a:fld id="{10A0A6AF-03C5-477E-939A-E28F7E7F05EA}" type="slidenum">
              <a:rPr lang="nl-NL" smtClean="0"/>
              <a:pPr/>
              <a:t>‹nr.›</a:t>
            </a:fld>
            <a:endParaRPr lang="nl-NL"/>
          </a:p>
        </p:txBody>
      </p:sp>
      <p:sp>
        <p:nvSpPr>
          <p:cNvPr id="8"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sp>
        <p:nvSpPr>
          <p:cNvPr id="7" name="Tijdelijke aanduiding voor afbeelding 11"/>
          <p:cNvSpPr>
            <a:spLocks noGrp="1"/>
          </p:cNvSpPr>
          <p:nvPr>
            <p:ph type="pic" sz="quarter" idx="14"/>
          </p:nvPr>
        </p:nvSpPr>
        <p:spPr>
          <a:xfrm>
            <a:off x="0" y="0"/>
            <a:ext cx="12192000" cy="3427413"/>
          </a:xfrm>
          <a:custGeom>
            <a:avLst/>
            <a:gdLst>
              <a:gd name="connsiteX0" fmla="*/ 0 w 12192000"/>
              <a:gd name="connsiteY0" fmla="*/ 0 h 3427413"/>
              <a:gd name="connsiteX1" fmla="*/ 5862638 w 12192000"/>
              <a:gd name="connsiteY1" fmla="*/ 0 h 3427413"/>
              <a:gd name="connsiteX2" fmla="*/ 5862638 w 12192000"/>
              <a:gd name="connsiteY2" fmla="*/ 709613 h 3427413"/>
              <a:gd name="connsiteX3" fmla="*/ 6329363 w 12192000"/>
              <a:gd name="connsiteY3" fmla="*/ 709613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0" fmla="*/ 0 w 12192000"/>
              <a:gd name="connsiteY0" fmla="*/ 0 h 3427413"/>
              <a:gd name="connsiteX1" fmla="*/ 5862638 w 12192000"/>
              <a:gd name="connsiteY1" fmla="*/ 0 h 3427413"/>
              <a:gd name="connsiteX2" fmla="*/ 5862638 w 12192000"/>
              <a:gd name="connsiteY2" fmla="*/ 709613 h 3427413"/>
              <a:gd name="connsiteX3" fmla="*/ 6329363 w 12192000"/>
              <a:gd name="connsiteY3" fmla="*/ 704462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 name="connsiteX0" fmla="*/ 0 w 12192000"/>
              <a:gd name="connsiteY0" fmla="*/ 0 h 3427413"/>
              <a:gd name="connsiteX1" fmla="*/ 5862638 w 12192000"/>
              <a:gd name="connsiteY1" fmla="*/ 0 h 3427413"/>
              <a:gd name="connsiteX2" fmla="*/ 5857487 w 12192000"/>
              <a:gd name="connsiteY2" fmla="*/ 704461 h 3427413"/>
              <a:gd name="connsiteX3" fmla="*/ 6329363 w 12192000"/>
              <a:gd name="connsiteY3" fmla="*/ 704462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 name="connsiteX0" fmla="*/ 0 w 12192000"/>
              <a:gd name="connsiteY0" fmla="*/ 0 h 3427413"/>
              <a:gd name="connsiteX1" fmla="*/ 5862638 w 12192000"/>
              <a:gd name="connsiteY1" fmla="*/ 0 h 3427413"/>
              <a:gd name="connsiteX2" fmla="*/ 5857487 w 12192000"/>
              <a:gd name="connsiteY2" fmla="*/ 696945 h 3427413"/>
              <a:gd name="connsiteX3" fmla="*/ 6329363 w 12192000"/>
              <a:gd name="connsiteY3" fmla="*/ 704462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 name="connsiteX0" fmla="*/ 0 w 12192000"/>
              <a:gd name="connsiteY0" fmla="*/ 0 h 3427413"/>
              <a:gd name="connsiteX1" fmla="*/ 5862638 w 12192000"/>
              <a:gd name="connsiteY1" fmla="*/ 0 h 3427413"/>
              <a:gd name="connsiteX2" fmla="*/ 5857487 w 12192000"/>
              <a:gd name="connsiteY2" fmla="*/ 696945 h 3427413"/>
              <a:gd name="connsiteX3" fmla="*/ 6329363 w 12192000"/>
              <a:gd name="connsiteY3" fmla="*/ 696946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427413">
                <a:moveTo>
                  <a:pt x="0" y="0"/>
                </a:moveTo>
                <a:lnTo>
                  <a:pt x="5862638" y="0"/>
                </a:lnTo>
                <a:lnTo>
                  <a:pt x="5857487" y="696945"/>
                </a:lnTo>
                <a:lnTo>
                  <a:pt x="6329363" y="696946"/>
                </a:lnTo>
                <a:lnTo>
                  <a:pt x="6329363" y="0"/>
                </a:lnTo>
                <a:lnTo>
                  <a:pt x="12192000" y="0"/>
                </a:lnTo>
                <a:lnTo>
                  <a:pt x="12192000" y="3427413"/>
                </a:lnTo>
                <a:lnTo>
                  <a:pt x="0" y="3427413"/>
                </a:lnTo>
                <a:lnTo>
                  <a:pt x="0" y="0"/>
                </a:lnTo>
                <a:close/>
              </a:path>
            </a:pathLst>
          </a:custGeom>
          <a:solidFill>
            <a:schemeClr val="bg1">
              <a:lumMod val="85000"/>
            </a:schemeClr>
          </a:solidFill>
        </p:spPr>
        <p:txBody>
          <a:bodyPr wrap="square" lIns="720000" tIns="1152000">
            <a:noAutofit/>
          </a:bodyPr>
          <a:lstStyle>
            <a:lvl1pPr>
              <a:tabLst>
                <a:tab pos="1619250" algn="l"/>
              </a:tabLst>
              <a:defRPr>
                <a:solidFill>
                  <a:schemeClr val="tx1"/>
                </a:solidFill>
              </a:defRPr>
            </a:lvl1pPr>
          </a:lstStyle>
          <a:p>
            <a:r>
              <a:rPr lang="nl-NL"/>
              <a:t>Klik op het pictogram als u een afbeelding wilt toevoegen</a:t>
            </a:r>
          </a:p>
        </p:txBody>
      </p:sp>
    </p:spTree>
    <p:extLst>
      <p:ext uri="{BB962C8B-B14F-4D97-AF65-F5344CB8AC3E}">
        <p14:creationId xmlns:p14="http://schemas.microsoft.com/office/powerpoint/2010/main" val="414039017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fbeelding hor. kleur zonder titel">
    <p:bg>
      <p:bgPr>
        <a:solidFill>
          <a:schemeClr val="accent2"/>
        </a:solidFill>
        <a:effectLst/>
      </p:bgPr>
    </p:bg>
    <p:spTree>
      <p:nvGrpSpPr>
        <p:cNvPr id="1" name=""/>
        <p:cNvGrpSpPr/>
        <p:nvPr/>
      </p:nvGrpSpPr>
      <p:grpSpPr>
        <a:xfrm>
          <a:off x="0" y="0"/>
          <a:ext cx="0" cy="0"/>
          <a:chOff x="0" y="0"/>
          <a:chExt cx="0" cy="0"/>
        </a:xfrm>
      </p:grpSpPr>
      <p:sp>
        <p:nvSpPr>
          <p:cNvPr id="14" name="Tijdelijke aanduiding voor tekst 13"/>
          <p:cNvSpPr>
            <a:spLocks noGrp="1"/>
          </p:cNvSpPr>
          <p:nvPr>
            <p:ph type="body" sz="quarter" idx="13"/>
          </p:nvPr>
        </p:nvSpPr>
        <p:spPr>
          <a:xfrm>
            <a:off x="635000" y="3888000"/>
            <a:ext cx="10923588" cy="2333413"/>
          </a:xfrm>
        </p:spPr>
        <p:txBody>
          <a:bodyPr tIns="50400" numCol="2" spcCol="46800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10" name="Tijdelijke aanduiding voor dianummer 9"/>
          <p:cNvSpPr>
            <a:spLocks noGrp="1"/>
          </p:cNvSpPr>
          <p:nvPr>
            <p:ph type="sldNum" sz="quarter" idx="17"/>
          </p:nvPr>
        </p:nvSpPr>
        <p:spPr/>
        <p:txBody>
          <a:bodyPr/>
          <a:lstStyle>
            <a:lvl1pPr>
              <a:defRPr>
                <a:solidFill>
                  <a:schemeClr val="tx2"/>
                </a:solidFill>
              </a:defRPr>
            </a:lvl1pPr>
          </a:lstStyle>
          <a:p>
            <a:fld id="{10A0A6AF-03C5-477E-939A-E28F7E7F05EA}" type="slidenum">
              <a:rPr lang="nl-NL" smtClean="0"/>
              <a:pPr/>
              <a:t>‹nr.›</a:t>
            </a:fld>
            <a:endParaRPr lang="nl-NL"/>
          </a:p>
        </p:txBody>
      </p:sp>
      <p:sp>
        <p:nvSpPr>
          <p:cNvPr id="7"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tx1"/>
                </a:solidFill>
              </a:defRPr>
            </a:lvl1pPr>
          </a:lstStyle>
          <a:p>
            <a:fld id="{F47EF775-05F8-4D0C-9300-69849B26FFE2}" type="datetime4">
              <a:rPr lang="nl-NL" smtClean="0"/>
              <a:pPr/>
              <a:t>25 september 2026</a:t>
            </a:fld>
            <a:r>
              <a:rPr lang="en-US"/>
              <a:t> | </a:t>
            </a:r>
            <a:r>
              <a:rPr lang="en-US" err="1"/>
              <a:t>Voettekst</a:t>
            </a:r>
            <a:endParaRPr lang="nl-NL"/>
          </a:p>
        </p:txBody>
      </p:sp>
      <p:sp>
        <p:nvSpPr>
          <p:cNvPr id="6" name="Tijdelijke aanduiding voor afbeelding 11"/>
          <p:cNvSpPr>
            <a:spLocks noGrp="1"/>
          </p:cNvSpPr>
          <p:nvPr>
            <p:ph type="pic" sz="quarter" idx="14"/>
          </p:nvPr>
        </p:nvSpPr>
        <p:spPr>
          <a:xfrm>
            <a:off x="0" y="0"/>
            <a:ext cx="12192000" cy="3427413"/>
          </a:xfrm>
          <a:custGeom>
            <a:avLst/>
            <a:gdLst>
              <a:gd name="connsiteX0" fmla="*/ 0 w 12192000"/>
              <a:gd name="connsiteY0" fmla="*/ 0 h 3427413"/>
              <a:gd name="connsiteX1" fmla="*/ 5862638 w 12192000"/>
              <a:gd name="connsiteY1" fmla="*/ 0 h 3427413"/>
              <a:gd name="connsiteX2" fmla="*/ 5862638 w 12192000"/>
              <a:gd name="connsiteY2" fmla="*/ 709613 h 3427413"/>
              <a:gd name="connsiteX3" fmla="*/ 6329363 w 12192000"/>
              <a:gd name="connsiteY3" fmla="*/ 709613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0" fmla="*/ 0 w 12192000"/>
              <a:gd name="connsiteY0" fmla="*/ 0 h 3427413"/>
              <a:gd name="connsiteX1" fmla="*/ 5862638 w 12192000"/>
              <a:gd name="connsiteY1" fmla="*/ 0 h 3427413"/>
              <a:gd name="connsiteX2" fmla="*/ 5862638 w 12192000"/>
              <a:gd name="connsiteY2" fmla="*/ 709613 h 3427413"/>
              <a:gd name="connsiteX3" fmla="*/ 6329363 w 12192000"/>
              <a:gd name="connsiteY3" fmla="*/ 704462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 name="connsiteX0" fmla="*/ 0 w 12192000"/>
              <a:gd name="connsiteY0" fmla="*/ 0 h 3427413"/>
              <a:gd name="connsiteX1" fmla="*/ 5862638 w 12192000"/>
              <a:gd name="connsiteY1" fmla="*/ 0 h 3427413"/>
              <a:gd name="connsiteX2" fmla="*/ 5857487 w 12192000"/>
              <a:gd name="connsiteY2" fmla="*/ 704461 h 3427413"/>
              <a:gd name="connsiteX3" fmla="*/ 6329363 w 12192000"/>
              <a:gd name="connsiteY3" fmla="*/ 704462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 name="connsiteX0" fmla="*/ 0 w 12192000"/>
              <a:gd name="connsiteY0" fmla="*/ 0 h 3427413"/>
              <a:gd name="connsiteX1" fmla="*/ 5862638 w 12192000"/>
              <a:gd name="connsiteY1" fmla="*/ 0 h 3427413"/>
              <a:gd name="connsiteX2" fmla="*/ 5857487 w 12192000"/>
              <a:gd name="connsiteY2" fmla="*/ 696945 h 3427413"/>
              <a:gd name="connsiteX3" fmla="*/ 6329363 w 12192000"/>
              <a:gd name="connsiteY3" fmla="*/ 704462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 name="connsiteX0" fmla="*/ 0 w 12192000"/>
              <a:gd name="connsiteY0" fmla="*/ 0 h 3427413"/>
              <a:gd name="connsiteX1" fmla="*/ 5862638 w 12192000"/>
              <a:gd name="connsiteY1" fmla="*/ 0 h 3427413"/>
              <a:gd name="connsiteX2" fmla="*/ 5857487 w 12192000"/>
              <a:gd name="connsiteY2" fmla="*/ 696945 h 3427413"/>
              <a:gd name="connsiteX3" fmla="*/ 6329363 w 12192000"/>
              <a:gd name="connsiteY3" fmla="*/ 696946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427413">
                <a:moveTo>
                  <a:pt x="0" y="0"/>
                </a:moveTo>
                <a:lnTo>
                  <a:pt x="5862638" y="0"/>
                </a:lnTo>
                <a:lnTo>
                  <a:pt x="5857487" y="696945"/>
                </a:lnTo>
                <a:lnTo>
                  <a:pt x="6329363" y="696946"/>
                </a:lnTo>
                <a:lnTo>
                  <a:pt x="6329363" y="0"/>
                </a:lnTo>
                <a:lnTo>
                  <a:pt x="12192000" y="0"/>
                </a:lnTo>
                <a:lnTo>
                  <a:pt x="12192000" y="3427413"/>
                </a:lnTo>
                <a:lnTo>
                  <a:pt x="0" y="3427413"/>
                </a:lnTo>
                <a:lnTo>
                  <a:pt x="0" y="0"/>
                </a:lnTo>
                <a:close/>
              </a:path>
            </a:pathLst>
          </a:custGeom>
          <a:solidFill>
            <a:schemeClr val="tx1">
              <a:lumMod val="85000"/>
            </a:schemeClr>
          </a:solidFill>
        </p:spPr>
        <p:txBody>
          <a:bodyPr wrap="square" lIns="720000" tIns="1152000">
            <a:noAutofit/>
          </a:bodyPr>
          <a:lstStyle>
            <a:lvl1pPr>
              <a:tabLst>
                <a:tab pos="1619250" algn="l"/>
              </a:tabLst>
              <a:defRPr>
                <a:solidFill>
                  <a:schemeClr val="bg1"/>
                </a:solidFill>
              </a:defRPr>
            </a:lvl1pPr>
          </a:lstStyle>
          <a:p>
            <a:r>
              <a:rPr lang="nl-NL"/>
              <a:t>Klik op het pictogram als u een afbeelding wilt toevoegen</a:t>
            </a:r>
          </a:p>
        </p:txBody>
      </p:sp>
    </p:spTree>
    <p:extLst>
      <p:ext uri="{BB962C8B-B14F-4D97-AF65-F5344CB8AC3E}">
        <p14:creationId xmlns:p14="http://schemas.microsoft.com/office/powerpoint/2010/main" val="3281633884"/>
      </p:ext>
    </p:extLst>
  </p:cSld>
  <p:clrMapOvr>
    <a:overrideClrMapping bg1="dk1" tx1="lt1" bg2="dk2" tx2="lt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Afbeelding hor. wit zonder titel">
    <p:spTree>
      <p:nvGrpSpPr>
        <p:cNvPr id="1" name=""/>
        <p:cNvGrpSpPr/>
        <p:nvPr/>
      </p:nvGrpSpPr>
      <p:grpSpPr>
        <a:xfrm>
          <a:off x="0" y="0"/>
          <a:ext cx="0" cy="0"/>
          <a:chOff x="0" y="0"/>
          <a:chExt cx="0" cy="0"/>
        </a:xfrm>
      </p:grpSpPr>
      <p:sp>
        <p:nvSpPr>
          <p:cNvPr id="14" name="Tijdelijke aanduiding voor tekst 13"/>
          <p:cNvSpPr>
            <a:spLocks noGrp="1"/>
          </p:cNvSpPr>
          <p:nvPr>
            <p:ph type="body" sz="quarter" idx="13"/>
          </p:nvPr>
        </p:nvSpPr>
        <p:spPr>
          <a:xfrm>
            <a:off x="635000" y="3888000"/>
            <a:ext cx="10923588" cy="2333413"/>
          </a:xfrm>
        </p:spPr>
        <p:txBody>
          <a:bodyPr tIns="50400" numCol="2" spcCol="46800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10" name="Tijdelijke aanduiding voor dianummer 9"/>
          <p:cNvSpPr>
            <a:spLocks noGrp="1"/>
          </p:cNvSpPr>
          <p:nvPr>
            <p:ph type="sldNum" sz="quarter" idx="17"/>
          </p:nvPr>
        </p:nvSpPr>
        <p:spPr/>
        <p:txBody>
          <a:bodyPr/>
          <a:lstStyle/>
          <a:p>
            <a:fld id="{10A0A6AF-03C5-477E-939A-E28F7E7F05EA}" type="slidenum">
              <a:rPr lang="nl-NL" smtClean="0"/>
              <a:pPr/>
              <a:t>‹nr.›</a:t>
            </a:fld>
            <a:endParaRPr lang="nl-NL"/>
          </a:p>
        </p:txBody>
      </p:sp>
      <p:sp>
        <p:nvSpPr>
          <p:cNvPr id="7"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sp>
        <p:nvSpPr>
          <p:cNvPr id="6" name="Tijdelijke aanduiding voor afbeelding 11"/>
          <p:cNvSpPr>
            <a:spLocks noGrp="1"/>
          </p:cNvSpPr>
          <p:nvPr>
            <p:ph type="pic" sz="quarter" idx="14"/>
          </p:nvPr>
        </p:nvSpPr>
        <p:spPr>
          <a:xfrm>
            <a:off x="0" y="0"/>
            <a:ext cx="12192000" cy="3427413"/>
          </a:xfrm>
          <a:custGeom>
            <a:avLst/>
            <a:gdLst>
              <a:gd name="connsiteX0" fmla="*/ 0 w 12192000"/>
              <a:gd name="connsiteY0" fmla="*/ 0 h 3427413"/>
              <a:gd name="connsiteX1" fmla="*/ 5862638 w 12192000"/>
              <a:gd name="connsiteY1" fmla="*/ 0 h 3427413"/>
              <a:gd name="connsiteX2" fmla="*/ 5862638 w 12192000"/>
              <a:gd name="connsiteY2" fmla="*/ 709613 h 3427413"/>
              <a:gd name="connsiteX3" fmla="*/ 6329363 w 12192000"/>
              <a:gd name="connsiteY3" fmla="*/ 709613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0" fmla="*/ 0 w 12192000"/>
              <a:gd name="connsiteY0" fmla="*/ 0 h 3427413"/>
              <a:gd name="connsiteX1" fmla="*/ 5862638 w 12192000"/>
              <a:gd name="connsiteY1" fmla="*/ 0 h 3427413"/>
              <a:gd name="connsiteX2" fmla="*/ 5862638 w 12192000"/>
              <a:gd name="connsiteY2" fmla="*/ 709613 h 3427413"/>
              <a:gd name="connsiteX3" fmla="*/ 6329363 w 12192000"/>
              <a:gd name="connsiteY3" fmla="*/ 704462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 name="connsiteX0" fmla="*/ 0 w 12192000"/>
              <a:gd name="connsiteY0" fmla="*/ 0 h 3427413"/>
              <a:gd name="connsiteX1" fmla="*/ 5862638 w 12192000"/>
              <a:gd name="connsiteY1" fmla="*/ 0 h 3427413"/>
              <a:gd name="connsiteX2" fmla="*/ 5857487 w 12192000"/>
              <a:gd name="connsiteY2" fmla="*/ 704461 h 3427413"/>
              <a:gd name="connsiteX3" fmla="*/ 6329363 w 12192000"/>
              <a:gd name="connsiteY3" fmla="*/ 704462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 name="connsiteX0" fmla="*/ 0 w 12192000"/>
              <a:gd name="connsiteY0" fmla="*/ 0 h 3427413"/>
              <a:gd name="connsiteX1" fmla="*/ 5862638 w 12192000"/>
              <a:gd name="connsiteY1" fmla="*/ 0 h 3427413"/>
              <a:gd name="connsiteX2" fmla="*/ 5857487 w 12192000"/>
              <a:gd name="connsiteY2" fmla="*/ 696945 h 3427413"/>
              <a:gd name="connsiteX3" fmla="*/ 6329363 w 12192000"/>
              <a:gd name="connsiteY3" fmla="*/ 704462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 name="connsiteX0" fmla="*/ 0 w 12192000"/>
              <a:gd name="connsiteY0" fmla="*/ 0 h 3427413"/>
              <a:gd name="connsiteX1" fmla="*/ 5862638 w 12192000"/>
              <a:gd name="connsiteY1" fmla="*/ 0 h 3427413"/>
              <a:gd name="connsiteX2" fmla="*/ 5857487 w 12192000"/>
              <a:gd name="connsiteY2" fmla="*/ 696945 h 3427413"/>
              <a:gd name="connsiteX3" fmla="*/ 6329363 w 12192000"/>
              <a:gd name="connsiteY3" fmla="*/ 696946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8" fmla="*/ 0 w 12192000"/>
              <a:gd name="connsiteY8" fmla="*/ 0 h 3427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427413">
                <a:moveTo>
                  <a:pt x="0" y="0"/>
                </a:moveTo>
                <a:lnTo>
                  <a:pt x="5862638" y="0"/>
                </a:lnTo>
                <a:lnTo>
                  <a:pt x="5857487" y="696945"/>
                </a:lnTo>
                <a:lnTo>
                  <a:pt x="6329363" y="696946"/>
                </a:lnTo>
                <a:lnTo>
                  <a:pt x="6329363" y="0"/>
                </a:lnTo>
                <a:lnTo>
                  <a:pt x="12192000" y="0"/>
                </a:lnTo>
                <a:lnTo>
                  <a:pt x="12192000" y="3427413"/>
                </a:lnTo>
                <a:lnTo>
                  <a:pt x="0" y="3427413"/>
                </a:lnTo>
                <a:lnTo>
                  <a:pt x="0" y="0"/>
                </a:lnTo>
                <a:close/>
              </a:path>
            </a:pathLst>
          </a:custGeom>
          <a:solidFill>
            <a:schemeClr val="bg1">
              <a:lumMod val="85000"/>
            </a:schemeClr>
          </a:solidFill>
        </p:spPr>
        <p:txBody>
          <a:bodyPr wrap="square" lIns="720000" tIns="1152000">
            <a:noAutofit/>
          </a:bodyPr>
          <a:lstStyle>
            <a:lvl1pPr>
              <a:tabLst>
                <a:tab pos="1619250" algn="l"/>
              </a:tabLst>
              <a:defRPr>
                <a:solidFill>
                  <a:schemeClr val="tx1"/>
                </a:solidFill>
              </a:defRPr>
            </a:lvl1pPr>
          </a:lstStyle>
          <a:p>
            <a:r>
              <a:rPr lang="nl-NL"/>
              <a:t>Klik op het pictogram als u een afbeelding wilt toevoegen</a:t>
            </a:r>
          </a:p>
        </p:txBody>
      </p:sp>
    </p:spTree>
    <p:extLst>
      <p:ext uri="{BB962C8B-B14F-4D97-AF65-F5344CB8AC3E}">
        <p14:creationId xmlns:p14="http://schemas.microsoft.com/office/powerpoint/2010/main" val="34610474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Afbeelding horizontaal kleur titel">
    <p:bg>
      <p:bgPr>
        <a:solidFill>
          <a:schemeClr val="accent2"/>
        </a:solidFill>
        <a:effectLst/>
      </p:bgPr>
    </p:bg>
    <p:spTree>
      <p:nvGrpSpPr>
        <p:cNvPr id="1" name=""/>
        <p:cNvGrpSpPr/>
        <p:nvPr/>
      </p:nvGrpSpPr>
      <p:grpSpPr>
        <a:xfrm>
          <a:off x="0" y="0"/>
          <a:ext cx="0" cy="0"/>
          <a:chOff x="0" y="0"/>
          <a:chExt cx="0" cy="0"/>
        </a:xfrm>
      </p:grpSpPr>
      <p:sp>
        <p:nvSpPr>
          <p:cNvPr id="11" name="Tijdelijke aanduiding voor afbeelding 10"/>
          <p:cNvSpPr>
            <a:spLocks noGrp="1"/>
          </p:cNvSpPr>
          <p:nvPr>
            <p:ph type="pic" sz="quarter" idx="14"/>
          </p:nvPr>
        </p:nvSpPr>
        <p:spPr>
          <a:xfrm>
            <a:off x="0" y="3427413"/>
            <a:ext cx="12192000" cy="3430587"/>
          </a:xfrm>
          <a:custGeom>
            <a:avLst/>
            <a:gdLst>
              <a:gd name="connsiteX0" fmla="*/ 0 w 12192000"/>
              <a:gd name="connsiteY0" fmla="*/ 0 h 3430587"/>
              <a:gd name="connsiteX1" fmla="*/ 12192000 w 12192000"/>
              <a:gd name="connsiteY1" fmla="*/ 0 h 3430587"/>
              <a:gd name="connsiteX2" fmla="*/ 12192000 w 12192000"/>
              <a:gd name="connsiteY2" fmla="*/ 3430587 h 3430587"/>
              <a:gd name="connsiteX3" fmla="*/ 6330000 w 12192000"/>
              <a:gd name="connsiteY3" fmla="*/ 3430587 h 3430587"/>
              <a:gd name="connsiteX4" fmla="*/ 6330000 w 12192000"/>
              <a:gd name="connsiteY4" fmla="*/ 3192987 h 3430587"/>
              <a:gd name="connsiteX5" fmla="*/ 5862000 w 12192000"/>
              <a:gd name="connsiteY5" fmla="*/ 3192987 h 3430587"/>
              <a:gd name="connsiteX6" fmla="*/ 5862000 w 12192000"/>
              <a:gd name="connsiteY6" fmla="*/ 3430587 h 3430587"/>
              <a:gd name="connsiteX7" fmla="*/ 0 w 12192000"/>
              <a:gd name="connsiteY7" fmla="*/ 3430587 h 3430587"/>
              <a:gd name="connsiteX0" fmla="*/ 0 w 12192000"/>
              <a:gd name="connsiteY0" fmla="*/ 0 h 3430587"/>
              <a:gd name="connsiteX1" fmla="*/ 12192000 w 12192000"/>
              <a:gd name="connsiteY1" fmla="*/ 0 h 3430587"/>
              <a:gd name="connsiteX2" fmla="*/ 12192000 w 12192000"/>
              <a:gd name="connsiteY2" fmla="*/ 3430587 h 3430587"/>
              <a:gd name="connsiteX3" fmla="*/ 6330000 w 12192000"/>
              <a:gd name="connsiteY3" fmla="*/ 3430587 h 3430587"/>
              <a:gd name="connsiteX4" fmla="*/ 6324715 w 12192000"/>
              <a:gd name="connsiteY4" fmla="*/ 3430587 h 3430587"/>
              <a:gd name="connsiteX5" fmla="*/ 5862000 w 12192000"/>
              <a:gd name="connsiteY5" fmla="*/ 3192987 h 3430587"/>
              <a:gd name="connsiteX6" fmla="*/ 5862000 w 12192000"/>
              <a:gd name="connsiteY6" fmla="*/ 3430587 h 3430587"/>
              <a:gd name="connsiteX7" fmla="*/ 0 w 12192000"/>
              <a:gd name="connsiteY7" fmla="*/ 3430587 h 3430587"/>
              <a:gd name="connsiteX8" fmla="*/ 0 w 12192000"/>
              <a:gd name="connsiteY8" fmla="*/ 0 h 3430587"/>
              <a:gd name="connsiteX0" fmla="*/ 0 w 12192000"/>
              <a:gd name="connsiteY0" fmla="*/ 0 h 3430587"/>
              <a:gd name="connsiteX1" fmla="*/ 12192000 w 12192000"/>
              <a:gd name="connsiteY1" fmla="*/ 0 h 3430587"/>
              <a:gd name="connsiteX2" fmla="*/ 12192000 w 12192000"/>
              <a:gd name="connsiteY2" fmla="*/ 3430587 h 3430587"/>
              <a:gd name="connsiteX3" fmla="*/ 6330000 w 12192000"/>
              <a:gd name="connsiteY3" fmla="*/ 3430587 h 3430587"/>
              <a:gd name="connsiteX4" fmla="*/ 6324715 w 12192000"/>
              <a:gd name="connsiteY4" fmla="*/ 3430587 h 3430587"/>
              <a:gd name="connsiteX5" fmla="*/ 5862000 w 12192000"/>
              <a:gd name="connsiteY5" fmla="*/ 3430587 h 3430587"/>
              <a:gd name="connsiteX6" fmla="*/ 5862000 w 12192000"/>
              <a:gd name="connsiteY6" fmla="*/ 3430587 h 3430587"/>
              <a:gd name="connsiteX7" fmla="*/ 0 w 12192000"/>
              <a:gd name="connsiteY7" fmla="*/ 3430587 h 3430587"/>
              <a:gd name="connsiteX8" fmla="*/ 0 w 12192000"/>
              <a:gd name="connsiteY8" fmla="*/ 0 h 3430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430587">
                <a:moveTo>
                  <a:pt x="0" y="0"/>
                </a:moveTo>
                <a:lnTo>
                  <a:pt x="12192000" y="0"/>
                </a:lnTo>
                <a:lnTo>
                  <a:pt x="12192000" y="3430587"/>
                </a:lnTo>
                <a:lnTo>
                  <a:pt x="6330000" y="3430587"/>
                </a:lnTo>
                <a:lnTo>
                  <a:pt x="6324715" y="3430587"/>
                </a:lnTo>
                <a:lnTo>
                  <a:pt x="5862000" y="3430587"/>
                </a:lnTo>
                <a:lnTo>
                  <a:pt x="5862000" y="3430587"/>
                </a:lnTo>
                <a:lnTo>
                  <a:pt x="0" y="3430587"/>
                </a:lnTo>
                <a:lnTo>
                  <a:pt x="0" y="0"/>
                </a:lnTo>
                <a:close/>
              </a:path>
            </a:pathLst>
          </a:custGeom>
          <a:solidFill>
            <a:schemeClr val="tx1">
              <a:lumMod val="85000"/>
            </a:schemeClr>
          </a:solidFill>
        </p:spPr>
        <p:txBody>
          <a:bodyPr wrap="square" lIns="612000">
            <a:noAutofit/>
          </a:bodyPr>
          <a:lstStyle>
            <a:lvl1pPr>
              <a:buClr>
                <a:schemeClr val="bg2"/>
              </a:buClr>
              <a:defRPr>
                <a:solidFill>
                  <a:schemeClr val="bg1"/>
                </a:solidFill>
              </a:defRPr>
            </a:lvl1pPr>
          </a:lstStyle>
          <a:p>
            <a:r>
              <a:rPr lang="nl-NL"/>
              <a:t>Klik op het pictogram als u een afbeelding wilt toevoegen</a:t>
            </a:r>
          </a:p>
        </p:txBody>
      </p:sp>
      <p:sp>
        <p:nvSpPr>
          <p:cNvPr id="2" name="Titel 1"/>
          <p:cNvSpPr>
            <a:spLocks noGrp="1"/>
          </p:cNvSpPr>
          <p:nvPr>
            <p:ph type="title"/>
          </p:nvPr>
        </p:nvSpPr>
        <p:spPr>
          <a:xfrm>
            <a:off x="633600" y="1051200"/>
            <a:ext cx="10924382" cy="946800"/>
          </a:xfrm>
        </p:spPr>
        <p:txBody>
          <a:bodyPr/>
          <a:lstStyle>
            <a:lvl1pPr>
              <a:defRPr>
                <a:solidFill>
                  <a:schemeClr val="tx1"/>
                </a:solidFill>
              </a:defRPr>
            </a:lvl1pPr>
          </a:lstStyle>
          <a:p>
            <a:r>
              <a:rPr lang="nl-NL"/>
              <a:t>Klik om de stijl te bewerken</a:t>
            </a:r>
          </a:p>
        </p:txBody>
      </p:sp>
      <p:sp>
        <p:nvSpPr>
          <p:cNvPr id="15" name="Tijdelijke aanduiding voor dianummer 14"/>
          <p:cNvSpPr>
            <a:spLocks noGrp="1"/>
          </p:cNvSpPr>
          <p:nvPr>
            <p:ph type="sldNum" sz="quarter" idx="17"/>
          </p:nvPr>
        </p:nvSpPr>
        <p:spPr/>
        <p:txBody>
          <a:bodyPr/>
          <a:lstStyle>
            <a:lvl1pPr>
              <a:defRPr>
                <a:solidFill>
                  <a:schemeClr val="tx1"/>
                </a:solidFill>
              </a:defRPr>
            </a:lvl1pPr>
          </a:lstStyle>
          <a:p>
            <a:fld id="{10A0A6AF-03C5-477E-939A-E28F7E7F05EA}" type="slidenum">
              <a:rPr lang="nl-NL" smtClean="0"/>
              <a:pPr/>
              <a:t>‹nr.›</a:t>
            </a:fld>
            <a:endParaRPr lang="nl-NL"/>
          </a:p>
        </p:txBody>
      </p:sp>
      <p:sp>
        <p:nvSpPr>
          <p:cNvPr id="7"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tx1"/>
                </a:solidFill>
              </a:defRPr>
            </a:lvl1pPr>
          </a:lstStyle>
          <a:p>
            <a:fld id="{F47EF775-05F8-4D0C-9300-69849B26FFE2}" type="datetime4">
              <a:rPr lang="nl-NL" smtClean="0"/>
              <a:pPr/>
              <a:t>25 september 2026</a:t>
            </a:fld>
            <a:r>
              <a:rPr lang="en-US"/>
              <a:t> | </a:t>
            </a:r>
            <a:r>
              <a:rPr lang="en-US" err="1"/>
              <a:t>Voettekst</a:t>
            </a:r>
            <a:endParaRPr lang="nl-NL"/>
          </a:p>
        </p:txBody>
      </p:sp>
    </p:spTree>
    <p:extLst>
      <p:ext uri="{BB962C8B-B14F-4D97-AF65-F5344CB8AC3E}">
        <p14:creationId xmlns:p14="http://schemas.microsoft.com/office/powerpoint/2010/main" val="2315850997"/>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Afbeelding horizontaal wit titel">
    <p:bg>
      <p:bgRef idx="1001">
        <a:schemeClr val="bg1"/>
      </p:bgRef>
    </p:bg>
    <p:spTree>
      <p:nvGrpSpPr>
        <p:cNvPr id="1" name=""/>
        <p:cNvGrpSpPr/>
        <p:nvPr/>
      </p:nvGrpSpPr>
      <p:grpSpPr>
        <a:xfrm>
          <a:off x="0" y="0"/>
          <a:ext cx="0" cy="0"/>
          <a:chOff x="0" y="0"/>
          <a:chExt cx="0" cy="0"/>
        </a:xfrm>
      </p:grpSpPr>
      <p:sp>
        <p:nvSpPr>
          <p:cNvPr id="11" name="Tijdelijke aanduiding voor afbeelding 10"/>
          <p:cNvSpPr>
            <a:spLocks noGrp="1"/>
          </p:cNvSpPr>
          <p:nvPr>
            <p:ph type="pic" sz="quarter" idx="14"/>
          </p:nvPr>
        </p:nvSpPr>
        <p:spPr>
          <a:xfrm>
            <a:off x="0" y="3427413"/>
            <a:ext cx="12192000" cy="3430587"/>
          </a:xfrm>
          <a:custGeom>
            <a:avLst/>
            <a:gdLst>
              <a:gd name="connsiteX0" fmla="*/ 0 w 12192000"/>
              <a:gd name="connsiteY0" fmla="*/ 0 h 3430587"/>
              <a:gd name="connsiteX1" fmla="*/ 12192000 w 12192000"/>
              <a:gd name="connsiteY1" fmla="*/ 0 h 3430587"/>
              <a:gd name="connsiteX2" fmla="*/ 12192000 w 12192000"/>
              <a:gd name="connsiteY2" fmla="*/ 3430587 h 3430587"/>
              <a:gd name="connsiteX3" fmla="*/ 6330000 w 12192000"/>
              <a:gd name="connsiteY3" fmla="*/ 3430587 h 3430587"/>
              <a:gd name="connsiteX4" fmla="*/ 6330000 w 12192000"/>
              <a:gd name="connsiteY4" fmla="*/ 3192987 h 3430587"/>
              <a:gd name="connsiteX5" fmla="*/ 5862000 w 12192000"/>
              <a:gd name="connsiteY5" fmla="*/ 3192987 h 3430587"/>
              <a:gd name="connsiteX6" fmla="*/ 5862000 w 12192000"/>
              <a:gd name="connsiteY6" fmla="*/ 3430587 h 3430587"/>
              <a:gd name="connsiteX7" fmla="*/ 0 w 12192000"/>
              <a:gd name="connsiteY7" fmla="*/ 3430587 h 3430587"/>
              <a:gd name="connsiteX0" fmla="*/ 0 w 12192000"/>
              <a:gd name="connsiteY0" fmla="*/ 0 h 3430587"/>
              <a:gd name="connsiteX1" fmla="*/ 12192000 w 12192000"/>
              <a:gd name="connsiteY1" fmla="*/ 0 h 3430587"/>
              <a:gd name="connsiteX2" fmla="*/ 12192000 w 12192000"/>
              <a:gd name="connsiteY2" fmla="*/ 3430587 h 3430587"/>
              <a:gd name="connsiteX3" fmla="*/ 6330000 w 12192000"/>
              <a:gd name="connsiteY3" fmla="*/ 3430587 h 3430587"/>
              <a:gd name="connsiteX4" fmla="*/ 6336823 w 12192000"/>
              <a:gd name="connsiteY4" fmla="*/ 3430587 h 3430587"/>
              <a:gd name="connsiteX5" fmla="*/ 5862000 w 12192000"/>
              <a:gd name="connsiteY5" fmla="*/ 3192987 h 3430587"/>
              <a:gd name="connsiteX6" fmla="*/ 5862000 w 12192000"/>
              <a:gd name="connsiteY6" fmla="*/ 3430587 h 3430587"/>
              <a:gd name="connsiteX7" fmla="*/ 0 w 12192000"/>
              <a:gd name="connsiteY7" fmla="*/ 3430587 h 3430587"/>
              <a:gd name="connsiteX8" fmla="*/ 0 w 12192000"/>
              <a:gd name="connsiteY8" fmla="*/ 0 h 3430587"/>
              <a:gd name="connsiteX0" fmla="*/ 0 w 12192000"/>
              <a:gd name="connsiteY0" fmla="*/ 0 h 3430587"/>
              <a:gd name="connsiteX1" fmla="*/ 12192000 w 12192000"/>
              <a:gd name="connsiteY1" fmla="*/ 0 h 3430587"/>
              <a:gd name="connsiteX2" fmla="*/ 12192000 w 12192000"/>
              <a:gd name="connsiteY2" fmla="*/ 3430587 h 3430587"/>
              <a:gd name="connsiteX3" fmla="*/ 6330000 w 12192000"/>
              <a:gd name="connsiteY3" fmla="*/ 3430587 h 3430587"/>
              <a:gd name="connsiteX4" fmla="*/ 6336823 w 12192000"/>
              <a:gd name="connsiteY4" fmla="*/ 3430587 h 3430587"/>
              <a:gd name="connsiteX5" fmla="*/ 5862000 w 12192000"/>
              <a:gd name="connsiteY5" fmla="*/ 3430587 h 3430587"/>
              <a:gd name="connsiteX6" fmla="*/ 5862000 w 12192000"/>
              <a:gd name="connsiteY6" fmla="*/ 3430587 h 3430587"/>
              <a:gd name="connsiteX7" fmla="*/ 0 w 12192000"/>
              <a:gd name="connsiteY7" fmla="*/ 3430587 h 3430587"/>
              <a:gd name="connsiteX8" fmla="*/ 0 w 12192000"/>
              <a:gd name="connsiteY8" fmla="*/ 0 h 3430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3430587">
                <a:moveTo>
                  <a:pt x="0" y="0"/>
                </a:moveTo>
                <a:lnTo>
                  <a:pt x="12192000" y="0"/>
                </a:lnTo>
                <a:lnTo>
                  <a:pt x="12192000" y="3430587"/>
                </a:lnTo>
                <a:lnTo>
                  <a:pt x="6330000" y="3430587"/>
                </a:lnTo>
                <a:lnTo>
                  <a:pt x="6336823" y="3430587"/>
                </a:lnTo>
                <a:lnTo>
                  <a:pt x="5862000" y="3430587"/>
                </a:lnTo>
                <a:lnTo>
                  <a:pt x="5862000" y="3430587"/>
                </a:lnTo>
                <a:lnTo>
                  <a:pt x="0" y="3430587"/>
                </a:lnTo>
                <a:lnTo>
                  <a:pt x="0" y="0"/>
                </a:lnTo>
                <a:close/>
              </a:path>
            </a:pathLst>
          </a:custGeom>
          <a:solidFill>
            <a:schemeClr val="tx1">
              <a:alpha val="10000"/>
            </a:schemeClr>
          </a:solidFill>
        </p:spPr>
        <p:txBody>
          <a:bodyPr wrap="square" lIns="612000">
            <a:noAutofit/>
          </a:bodyPr>
          <a:lstStyle/>
          <a:p>
            <a:r>
              <a:rPr lang="nl-NL"/>
              <a:t>Klik op het pictogram als u een afbeelding wilt toevoegen</a:t>
            </a:r>
          </a:p>
        </p:txBody>
      </p:sp>
      <p:sp>
        <p:nvSpPr>
          <p:cNvPr id="9" name="Titel 8"/>
          <p:cNvSpPr>
            <a:spLocks noGrp="1"/>
          </p:cNvSpPr>
          <p:nvPr>
            <p:ph type="title"/>
          </p:nvPr>
        </p:nvSpPr>
        <p:spPr>
          <a:xfrm>
            <a:off x="634206" y="1051200"/>
            <a:ext cx="10924382" cy="946800"/>
          </a:xfrm>
        </p:spPr>
        <p:txBody>
          <a:bodyPr/>
          <a:lstStyle/>
          <a:p>
            <a:r>
              <a:rPr lang="nl-NL"/>
              <a:t>Klik om de stijl te bewerken</a:t>
            </a:r>
          </a:p>
        </p:txBody>
      </p:sp>
      <p:sp>
        <p:nvSpPr>
          <p:cNvPr id="7" name="Tijdelijke aanduiding voor dianummer 6"/>
          <p:cNvSpPr>
            <a:spLocks noGrp="1"/>
          </p:cNvSpPr>
          <p:nvPr>
            <p:ph type="sldNum" sz="quarter" idx="17"/>
          </p:nvPr>
        </p:nvSpPr>
        <p:spPr/>
        <p:txBody>
          <a:bodyPr/>
          <a:lstStyle>
            <a:lvl1pPr>
              <a:defRPr>
                <a:solidFill>
                  <a:schemeClr val="bg1"/>
                </a:solidFill>
              </a:defRPr>
            </a:lvl1pPr>
          </a:lstStyle>
          <a:p>
            <a:fld id="{10A0A6AF-03C5-477E-939A-E28F7E7F05EA}" type="slidenum">
              <a:rPr lang="nl-NL" smtClean="0"/>
              <a:pPr/>
              <a:t>‹nr.›</a:t>
            </a:fld>
            <a:endParaRPr lang="nl-NL"/>
          </a:p>
        </p:txBody>
      </p:sp>
      <p:sp>
        <p:nvSpPr>
          <p:cNvPr id="8"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solidFill>
              </a:defRPr>
            </a:lvl1pPr>
          </a:lstStyle>
          <a:p>
            <a:fld id="{F47EF775-05F8-4D0C-9300-69849B26FFE2}" type="datetime4">
              <a:rPr lang="nl-NL" smtClean="0"/>
              <a:pPr/>
              <a:t>25 september 2026</a:t>
            </a:fld>
            <a:r>
              <a:rPr lang="en-US"/>
              <a:t> | </a:t>
            </a:r>
            <a:r>
              <a:rPr lang="en-US" err="1"/>
              <a:t>Voettekst</a:t>
            </a:r>
            <a:endParaRPr lang="nl-NL"/>
          </a:p>
        </p:txBody>
      </p:sp>
    </p:spTree>
    <p:extLst>
      <p:ext uri="{BB962C8B-B14F-4D97-AF65-F5344CB8AC3E}">
        <p14:creationId xmlns:p14="http://schemas.microsoft.com/office/powerpoint/2010/main" val="1504804626"/>
      </p:ext>
    </p:extLst>
  </p:cSld>
  <p:clrMapOvr>
    <a:overrideClrMapping bg1="lt1" tx1="dk1" bg2="lt2" tx2="dk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Afbeelding">
    <p:bg>
      <p:bgPr>
        <a:solidFill>
          <a:schemeClr val="bg1"/>
        </a:solidFill>
        <a:effectLst/>
      </p:bgPr>
    </p:bg>
    <p:spTree>
      <p:nvGrpSpPr>
        <p:cNvPr id="1" name=""/>
        <p:cNvGrpSpPr/>
        <p:nvPr/>
      </p:nvGrpSpPr>
      <p:grpSpPr>
        <a:xfrm>
          <a:off x="0" y="0"/>
          <a:ext cx="0" cy="0"/>
          <a:chOff x="0" y="0"/>
          <a:chExt cx="0" cy="0"/>
        </a:xfrm>
      </p:grpSpPr>
      <p:sp>
        <p:nvSpPr>
          <p:cNvPr id="4" name="Tijdelijke aanduiding voor afbeelding 11"/>
          <p:cNvSpPr>
            <a:spLocks noGrp="1"/>
          </p:cNvSpPr>
          <p:nvPr>
            <p:ph type="pic" sz="quarter" idx="14"/>
          </p:nvPr>
        </p:nvSpPr>
        <p:spPr>
          <a:xfrm>
            <a:off x="0" y="1"/>
            <a:ext cx="12192000" cy="6858000"/>
          </a:xfrm>
          <a:custGeom>
            <a:avLst/>
            <a:gdLst>
              <a:gd name="connsiteX0" fmla="*/ 0 w 12192000"/>
              <a:gd name="connsiteY0" fmla="*/ 0 h 3427413"/>
              <a:gd name="connsiteX1" fmla="*/ 5862638 w 12192000"/>
              <a:gd name="connsiteY1" fmla="*/ 0 h 3427413"/>
              <a:gd name="connsiteX2" fmla="*/ 5862638 w 12192000"/>
              <a:gd name="connsiteY2" fmla="*/ 709613 h 3427413"/>
              <a:gd name="connsiteX3" fmla="*/ 6329363 w 12192000"/>
              <a:gd name="connsiteY3" fmla="*/ 709613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0" fmla="*/ 0 w 12192000"/>
              <a:gd name="connsiteY0" fmla="*/ 0 h 6858000"/>
              <a:gd name="connsiteX1" fmla="*/ 5862638 w 12192000"/>
              <a:gd name="connsiteY1" fmla="*/ 0 h 6858000"/>
              <a:gd name="connsiteX2" fmla="*/ 5862638 w 12192000"/>
              <a:gd name="connsiteY2" fmla="*/ 709613 h 6858000"/>
              <a:gd name="connsiteX3" fmla="*/ 6329363 w 12192000"/>
              <a:gd name="connsiteY3" fmla="*/ 709613 h 6858000"/>
              <a:gd name="connsiteX4" fmla="*/ 6329363 w 12192000"/>
              <a:gd name="connsiteY4" fmla="*/ 0 h 6858000"/>
              <a:gd name="connsiteX5" fmla="*/ 12192000 w 12192000"/>
              <a:gd name="connsiteY5" fmla="*/ 0 h 6858000"/>
              <a:gd name="connsiteX6" fmla="*/ 12192000 w 12192000"/>
              <a:gd name="connsiteY6" fmla="*/ 6858000 h 6858000"/>
              <a:gd name="connsiteX7" fmla="*/ 0 w 12192000"/>
              <a:gd name="connsiteY7" fmla="*/ 3427413 h 6858000"/>
              <a:gd name="connsiteX8" fmla="*/ 0 w 12192000"/>
              <a:gd name="connsiteY8" fmla="*/ 0 h 6858000"/>
              <a:gd name="connsiteX0" fmla="*/ 0 w 12192000"/>
              <a:gd name="connsiteY0" fmla="*/ 0 h 6858000"/>
              <a:gd name="connsiteX1" fmla="*/ 5862638 w 12192000"/>
              <a:gd name="connsiteY1" fmla="*/ 0 h 6858000"/>
              <a:gd name="connsiteX2" fmla="*/ 5862638 w 12192000"/>
              <a:gd name="connsiteY2" fmla="*/ 709613 h 6858000"/>
              <a:gd name="connsiteX3" fmla="*/ 6329363 w 12192000"/>
              <a:gd name="connsiteY3" fmla="*/ 709613 h 6858000"/>
              <a:gd name="connsiteX4" fmla="*/ 6329363 w 12192000"/>
              <a:gd name="connsiteY4" fmla="*/ 0 h 6858000"/>
              <a:gd name="connsiteX5" fmla="*/ 12192000 w 12192000"/>
              <a:gd name="connsiteY5" fmla="*/ 0 h 6858000"/>
              <a:gd name="connsiteX6" fmla="*/ 12192000 w 12192000"/>
              <a:gd name="connsiteY6" fmla="*/ 6858000 h 6858000"/>
              <a:gd name="connsiteX7" fmla="*/ 0 w 12192000"/>
              <a:gd name="connsiteY7" fmla="*/ 6857999 h 6858000"/>
              <a:gd name="connsiteX8" fmla="*/ 0 w 12192000"/>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8000">
                <a:moveTo>
                  <a:pt x="0" y="0"/>
                </a:moveTo>
                <a:lnTo>
                  <a:pt x="5862638" y="0"/>
                </a:lnTo>
                <a:lnTo>
                  <a:pt x="5862638" y="709613"/>
                </a:lnTo>
                <a:lnTo>
                  <a:pt x="6329363" y="709613"/>
                </a:lnTo>
                <a:lnTo>
                  <a:pt x="6329363" y="0"/>
                </a:lnTo>
                <a:lnTo>
                  <a:pt x="12192000" y="0"/>
                </a:lnTo>
                <a:lnTo>
                  <a:pt x="12192000" y="6858000"/>
                </a:lnTo>
                <a:lnTo>
                  <a:pt x="0" y="6857999"/>
                </a:lnTo>
                <a:lnTo>
                  <a:pt x="0" y="0"/>
                </a:lnTo>
                <a:close/>
              </a:path>
            </a:pathLst>
          </a:custGeom>
          <a:solidFill>
            <a:schemeClr val="bg1">
              <a:lumMod val="85000"/>
            </a:schemeClr>
          </a:solidFill>
        </p:spPr>
        <p:txBody>
          <a:bodyPr wrap="square" lIns="720000" tIns="1152000">
            <a:noAutofit/>
          </a:bodyPr>
          <a:lstStyle>
            <a:lvl1pPr>
              <a:tabLst>
                <a:tab pos="1619250" algn="l"/>
              </a:tabLst>
              <a:defRPr>
                <a:solidFill>
                  <a:schemeClr val="tx1"/>
                </a:solidFill>
              </a:defRPr>
            </a:lvl1pPr>
          </a:lstStyle>
          <a:p>
            <a:r>
              <a:rPr lang="nl-NL"/>
              <a:t>Klik op het pictogram als u een afbeelding wilt toevoegen</a:t>
            </a:r>
          </a:p>
        </p:txBody>
      </p:sp>
    </p:spTree>
    <p:extLst>
      <p:ext uri="{BB962C8B-B14F-4D97-AF65-F5344CB8AC3E}">
        <p14:creationId xmlns:p14="http://schemas.microsoft.com/office/powerpoint/2010/main" val="198677955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fbeelding met titel">
    <p:bg>
      <p:bgPr>
        <a:solidFill>
          <a:schemeClr val="bg1"/>
        </a:solidFill>
        <a:effectLst/>
      </p:bgPr>
    </p:bg>
    <p:spTree>
      <p:nvGrpSpPr>
        <p:cNvPr id="1" name=""/>
        <p:cNvGrpSpPr/>
        <p:nvPr/>
      </p:nvGrpSpPr>
      <p:grpSpPr>
        <a:xfrm>
          <a:off x="0" y="0"/>
          <a:ext cx="0" cy="0"/>
          <a:chOff x="0" y="0"/>
          <a:chExt cx="0" cy="0"/>
        </a:xfrm>
      </p:grpSpPr>
      <p:sp>
        <p:nvSpPr>
          <p:cNvPr id="6" name="Tijdelijke aanduiding voor afbeelding 11"/>
          <p:cNvSpPr>
            <a:spLocks noGrp="1"/>
          </p:cNvSpPr>
          <p:nvPr>
            <p:ph type="pic" sz="quarter" idx="14"/>
          </p:nvPr>
        </p:nvSpPr>
        <p:spPr>
          <a:xfrm>
            <a:off x="0" y="1"/>
            <a:ext cx="12192000" cy="6858000"/>
          </a:xfrm>
          <a:custGeom>
            <a:avLst/>
            <a:gdLst>
              <a:gd name="connsiteX0" fmla="*/ 0 w 12192000"/>
              <a:gd name="connsiteY0" fmla="*/ 0 h 3427413"/>
              <a:gd name="connsiteX1" fmla="*/ 5862638 w 12192000"/>
              <a:gd name="connsiteY1" fmla="*/ 0 h 3427413"/>
              <a:gd name="connsiteX2" fmla="*/ 5862638 w 12192000"/>
              <a:gd name="connsiteY2" fmla="*/ 709613 h 3427413"/>
              <a:gd name="connsiteX3" fmla="*/ 6329363 w 12192000"/>
              <a:gd name="connsiteY3" fmla="*/ 709613 h 3427413"/>
              <a:gd name="connsiteX4" fmla="*/ 6329363 w 12192000"/>
              <a:gd name="connsiteY4" fmla="*/ 0 h 3427413"/>
              <a:gd name="connsiteX5" fmla="*/ 12192000 w 12192000"/>
              <a:gd name="connsiteY5" fmla="*/ 0 h 3427413"/>
              <a:gd name="connsiteX6" fmla="*/ 12192000 w 12192000"/>
              <a:gd name="connsiteY6" fmla="*/ 3427413 h 3427413"/>
              <a:gd name="connsiteX7" fmla="*/ 0 w 12192000"/>
              <a:gd name="connsiteY7" fmla="*/ 3427413 h 3427413"/>
              <a:gd name="connsiteX0" fmla="*/ 0 w 12192000"/>
              <a:gd name="connsiteY0" fmla="*/ 0 h 6858000"/>
              <a:gd name="connsiteX1" fmla="*/ 5862638 w 12192000"/>
              <a:gd name="connsiteY1" fmla="*/ 0 h 6858000"/>
              <a:gd name="connsiteX2" fmla="*/ 5862638 w 12192000"/>
              <a:gd name="connsiteY2" fmla="*/ 709613 h 6858000"/>
              <a:gd name="connsiteX3" fmla="*/ 6329363 w 12192000"/>
              <a:gd name="connsiteY3" fmla="*/ 709613 h 6858000"/>
              <a:gd name="connsiteX4" fmla="*/ 6329363 w 12192000"/>
              <a:gd name="connsiteY4" fmla="*/ 0 h 6858000"/>
              <a:gd name="connsiteX5" fmla="*/ 12192000 w 12192000"/>
              <a:gd name="connsiteY5" fmla="*/ 0 h 6858000"/>
              <a:gd name="connsiteX6" fmla="*/ 12192000 w 12192000"/>
              <a:gd name="connsiteY6" fmla="*/ 6858000 h 6858000"/>
              <a:gd name="connsiteX7" fmla="*/ 0 w 12192000"/>
              <a:gd name="connsiteY7" fmla="*/ 3427413 h 6858000"/>
              <a:gd name="connsiteX8" fmla="*/ 0 w 12192000"/>
              <a:gd name="connsiteY8" fmla="*/ 0 h 6858000"/>
              <a:gd name="connsiteX0" fmla="*/ 0 w 12192000"/>
              <a:gd name="connsiteY0" fmla="*/ 0 h 6858000"/>
              <a:gd name="connsiteX1" fmla="*/ 5862638 w 12192000"/>
              <a:gd name="connsiteY1" fmla="*/ 0 h 6858000"/>
              <a:gd name="connsiteX2" fmla="*/ 5862638 w 12192000"/>
              <a:gd name="connsiteY2" fmla="*/ 709613 h 6858000"/>
              <a:gd name="connsiteX3" fmla="*/ 6329363 w 12192000"/>
              <a:gd name="connsiteY3" fmla="*/ 709613 h 6858000"/>
              <a:gd name="connsiteX4" fmla="*/ 6329363 w 12192000"/>
              <a:gd name="connsiteY4" fmla="*/ 0 h 6858000"/>
              <a:gd name="connsiteX5" fmla="*/ 12192000 w 12192000"/>
              <a:gd name="connsiteY5" fmla="*/ 0 h 6858000"/>
              <a:gd name="connsiteX6" fmla="*/ 12192000 w 12192000"/>
              <a:gd name="connsiteY6" fmla="*/ 6858000 h 6858000"/>
              <a:gd name="connsiteX7" fmla="*/ 0 w 12192000"/>
              <a:gd name="connsiteY7" fmla="*/ 6857999 h 6858000"/>
              <a:gd name="connsiteX8" fmla="*/ 0 w 12192000"/>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8000">
                <a:moveTo>
                  <a:pt x="0" y="0"/>
                </a:moveTo>
                <a:lnTo>
                  <a:pt x="5862638" y="0"/>
                </a:lnTo>
                <a:lnTo>
                  <a:pt x="5862638" y="709613"/>
                </a:lnTo>
                <a:lnTo>
                  <a:pt x="6329363" y="709613"/>
                </a:lnTo>
                <a:lnTo>
                  <a:pt x="6329363" y="0"/>
                </a:lnTo>
                <a:lnTo>
                  <a:pt x="12192000" y="0"/>
                </a:lnTo>
                <a:lnTo>
                  <a:pt x="12192000" y="6858000"/>
                </a:lnTo>
                <a:lnTo>
                  <a:pt x="0" y="6857999"/>
                </a:lnTo>
                <a:lnTo>
                  <a:pt x="0" y="0"/>
                </a:lnTo>
                <a:close/>
              </a:path>
            </a:pathLst>
          </a:custGeom>
          <a:solidFill>
            <a:schemeClr val="bg1">
              <a:lumMod val="85000"/>
            </a:schemeClr>
          </a:solidFill>
        </p:spPr>
        <p:txBody>
          <a:bodyPr wrap="square" lIns="720000" tIns="1152000">
            <a:noAutofit/>
          </a:bodyPr>
          <a:lstStyle>
            <a:lvl1pPr>
              <a:tabLst>
                <a:tab pos="1619250" algn="l"/>
              </a:tabLst>
              <a:defRPr>
                <a:solidFill>
                  <a:schemeClr val="tx1"/>
                </a:solidFill>
              </a:defRPr>
            </a:lvl1pPr>
          </a:lstStyle>
          <a:p>
            <a:r>
              <a:rPr lang="nl-NL"/>
              <a:t>Klik op het pictogram als u een afbeelding wilt toevoegen</a:t>
            </a:r>
          </a:p>
        </p:txBody>
      </p:sp>
      <p:sp>
        <p:nvSpPr>
          <p:cNvPr id="5" name="Titel 4"/>
          <p:cNvSpPr>
            <a:spLocks noGrp="1"/>
          </p:cNvSpPr>
          <p:nvPr>
            <p:ph type="title"/>
          </p:nvPr>
        </p:nvSpPr>
        <p:spPr>
          <a:xfrm>
            <a:off x="0" y="5153776"/>
            <a:ext cx="12192000" cy="576000"/>
          </a:xfrm>
          <a:solidFill>
            <a:schemeClr val="accent2"/>
          </a:solidFill>
        </p:spPr>
        <p:txBody>
          <a:bodyPr lIns="756000" anchor="ctr" anchorCtr="0">
            <a:noAutofit/>
          </a:bodyPr>
          <a:lstStyle>
            <a:lvl1pPr algn="l">
              <a:defRPr sz="3200">
                <a:solidFill>
                  <a:schemeClr val="bg1"/>
                </a:solidFill>
              </a:defRPr>
            </a:lvl1pPr>
          </a:lstStyle>
          <a:p>
            <a:r>
              <a:rPr lang="nl-NL"/>
              <a:t>Klik om de stijl te bewerken</a:t>
            </a:r>
          </a:p>
        </p:txBody>
      </p:sp>
      <p:sp>
        <p:nvSpPr>
          <p:cNvPr id="3" name="Tijdelijke aanduiding voor tekst 2"/>
          <p:cNvSpPr>
            <a:spLocks noGrp="1"/>
          </p:cNvSpPr>
          <p:nvPr>
            <p:ph type="body" sz="quarter" idx="10"/>
          </p:nvPr>
        </p:nvSpPr>
        <p:spPr>
          <a:xfrm>
            <a:off x="0" y="5825413"/>
            <a:ext cx="12192000" cy="396000"/>
          </a:xfrm>
          <a:solidFill>
            <a:schemeClr val="bg1"/>
          </a:solidFill>
        </p:spPr>
        <p:txBody>
          <a:bodyPr lIns="756000" anchor="ctr" anchorCtr="0">
            <a:normAutofit/>
          </a:bodyPr>
          <a:lstStyle>
            <a:lvl1pPr marL="0" indent="0">
              <a:buNone/>
              <a:defRPr sz="2000" i="0">
                <a:solidFill>
                  <a:schemeClr val="tx1"/>
                </a:solidFill>
              </a:defRPr>
            </a:lvl1pPr>
            <a:lvl2pPr marL="313200" indent="0">
              <a:buNone/>
              <a:defRPr/>
            </a:lvl2pPr>
            <a:lvl3pPr marL="630000" indent="0">
              <a:buNone/>
              <a:defRPr/>
            </a:lvl3pPr>
            <a:lvl4pPr marL="943200" indent="0">
              <a:buNone/>
              <a:defRPr/>
            </a:lvl4pPr>
            <a:lvl5pPr marL="1260000" indent="0">
              <a:buNone/>
              <a:defRPr/>
            </a:lvl5pPr>
          </a:lstStyle>
          <a:p>
            <a:pPr lvl="0"/>
            <a:r>
              <a:rPr lang="nl-NL"/>
              <a:t>Klik om de modelstijlen te bewerken</a:t>
            </a:r>
          </a:p>
        </p:txBody>
      </p:sp>
      <p:pic>
        <p:nvPicPr>
          <p:cNvPr id="4" name="Afbeelding 3"/>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175" y="0"/>
            <a:ext cx="12198350" cy="1066800"/>
          </a:xfrm>
          <a:prstGeom prst="rect">
            <a:avLst/>
          </a:prstGeom>
        </p:spPr>
      </p:pic>
    </p:spTree>
    <p:extLst>
      <p:ext uri="{BB962C8B-B14F-4D97-AF65-F5344CB8AC3E}">
        <p14:creationId xmlns:p14="http://schemas.microsoft.com/office/powerpoint/2010/main" val="99240268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abel/grafiek">
    <p:spTree>
      <p:nvGrpSpPr>
        <p:cNvPr id="1" name=""/>
        <p:cNvGrpSpPr/>
        <p:nvPr/>
      </p:nvGrpSpPr>
      <p:grpSpPr>
        <a:xfrm>
          <a:off x="0" y="0"/>
          <a:ext cx="0" cy="0"/>
          <a:chOff x="0" y="0"/>
          <a:chExt cx="0" cy="0"/>
        </a:xfrm>
      </p:grpSpPr>
      <p:sp>
        <p:nvSpPr>
          <p:cNvPr id="8" name="Titel 7"/>
          <p:cNvSpPr>
            <a:spLocks noGrp="1"/>
          </p:cNvSpPr>
          <p:nvPr>
            <p:ph type="title"/>
          </p:nvPr>
        </p:nvSpPr>
        <p:spPr/>
        <p:txBody>
          <a:bodyPr/>
          <a:lstStyle/>
          <a:p>
            <a:r>
              <a:rPr lang="nl-NL"/>
              <a:t>Klik om de stijl te bewerken</a:t>
            </a:r>
          </a:p>
        </p:txBody>
      </p:sp>
      <p:sp>
        <p:nvSpPr>
          <p:cNvPr id="3" name="Tijdelijke aanduiding voor inhoud 2"/>
          <p:cNvSpPr>
            <a:spLocks noGrp="1"/>
          </p:cNvSpPr>
          <p:nvPr>
            <p:ph sz="quarter" idx="13" hasCustomPrompt="1"/>
          </p:nvPr>
        </p:nvSpPr>
        <p:spPr>
          <a:xfrm>
            <a:off x="635000" y="2276475"/>
            <a:ext cx="10923588" cy="3944938"/>
          </a:xfrm>
        </p:spPr>
        <p:txBody>
          <a:bodyPr/>
          <a:lstStyle/>
          <a:p>
            <a:pPr lvl="0"/>
            <a:r>
              <a:rPr lang="nl-NL"/>
              <a:t>Klik om tekst of beeld toe te voegen</a:t>
            </a:r>
          </a:p>
          <a:p>
            <a:pPr lvl="1"/>
            <a:r>
              <a:rPr lang="nl-NL"/>
              <a:t>Tweede niveau</a:t>
            </a:r>
          </a:p>
          <a:p>
            <a:pPr lvl="2"/>
            <a:r>
              <a:rPr lang="nl-NL"/>
              <a:t>Derde niveau</a:t>
            </a:r>
          </a:p>
          <a:p>
            <a:pPr lvl="3"/>
            <a:r>
              <a:rPr lang="nl-NL"/>
              <a:t>Vierde niveau</a:t>
            </a:r>
          </a:p>
          <a:p>
            <a:pPr lvl="4"/>
            <a:r>
              <a:rPr lang="nl-NL"/>
              <a:t>Vijfde niveau</a:t>
            </a:r>
          </a:p>
        </p:txBody>
      </p:sp>
      <p:sp>
        <p:nvSpPr>
          <p:cNvPr id="12" name="Tijdelijke aanduiding voor dianummer 11"/>
          <p:cNvSpPr>
            <a:spLocks noGrp="1"/>
          </p:cNvSpPr>
          <p:nvPr>
            <p:ph type="sldNum" sz="quarter" idx="16"/>
          </p:nvPr>
        </p:nvSpPr>
        <p:spPr/>
        <p:txBody>
          <a:bodyPr/>
          <a:lstStyle/>
          <a:p>
            <a:fld id="{10A0A6AF-03C5-477E-939A-E28F7E7F05EA}" type="slidenum">
              <a:rPr lang="nl-NL" smtClean="0"/>
              <a:pPr/>
              <a:t>‹nr.›</a:t>
            </a:fld>
            <a:endParaRPr lang="nl-NL"/>
          </a:p>
        </p:txBody>
      </p:sp>
      <p:sp>
        <p:nvSpPr>
          <p:cNvPr id="7"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spTree>
    <p:extLst>
      <p:ext uri="{BB962C8B-B14F-4D97-AF65-F5344CB8AC3E}">
        <p14:creationId xmlns:p14="http://schemas.microsoft.com/office/powerpoint/2010/main" val="25900031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abel/grafiek met bijschrift">
    <p:spTree>
      <p:nvGrpSpPr>
        <p:cNvPr id="1" name=""/>
        <p:cNvGrpSpPr/>
        <p:nvPr/>
      </p:nvGrpSpPr>
      <p:grpSpPr>
        <a:xfrm>
          <a:off x="0" y="0"/>
          <a:ext cx="0" cy="0"/>
          <a:chOff x="0" y="0"/>
          <a:chExt cx="0" cy="0"/>
        </a:xfrm>
      </p:grpSpPr>
      <p:sp>
        <p:nvSpPr>
          <p:cNvPr id="8" name="Titel 7"/>
          <p:cNvSpPr>
            <a:spLocks noGrp="1"/>
          </p:cNvSpPr>
          <p:nvPr>
            <p:ph type="title"/>
          </p:nvPr>
        </p:nvSpPr>
        <p:spPr/>
        <p:txBody>
          <a:bodyPr/>
          <a:lstStyle/>
          <a:p>
            <a:r>
              <a:rPr lang="nl-NL"/>
              <a:t>Klik om de stijl te bewerken</a:t>
            </a:r>
          </a:p>
        </p:txBody>
      </p:sp>
      <p:sp>
        <p:nvSpPr>
          <p:cNvPr id="3" name="Tijdelijke aanduiding voor tekst 2"/>
          <p:cNvSpPr>
            <a:spLocks noGrp="1"/>
          </p:cNvSpPr>
          <p:nvPr>
            <p:ph type="body" sz="quarter" idx="14"/>
          </p:nvPr>
        </p:nvSpPr>
        <p:spPr>
          <a:xfrm>
            <a:off x="7958859" y="2276475"/>
            <a:ext cx="3600000" cy="3937000"/>
          </a:xfrm>
        </p:spPr>
        <p:txBody>
          <a:bodyPr/>
          <a:lstStyle>
            <a:lvl1pPr marL="0" indent="0">
              <a:buNone/>
              <a:defRPr sz="2000"/>
            </a:lvl1pPr>
            <a:lvl2pPr marL="313200" indent="0">
              <a:buNone/>
              <a:defRPr sz="1800"/>
            </a:lvl2pPr>
            <a:lvl3pPr marL="630000" indent="0">
              <a:buNone/>
              <a:defRPr sz="1600"/>
            </a:lvl3pPr>
            <a:lvl4pPr marL="943200" indent="0">
              <a:buNone/>
              <a:defRPr sz="1600"/>
            </a:lvl4pPr>
            <a:lvl5pPr marL="1260000" indent="0">
              <a:buNone/>
              <a:defRPr/>
            </a:lvl5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9" name="Tijdelijke aanduiding voor inhoud 8"/>
          <p:cNvSpPr>
            <a:spLocks noGrp="1"/>
          </p:cNvSpPr>
          <p:nvPr>
            <p:ph sz="quarter" idx="15" hasCustomPrompt="1"/>
          </p:nvPr>
        </p:nvSpPr>
        <p:spPr>
          <a:xfrm>
            <a:off x="635000" y="2276475"/>
            <a:ext cx="7178964" cy="3944938"/>
          </a:xfrm>
        </p:spPr>
        <p:txBody>
          <a:bodyPr/>
          <a:lstStyle/>
          <a:p>
            <a:pPr lvl="0"/>
            <a:r>
              <a:rPr lang="nl-NL"/>
              <a:t>Klik om tekst of beeld toe te voegen</a:t>
            </a:r>
          </a:p>
          <a:p>
            <a:pPr lvl="1"/>
            <a:r>
              <a:rPr lang="nl-NL"/>
              <a:t>Tweede niveau</a:t>
            </a:r>
          </a:p>
          <a:p>
            <a:pPr lvl="2"/>
            <a:r>
              <a:rPr lang="nl-NL"/>
              <a:t>Derde niveau</a:t>
            </a:r>
          </a:p>
          <a:p>
            <a:pPr lvl="3"/>
            <a:r>
              <a:rPr lang="nl-NL"/>
              <a:t>Vierde niveau</a:t>
            </a:r>
          </a:p>
          <a:p>
            <a:pPr lvl="4"/>
            <a:r>
              <a:rPr lang="nl-NL"/>
              <a:t>Vijfde niveau</a:t>
            </a:r>
          </a:p>
        </p:txBody>
      </p:sp>
      <p:sp>
        <p:nvSpPr>
          <p:cNvPr id="13" name="Tijdelijke aanduiding voor dianummer 12"/>
          <p:cNvSpPr>
            <a:spLocks noGrp="1"/>
          </p:cNvSpPr>
          <p:nvPr>
            <p:ph type="sldNum" sz="quarter" idx="18"/>
          </p:nvPr>
        </p:nvSpPr>
        <p:spPr/>
        <p:txBody>
          <a:bodyPr/>
          <a:lstStyle/>
          <a:p>
            <a:fld id="{10A0A6AF-03C5-477E-939A-E28F7E7F05EA}" type="slidenum">
              <a:rPr lang="nl-NL" smtClean="0"/>
              <a:pPr/>
              <a:t>‹nr.›</a:t>
            </a:fld>
            <a:endParaRPr lang="nl-NL"/>
          </a:p>
        </p:txBody>
      </p:sp>
      <p:sp>
        <p:nvSpPr>
          <p:cNvPr id="10"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spTree>
    <p:extLst>
      <p:ext uri="{BB962C8B-B14F-4D97-AF65-F5344CB8AC3E}">
        <p14:creationId xmlns:p14="http://schemas.microsoft.com/office/powerpoint/2010/main" val="220868889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abel/grafiek verticaal">
    <p:spTree>
      <p:nvGrpSpPr>
        <p:cNvPr id="1" name=""/>
        <p:cNvGrpSpPr/>
        <p:nvPr/>
      </p:nvGrpSpPr>
      <p:grpSpPr>
        <a:xfrm>
          <a:off x="0" y="0"/>
          <a:ext cx="0" cy="0"/>
          <a:chOff x="0" y="0"/>
          <a:chExt cx="0" cy="0"/>
        </a:xfrm>
      </p:grpSpPr>
      <p:sp>
        <p:nvSpPr>
          <p:cNvPr id="7" name="Rechthoek 6"/>
          <p:cNvSpPr/>
          <p:nvPr userDrawn="1"/>
        </p:nvSpPr>
        <p:spPr>
          <a:xfrm>
            <a:off x="609600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Tijdelijke aanduiding voor tekst 9"/>
          <p:cNvSpPr>
            <a:spLocks noGrp="1"/>
          </p:cNvSpPr>
          <p:nvPr>
            <p:ph type="body" sz="quarter" idx="14"/>
          </p:nvPr>
        </p:nvSpPr>
        <p:spPr>
          <a:xfrm>
            <a:off x="6550024" y="2289599"/>
            <a:ext cx="5004000" cy="3931813"/>
          </a:xfrm>
        </p:spPr>
        <p:txBody>
          <a:bodyPr anchor="t" anchorCtr="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defRPr>
                <a:solidFill>
                  <a:schemeClr val="bg1"/>
                </a:solidFill>
              </a:defRPr>
            </a:lvl5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2" name="Titel 1"/>
          <p:cNvSpPr>
            <a:spLocks noGrp="1"/>
          </p:cNvSpPr>
          <p:nvPr>
            <p:ph type="title"/>
          </p:nvPr>
        </p:nvSpPr>
        <p:spPr>
          <a:xfrm>
            <a:off x="6550024" y="1051200"/>
            <a:ext cx="5004000" cy="948047"/>
          </a:xfrm>
        </p:spPr>
        <p:txBody>
          <a:bodyPr/>
          <a:lstStyle>
            <a:lvl1pPr>
              <a:defRPr>
                <a:solidFill>
                  <a:schemeClr val="bg1"/>
                </a:solidFill>
              </a:defRPr>
            </a:lvl1pPr>
          </a:lstStyle>
          <a:p>
            <a:r>
              <a:rPr lang="nl-NL"/>
              <a:t>Klik om de stijl te bewerken</a:t>
            </a:r>
          </a:p>
        </p:txBody>
      </p:sp>
      <p:sp>
        <p:nvSpPr>
          <p:cNvPr id="9" name="Tijdelijke aanduiding voor inhoud 8"/>
          <p:cNvSpPr>
            <a:spLocks noGrp="1"/>
          </p:cNvSpPr>
          <p:nvPr>
            <p:ph sz="quarter" idx="19" hasCustomPrompt="1"/>
          </p:nvPr>
        </p:nvSpPr>
        <p:spPr>
          <a:xfrm>
            <a:off x="635000" y="1066799"/>
            <a:ext cx="5003800" cy="5154613"/>
          </a:xfrm>
        </p:spPr>
        <p:txBody>
          <a:bodyPr/>
          <a:lstStyle/>
          <a:p>
            <a:pPr lvl="0"/>
            <a:r>
              <a:rPr lang="nl-NL"/>
              <a:t>Klik om tekst of beeld toe te voegen</a:t>
            </a:r>
          </a:p>
          <a:p>
            <a:pPr lvl="1"/>
            <a:r>
              <a:rPr lang="nl-NL"/>
              <a:t>Tweede niveau</a:t>
            </a:r>
          </a:p>
          <a:p>
            <a:pPr lvl="2"/>
            <a:r>
              <a:rPr lang="nl-NL"/>
              <a:t>Derde niveau</a:t>
            </a:r>
          </a:p>
          <a:p>
            <a:pPr lvl="3"/>
            <a:r>
              <a:rPr lang="nl-NL"/>
              <a:t>Vierde niveau</a:t>
            </a:r>
          </a:p>
          <a:p>
            <a:pPr lvl="4"/>
            <a:r>
              <a:rPr lang="nl-NL"/>
              <a:t>Vijfde niveau</a:t>
            </a:r>
          </a:p>
        </p:txBody>
      </p:sp>
      <p:sp>
        <p:nvSpPr>
          <p:cNvPr id="11"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sp>
        <p:nvSpPr>
          <p:cNvPr id="13" name="Tijdelijke aanduiding voor dianummer 14"/>
          <p:cNvSpPr>
            <a:spLocks noGrp="1"/>
          </p:cNvSpPr>
          <p:nvPr>
            <p:ph type="sldNum" sz="quarter" idx="25"/>
          </p:nvPr>
        </p:nvSpPr>
        <p:spPr>
          <a:xfrm>
            <a:off x="6553199" y="6221413"/>
            <a:ext cx="5005389" cy="322075"/>
          </a:xfrm>
        </p:spPr>
        <p:txBody>
          <a:bodyPr/>
          <a:lstStyle>
            <a:lvl1pPr>
              <a:defRPr>
                <a:solidFill>
                  <a:schemeClr val="bg1"/>
                </a:solidFill>
              </a:defRPr>
            </a:lvl1pPr>
          </a:lstStyle>
          <a:p>
            <a:fld id="{10A0A6AF-03C5-477E-939A-E28F7E7F05EA}" type="slidenum">
              <a:rPr lang="nl-NL" smtClean="0"/>
              <a:pPr/>
              <a:t>‹nr.›</a:t>
            </a:fld>
            <a:endParaRPr lang="nl-NL"/>
          </a:p>
        </p:txBody>
      </p:sp>
      <p:pic>
        <p:nvPicPr>
          <p:cNvPr id="14" name="Afbeelding 13" descr="RO_vervolgpagina_Logo_2_RGB_pos__aangepast.png"/>
          <p:cNvPicPr>
            <a:picLocks noChangeAspect="1"/>
          </p:cNvPicPr>
          <p:nvPr userDrawn="1"/>
        </p:nvPicPr>
        <p:blipFill>
          <a:blip r:embed="rId2" cstate="print"/>
          <a:stretch>
            <a:fillRect/>
          </a:stretch>
        </p:blipFill>
        <p:spPr>
          <a:xfrm>
            <a:off x="0" y="0"/>
            <a:ext cx="12192000" cy="1057656"/>
          </a:xfrm>
          <a:prstGeom prst="rect">
            <a:avLst/>
          </a:prstGeom>
        </p:spPr>
      </p:pic>
    </p:spTree>
    <p:extLst>
      <p:ext uri="{BB962C8B-B14F-4D97-AF65-F5344CB8AC3E}">
        <p14:creationId xmlns:p14="http://schemas.microsoft.com/office/powerpoint/2010/main" val="904443803"/>
      </p:ext>
    </p:extLst>
  </p:cSld>
  <p:clrMapOvr>
    <a:masterClrMapping/>
  </p:clrMapOvr>
  <p:extLst>
    <p:ext uri="{DCECCB84-F9BA-43D5-87BE-67443E8EF086}">
      <p15:sldGuideLst xmlns:p15="http://schemas.microsoft.com/office/powerpoint/2012/main">
        <p15:guide id="1" orient="horz" pos="1661">
          <p15:clr>
            <a:srgbClr val="FBAE40"/>
          </p15:clr>
        </p15:guide>
        <p15:guide id="2" orient="horz" pos="2659">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Contact A">
    <p:spTree>
      <p:nvGrpSpPr>
        <p:cNvPr id="1" name=""/>
        <p:cNvGrpSpPr/>
        <p:nvPr/>
      </p:nvGrpSpPr>
      <p:grpSpPr>
        <a:xfrm>
          <a:off x="0" y="0"/>
          <a:ext cx="0" cy="0"/>
          <a:chOff x="0" y="0"/>
          <a:chExt cx="0" cy="0"/>
        </a:xfrm>
      </p:grpSpPr>
      <p:sp>
        <p:nvSpPr>
          <p:cNvPr id="6" name="Rechthoek 5"/>
          <p:cNvSpPr/>
          <p:nvPr userDrawn="1"/>
        </p:nvSpPr>
        <p:spPr>
          <a:xfrm>
            <a:off x="0" y="-1"/>
            <a:ext cx="12192000" cy="34274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p:cNvSpPr>
            <a:spLocks noGrp="1"/>
          </p:cNvSpPr>
          <p:nvPr>
            <p:ph type="title" hasCustomPrompt="1"/>
          </p:nvPr>
        </p:nvSpPr>
        <p:spPr>
          <a:xfrm>
            <a:off x="635000" y="1875617"/>
            <a:ext cx="10923588" cy="1551796"/>
          </a:xfrm>
        </p:spPr>
        <p:txBody>
          <a:bodyPr anchor="t" anchorCtr="0">
            <a:normAutofit/>
          </a:bodyPr>
          <a:lstStyle>
            <a:lvl1pPr>
              <a:defRPr sz="4800">
                <a:solidFill>
                  <a:schemeClr val="bg1"/>
                </a:solidFill>
              </a:defRPr>
            </a:lvl1pPr>
          </a:lstStyle>
          <a:p>
            <a:r>
              <a:rPr lang="nl-NL"/>
              <a:t>Typ een afsluitende zin</a:t>
            </a:r>
          </a:p>
        </p:txBody>
      </p:sp>
      <p:sp>
        <p:nvSpPr>
          <p:cNvPr id="18" name="Tijdelijke aanduiding voor tekst 13"/>
          <p:cNvSpPr>
            <a:spLocks noGrp="1"/>
          </p:cNvSpPr>
          <p:nvPr>
            <p:ph type="body" sz="quarter" idx="13" hasCustomPrompt="1"/>
          </p:nvPr>
        </p:nvSpPr>
        <p:spPr>
          <a:xfrm>
            <a:off x="5156753" y="3846022"/>
            <a:ext cx="4680000" cy="691884"/>
          </a:xfrm>
        </p:spPr>
        <p:txBody>
          <a:bodyPr numCol="1" spcCol="180000" anchor="ctr" anchorCtr="0">
            <a:normAutofit/>
          </a:bodyPr>
          <a:lstStyle>
            <a:lvl1pPr marL="0" indent="0">
              <a:buNone/>
              <a:defRPr sz="2000" i="0" baseline="0">
                <a:solidFill>
                  <a:schemeClr val="accent2"/>
                </a:solidFill>
              </a:defRPr>
            </a:lvl1pPr>
          </a:lstStyle>
          <a:p>
            <a:pPr lvl="0"/>
            <a:r>
              <a:rPr lang="nl-NL"/>
              <a:t>Klik om de tekststijl van het model te bewerken</a:t>
            </a:r>
          </a:p>
        </p:txBody>
      </p:sp>
      <p:sp>
        <p:nvSpPr>
          <p:cNvPr id="19" name="Tijdelijke aanduiding voor tekst 13"/>
          <p:cNvSpPr>
            <a:spLocks noGrp="1"/>
          </p:cNvSpPr>
          <p:nvPr>
            <p:ph type="body" sz="quarter" idx="17" hasCustomPrompt="1"/>
          </p:nvPr>
        </p:nvSpPr>
        <p:spPr>
          <a:xfrm>
            <a:off x="5156753" y="4639509"/>
            <a:ext cx="4680000" cy="691884"/>
          </a:xfrm>
        </p:spPr>
        <p:txBody>
          <a:bodyPr numCol="1" spcCol="180000" anchor="ctr" anchorCtr="0">
            <a:normAutofit/>
          </a:bodyPr>
          <a:lstStyle>
            <a:lvl1pPr marL="0" indent="0">
              <a:buNone/>
              <a:defRPr sz="2000" i="0" baseline="0">
                <a:solidFill>
                  <a:schemeClr val="accent2"/>
                </a:solidFill>
              </a:defRPr>
            </a:lvl1pPr>
          </a:lstStyle>
          <a:p>
            <a:pPr lvl="0"/>
            <a:r>
              <a:rPr lang="nl-NL"/>
              <a:t>Klik om de tekststijl van het model te bewerken</a:t>
            </a:r>
          </a:p>
        </p:txBody>
      </p:sp>
      <p:sp>
        <p:nvSpPr>
          <p:cNvPr id="20" name="Tijdelijke aanduiding voor tekst 13"/>
          <p:cNvSpPr>
            <a:spLocks noGrp="1"/>
          </p:cNvSpPr>
          <p:nvPr>
            <p:ph type="body" sz="quarter" idx="18" hasCustomPrompt="1"/>
          </p:nvPr>
        </p:nvSpPr>
        <p:spPr>
          <a:xfrm>
            <a:off x="5156753" y="5405528"/>
            <a:ext cx="4680000" cy="691884"/>
          </a:xfrm>
        </p:spPr>
        <p:txBody>
          <a:bodyPr numCol="1" spcCol="180000" anchor="ctr" anchorCtr="0">
            <a:normAutofit/>
          </a:bodyPr>
          <a:lstStyle>
            <a:lvl1pPr marL="0" indent="0">
              <a:buNone/>
              <a:defRPr sz="2000" i="0" baseline="0">
                <a:solidFill>
                  <a:schemeClr val="accent2"/>
                </a:solidFill>
              </a:defRPr>
            </a:lvl1pPr>
          </a:lstStyle>
          <a:p>
            <a:pPr lvl="0"/>
            <a:r>
              <a:rPr lang="nl-NL"/>
              <a:t>Klik om de tekststijl van het model te bewerken</a:t>
            </a:r>
          </a:p>
        </p:txBody>
      </p:sp>
      <p:sp>
        <p:nvSpPr>
          <p:cNvPr id="21" name="Tijdelijke aanduiding voor afbeelding 3"/>
          <p:cNvSpPr>
            <a:spLocks noGrp="1" noChangeAspect="1"/>
          </p:cNvSpPr>
          <p:nvPr>
            <p:ph type="pic" sz="quarter" idx="19"/>
          </p:nvPr>
        </p:nvSpPr>
        <p:spPr>
          <a:xfrm>
            <a:off x="4544781" y="3921366"/>
            <a:ext cx="541203" cy="540000"/>
          </a:xfrm>
          <a:blipFill>
            <a:blip r:embed="rId2" cstate="print"/>
            <a:stretch>
              <a:fillRect/>
            </a:stretch>
          </a:blipFill>
        </p:spPr>
        <p:txBody>
          <a:bodyPr>
            <a:normAutofit/>
          </a:bodyPr>
          <a:lstStyle>
            <a:lvl1pPr marL="0" indent="0" algn="ctr">
              <a:buNone/>
              <a:defRPr sz="100">
                <a:solidFill>
                  <a:schemeClr val="bg1"/>
                </a:solidFill>
              </a:defRPr>
            </a:lvl1pPr>
          </a:lstStyle>
          <a:p>
            <a:r>
              <a:rPr lang="nl-NL"/>
              <a:t>Klik op het pictogram als u een afbeelding wilt toevoegen</a:t>
            </a:r>
          </a:p>
        </p:txBody>
      </p:sp>
      <p:sp>
        <p:nvSpPr>
          <p:cNvPr id="22" name="Tijdelijke aanduiding voor afbeelding 3"/>
          <p:cNvSpPr>
            <a:spLocks noGrp="1" noChangeAspect="1"/>
          </p:cNvSpPr>
          <p:nvPr>
            <p:ph type="pic" sz="quarter" idx="20"/>
          </p:nvPr>
        </p:nvSpPr>
        <p:spPr>
          <a:xfrm>
            <a:off x="4544781" y="4707382"/>
            <a:ext cx="541203" cy="540000"/>
          </a:xfrm>
          <a:blipFill>
            <a:blip r:embed="rId3" cstate="print"/>
            <a:stretch>
              <a:fillRect/>
            </a:stretch>
          </a:blipFill>
        </p:spPr>
        <p:txBody>
          <a:bodyPr>
            <a:normAutofit/>
          </a:bodyPr>
          <a:lstStyle>
            <a:lvl1pPr marL="0" indent="0" algn="ctr">
              <a:buNone/>
              <a:defRPr sz="100">
                <a:solidFill>
                  <a:schemeClr val="bg1"/>
                </a:solidFill>
              </a:defRPr>
            </a:lvl1pPr>
          </a:lstStyle>
          <a:p>
            <a:r>
              <a:rPr lang="nl-NL"/>
              <a:t>Klik op het pictogram als u een afbeelding wilt toevoegen</a:t>
            </a:r>
          </a:p>
        </p:txBody>
      </p:sp>
      <p:sp>
        <p:nvSpPr>
          <p:cNvPr id="23" name="Tijdelijke aanduiding voor afbeelding 3"/>
          <p:cNvSpPr>
            <a:spLocks noGrp="1" noChangeAspect="1"/>
          </p:cNvSpPr>
          <p:nvPr>
            <p:ph type="pic" sz="quarter" idx="21"/>
          </p:nvPr>
        </p:nvSpPr>
        <p:spPr>
          <a:xfrm>
            <a:off x="4544781" y="5480872"/>
            <a:ext cx="541203" cy="540000"/>
          </a:xfrm>
          <a:blipFill>
            <a:blip r:embed="rId4" cstate="print"/>
            <a:stretch>
              <a:fillRect/>
            </a:stretch>
          </a:blipFill>
        </p:spPr>
        <p:txBody>
          <a:bodyPr>
            <a:normAutofit/>
          </a:bodyPr>
          <a:lstStyle>
            <a:lvl1pPr marL="0" indent="0" algn="ctr">
              <a:buNone/>
              <a:defRPr sz="100">
                <a:solidFill>
                  <a:schemeClr val="bg1"/>
                </a:solidFill>
              </a:defRPr>
            </a:lvl1pPr>
          </a:lstStyle>
          <a:p>
            <a:r>
              <a:rPr lang="nl-NL"/>
              <a:t>Klik op het pictogram als u een afbeelding wilt toevoegen</a:t>
            </a:r>
          </a:p>
        </p:txBody>
      </p:sp>
      <p:sp>
        <p:nvSpPr>
          <p:cNvPr id="9" name="Tijdelijke aanduiding voor dianummer 8"/>
          <p:cNvSpPr>
            <a:spLocks noGrp="1"/>
          </p:cNvSpPr>
          <p:nvPr>
            <p:ph type="sldNum" sz="quarter" idx="24"/>
          </p:nvPr>
        </p:nvSpPr>
        <p:spPr/>
        <p:txBody>
          <a:bodyPr/>
          <a:lstStyle/>
          <a:p>
            <a:fld id="{10A0A6AF-03C5-477E-939A-E28F7E7F05EA}" type="slidenum">
              <a:rPr lang="nl-NL" smtClean="0"/>
              <a:pPr/>
              <a:t>‹nr.›</a:t>
            </a:fld>
            <a:endParaRPr lang="nl-NL"/>
          </a:p>
        </p:txBody>
      </p:sp>
      <p:sp>
        <p:nvSpPr>
          <p:cNvPr id="15"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pic>
        <p:nvPicPr>
          <p:cNvPr id="14" name="Afbeelding 4">
            <a:extLst>
              <a:ext uri="{FF2B5EF4-FFF2-40B4-BE49-F238E27FC236}">
                <a16:creationId xmlns:a16="http://schemas.microsoft.com/office/drawing/2014/main" id="{3E1D7294-DA54-0A26-1DF3-651052706B51}"/>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0" y="0"/>
            <a:ext cx="12192000" cy="1682495"/>
          </a:xfrm>
          <a:prstGeom prst="rect">
            <a:avLst/>
          </a:prstGeom>
        </p:spPr>
      </p:pic>
    </p:spTree>
    <p:extLst>
      <p:ext uri="{BB962C8B-B14F-4D97-AF65-F5344CB8AC3E}">
        <p14:creationId xmlns:p14="http://schemas.microsoft.com/office/powerpoint/2010/main" val="182800975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Contact B">
    <p:spTree>
      <p:nvGrpSpPr>
        <p:cNvPr id="1" name=""/>
        <p:cNvGrpSpPr/>
        <p:nvPr/>
      </p:nvGrpSpPr>
      <p:grpSpPr>
        <a:xfrm>
          <a:off x="0" y="0"/>
          <a:ext cx="0" cy="0"/>
          <a:chOff x="0" y="0"/>
          <a:chExt cx="0" cy="0"/>
        </a:xfrm>
      </p:grpSpPr>
      <p:sp>
        <p:nvSpPr>
          <p:cNvPr id="6" name="Rechthoek 5"/>
          <p:cNvSpPr/>
          <p:nvPr userDrawn="1"/>
        </p:nvSpPr>
        <p:spPr>
          <a:xfrm>
            <a:off x="0" y="-1"/>
            <a:ext cx="6096000" cy="6858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p:cNvSpPr>
            <a:spLocks noGrp="1"/>
          </p:cNvSpPr>
          <p:nvPr>
            <p:ph type="title" hasCustomPrompt="1"/>
          </p:nvPr>
        </p:nvSpPr>
        <p:spPr>
          <a:xfrm>
            <a:off x="635000" y="2565400"/>
            <a:ext cx="5003800" cy="1727200"/>
          </a:xfrm>
        </p:spPr>
        <p:txBody>
          <a:bodyPr anchor="t" anchorCtr="0">
            <a:normAutofit/>
          </a:bodyPr>
          <a:lstStyle>
            <a:lvl1pPr>
              <a:defRPr sz="4800">
                <a:solidFill>
                  <a:schemeClr val="bg1"/>
                </a:solidFill>
              </a:defRPr>
            </a:lvl1pPr>
          </a:lstStyle>
          <a:p>
            <a:r>
              <a:rPr lang="nl-NL"/>
              <a:t>Typ een afsluitende zin</a:t>
            </a:r>
          </a:p>
        </p:txBody>
      </p:sp>
      <p:sp>
        <p:nvSpPr>
          <p:cNvPr id="18" name="Tijdelijke aanduiding voor tekst 13"/>
          <p:cNvSpPr>
            <a:spLocks noGrp="1"/>
          </p:cNvSpPr>
          <p:nvPr>
            <p:ph type="body" sz="quarter" idx="13" hasCustomPrompt="1"/>
          </p:nvPr>
        </p:nvSpPr>
        <p:spPr>
          <a:xfrm>
            <a:off x="7176285" y="2286000"/>
            <a:ext cx="4382303" cy="691884"/>
          </a:xfrm>
        </p:spPr>
        <p:txBody>
          <a:bodyPr numCol="1" spcCol="180000" anchor="ctr" anchorCtr="0">
            <a:normAutofit/>
          </a:bodyPr>
          <a:lstStyle>
            <a:lvl1pPr marL="0" indent="0">
              <a:buNone/>
              <a:defRPr sz="2000" i="0" baseline="0">
                <a:solidFill>
                  <a:schemeClr val="accent2"/>
                </a:solidFill>
              </a:defRPr>
            </a:lvl1pPr>
          </a:lstStyle>
          <a:p>
            <a:pPr lvl="0"/>
            <a:r>
              <a:rPr lang="nl-NL"/>
              <a:t>Klik om de tekststijl van het model te bewerken</a:t>
            </a:r>
          </a:p>
        </p:txBody>
      </p:sp>
      <p:sp>
        <p:nvSpPr>
          <p:cNvPr id="19" name="Tijdelijke aanduiding voor tekst 13"/>
          <p:cNvSpPr>
            <a:spLocks noGrp="1"/>
          </p:cNvSpPr>
          <p:nvPr>
            <p:ph type="body" sz="quarter" idx="17" hasCustomPrompt="1"/>
          </p:nvPr>
        </p:nvSpPr>
        <p:spPr>
          <a:xfrm>
            <a:off x="7176285" y="3079487"/>
            <a:ext cx="4382303" cy="691884"/>
          </a:xfrm>
        </p:spPr>
        <p:txBody>
          <a:bodyPr numCol="1" spcCol="180000" anchor="ctr" anchorCtr="0">
            <a:normAutofit/>
          </a:bodyPr>
          <a:lstStyle>
            <a:lvl1pPr marL="0" indent="0">
              <a:buNone/>
              <a:defRPr sz="2000" i="0" baseline="0">
                <a:solidFill>
                  <a:schemeClr val="accent2"/>
                </a:solidFill>
              </a:defRPr>
            </a:lvl1pPr>
          </a:lstStyle>
          <a:p>
            <a:pPr lvl="0"/>
            <a:r>
              <a:rPr lang="nl-NL"/>
              <a:t>Klik om de tekststijl van het model te bewerken</a:t>
            </a:r>
          </a:p>
        </p:txBody>
      </p:sp>
      <p:sp>
        <p:nvSpPr>
          <p:cNvPr id="20" name="Tijdelijke aanduiding voor tekst 13"/>
          <p:cNvSpPr>
            <a:spLocks noGrp="1"/>
          </p:cNvSpPr>
          <p:nvPr>
            <p:ph type="body" sz="quarter" idx="18" hasCustomPrompt="1"/>
          </p:nvPr>
        </p:nvSpPr>
        <p:spPr>
          <a:xfrm>
            <a:off x="7176285" y="3845506"/>
            <a:ext cx="4382303" cy="691884"/>
          </a:xfrm>
        </p:spPr>
        <p:txBody>
          <a:bodyPr numCol="1" spcCol="180000" anchor="ctr" anchorCtr="0">
            <a:normAutofit/>
          </a:bodyPr>
          <a:lstStyle>
            <a:lvl1pPr marL="0" indent="0">
              <a:buNone/>
              <a:defRPr sz="2000" i="0" baseline="0">
                <a:solidFill>
                  <a:schemeClr val="accent2"/>
                </a:solidFill>
              </a:defRPr>
            </a:lvl1pPr>
          </a:lstStyle>
          <a:p>
            <a:pPr lvl="0"/>
            <a:r>
              <a:rPr lang="nl-NL"/>
              <a:t>Klik om de tekststijl van het model te bewerken</a:t>
            </a:r>
          </a:p>
        </p:txBody>
      </p:sp>
      <p:sp>
        <p:nvSpPr>
          <p:cNvPr id="21" name="Tijdelijke aanduiding voor afbeelding 3"/>
          <p:cNvSpPr>
            <a:spLocks noGrp="1" noChangeAspect="1"/>
          </p:cNvSpPr>
          <p:nvPr>
            <p:ph type="pic" sz="quarter" idx="19"/>
          </p:nvPr>
        </p:nvSpPr>
        <p:spPr>
          <a:xfrm>
            <a:off x="6564313" y="2361344"/>
            <a:ext cx="541203" cy="540000"/>
          </a:xfrm>
          <a:blipFill>
            <a:blip r:embed="rId2" cstate="print"/>
            <a:stretch>
              <a:fillRect/>
            </a:stretch>
          </a:blipFill>
        </p:spPr>
        <p:txBody>
          <a:bodyPr>
            <a:normAutofit/>
          </a:bodyPr>
          <a:lstStyle>
            <a:lvl1pPr marL="0" indent="0" algn="ctr">
              <a:buNone/>
              <a:defRPr sz="100">
                <a:solidFill>
                  <a:schemeClr val="bg1"/>
                </a:solidFill>
              </a:defRPr>
            </a:lvl1pPr>
          </a:lstStyle>
          <a:p>
            <a:r>
              <a:rPr lang="nl-NL"/>
              <a:t>Klik op het pictogram als u een afbeelding wilt toevoegen</a:t>
            </a:r>
          </a:p>
        </p:txBody>
      </p:sp>
      <p:sp>
        <p:nvSpPr>
          <p:cNvPr id="22" name="Tijdelijke aanduiding voor afbeelding 3"/>
          <p:cNvSpPr>
            <a:spLocks noGrp="1" noChangeAspect="1"/>
          </p:cNvSpPr>
          <p:nvPr>
            <p:ph type="pic" sz="quarter" idx="20"/>
          </p:nvPr>
        </p:nvSpPr>
        <p:spPr>
          <a:xfrm>
            <a:off x="6564313" y="3147360"/>
            <a:ext cx="541203" cy="540000"/>
          </a:xfrm>
          <a:blipFill>
            <a:blip r:embed="rId3" cstate="print"/>
            <a:stretch>
              <a:fillRect/>
            </a:stretch>
          </a:blipFill>
        </p:spPr>
        <p:txBody>
          <a:bodyPr>
            <a:normAutofit/>
          </a:bodyPr>
          <a:lstStyle>
            <a:lvl1pPr marL="0" indent="0" algn="ctr">
              <a:buNone/>
              <a:defRPr sz="100">
                <a:solidFill>
                  <a:schemeClr val="bg1"/>
                </a:solidFill>
              </a:defRPr>
            </a:lvl1pPr>
          </a:lstStyle>
          <a:p>
            <a:r>
              <a:rPr lang="nl-NL"/>
              <a:t>Klik op het pictogram als u een afbeelding wilt toevoegen</a:t>
            </a:r>
          </a:p>
        </p:txBody>
      </p:sp>
      <p:sp>
        <p:nvSpPr>
          <p:cNvPr id="23" name="Tijdelijke aanduiding voor afbeelding 3"/>
          <p:cNvSpPr>
            <a:spLocks noGrp="1" noChangeAspect="1"/>
          </p:cNvSpPr>
          <p:nvPr>
            <p:ph type="pic" sz="quarter" idx="21"/>
          </p:nvPr>
        </p:nvSpPr>
        <p:spPr>
          <a:xfrm>
            <a:off x="6564313" y="3920850"/>
            <a:ext cx="541203" cy="540000"/>
          </a:xfrm>
          <a:blipFill>
            <a:blip r:embed="rId4" cstate="print"/>
            <a:stretch>
              <a:fillRect/>
            </a:stretch>
          </a:blipFill>
        </p:spPr>
        <p:txBody>
          <a:bodyPr>
            <a:normAutofit/>
          </a:bodyPr>
          <a:lstStyle>
            <a:lvl1pPr marL="0" indent="0" algn="ctr">
              <a:buNone/>
              <a:defRPr sz="100">
                <a:solidFill>
                  <a:schemeClr val="bg1"/>
                </a:solidFill>
              </a:defRPr>
            </a:lvl1pPr>
          </a:lstStyle>
          <a:p>
            <a:r>
              <a:rPr lang="nl-NL"/>
              <a:t>Klik op het pictogram als u een afbeelding wilt toevoegen</a:t>
            </a:r>
          </a:p>
        </p:txBody>
      </p:sp>
      <p:sp>
        <p:nvSpPr>
          <p:cNvPr id="9" name="Tijdelijke aanduiding voor dianummer 8"/>
          <p:cNvSpPr>
            <a:spLocks noGrp="1"/>
          </p:cNvSpPr>
          <p:nvPr>
            <p:ph type="sldNum" sz="quarter" idx="24"/>
          </p:nvPr>
        </p:nvSpPr>
        <p:spPr/>
        <p:txBody>
          <a:bodyPr/>
          <a:lstStyle/>
          <a:p>
            <a:fld id="{10A0A6AF-03C5-477E-939A-E28F7E7F05EA}" type="slidenum">
              <a:rPr lang="nl-NL" smtClean="0"/>
              <a:pPr/>
              <a:t>‹nr.›</a:t>
            </a:fld>
            <a:endParaRPr lang="nl-NL"/>
          </a:p>
        </p:txBody>
      </p:sp>
      <p:sp>
        <p:nvSpPr>
          <p:cNvPr id="15"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solidFill>
              </a:defRPr>
            </a:lvl1pPr>
          </a:lstStyle>
          <a:p>
            <a:fld id="{F47EF775-05F8-4D0C-9300-69849B26FFE2}" type="datetime4">
              <a:rPr lang="nl-NL" smtClean="0"/>
              <a:pPr/>
              <a:t>25 september 2026</a:t>
            </a:fld>
            <a:r>
              <a:rPr lang="en-US"/>
              <a:t> | </a:t>
            </a:r>
            <a:r>
              <a:rPr lang="en-US" err="1"/>
              <a:t>Voettekst</a:t>
            </a:r>
            <a:endParaRPr lang="nl-NL"/>
          </a:p>
        </p:txBody>
      </p:sp>
      <p:pic>
        <p:nvPicPr>
          <p:cNvPr id="14" name="Afbeelding 4">
            <a:extLst>
              <a:ext uri="{FF2B5EF4-FFF2-40B4-BE49-F238E27FC236}">
                <a16:creationId xmlns:a16="http://schemas.microsoft.com/office/drawing/2014/main" id="{7FEB0081-F37A-0ADF-4D29-76D42AE6A302}"/>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2" y="0"/>
            <a:ext cx="12191996" cy="1682495"/>
          </a:xfrm>
          <a:prstGeom prst="rect">
            <a:avLst/>
          </a:prstGeom>
        </p:spPr>
      </p:pic>
    </p:spTree>
    <p:extLst>
      <p:ext uri="{BB962C8B-B14F-4D97-AF65-F5344CB8AC3E}">
        <p14:creationId xmlns:p14="http://schemas.microsoft.com/office/powerpoint/2010/main" val="135133205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Contact C">
    <p:bg>
      <p:bgPr>
        <a:solidFill>
          <a:schemeClr val="accent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635000" y="1875617"/>
            <a:ext cx="10923588" cy="1551795"/>
          </a:xfrm>
        </p:spPr>
        <p:txBody>
          <a:bodyPr anchor="t" anchorCtr="0">
            <a:normAutofit/>
          </a:bodyPr>
          <a:lstStyle>
            <a:lvl1pPr>
              <a:defRPr sz="4800">
                <a:solidFill>
                  <a:schemeClr val="tx1"/>
                </a:solidFill>
              </a:defRPr>
            </a:lvl1pPr>
          </a:lstStyle>
          <a:p>
            <a:r>
              <a:rPr lang="nl-NL"/>
              <a:t>Typ een afsluitende zin</a:t>
            </a:r>
          </a:p>
        </p:txBody>
      </p:sp>
      <p:sp>
        <p:nvSpPr>
          <p:cNvPr id="18" name="Tijdelijke aanduiding voor tekst 13"/>
          <p:cNvSpPr>
            <a:spLocks noGrp="1"/>
          </p:cNvSpPr>
          <p:nvPr>
            <p:ph type="body" sz="quarter" idx="13" hasCustomPrompt="1"/>
          </p:nvPr>
        </p:nvSpPr>
        <p:spPr>
          <a:xfrm>
            <a:off x="4224313" y="3846022"/>
            <a:ext cx="4680000" cy="691884"/>
          </a:xfrm>
        </p:spPr>
        <p:txBody>
          <a:bodyPr numCol="1" spcCol="180000" anchor="ctr" anchorCtr="0">
            <a:normAutofit/>
          </a:bodyPr>
          <a:lstStyle>
            <a:lvl1pPr marL="0" indent="0">
              <a:buNone/>
              <a:defRPr sz="2000" i="0">
                <a:solidFill>
                  <a:schemeClr val="tx1"/>
                </a:solidFill>
              </a:defRPr>
            </a:lvl1pPr>
          </a:lstStyle>
          <a:p>
            <a:pPr lvl="0"/>
            <a:r>
              <a:rPr lang="nl-NL"/>
              <a:t>Klik om de tekststijl van het model te bewerken</a:t>
            </a:r>
          </a:p>
        </p:txBody>
      </p:sp>
      <p:sp>
        <p:nvSpPr>
          <p:cNvPr id="19" name="Tijdelijke aanduiding voor tekst 13"/>
          <p:cNvSpPr>
            <a:spLocks noGrp="1"/>
          </p:cNvSpPr>
          <p:nvPr>
            <p:ph type="body" sz="quarter" idx="17" hasCustomPrompt="1"/>
          </p:nvPr>
        </p:nvSpPr>
        <p:spPr>
          <a:xfrm>
            <a:off x="4224313" y="4639509"/>
            <a:ext cx="4680000" cy="691884"/>
          </a:xfrm>
        </p:spPr>
        <p:txBody>
          <a:bodyPr numCol="1" spcCol="180000" anchor="ctr" anchorCtr="0">
            <a:normAutofit/>
          </a:bodyPr>
          <a:lstStyle>
            <a:lvl1pPr marL="0" indent="0">
              <a:buNone/>
              <a:defRPr sz="2000" i="0">
                <a:solidFill>
                  <a:schemeClr val="tx1"/>
                </a:solidFill>
              </a:defRPr>
            </a:lvl1pPr>
          </a:lstStyle>
          <a:p>
            <a:pPr lvl="0"/>
            <a:r>
              <a:rPr lang="nl-NL"/>
              <a:t>Klik om de tekststijl van het model te bewerken</a:t>
            </a:r>
          </a:p>
        </p:txBody>
      </p:sp>
      <p:sp>
        <p:nvSpPr>
          <p:cNvPr id="20" name="Tijdelijke aanduiding voor tekst 13"/>
          <p:cNvSpPr>
            <a:spLocks noGrp="1"/>
          </p:cNvSpPr>
          <p:nvPr>
            <p:ph type="body" sz="quarter" idx="18" hasCustomPrompt="1"/>
          </p:nvPr>
        </p:nvSpPr>
        <p:spPr>
          <a:xfrm>
            <a:off x="4224313" y="5405528"/>
            <a:ext cx="4680000" cy="691884"/>
          </a:xfrm>
        </p:spPr>
        <p:txBody>
          <a:bodyPr numCol="1" spcCol="180000" anchor="ctr" anchorCtr="0">
            <a:normAutofit/>
          </a:bodyPr>
          <a:lstStyle>
            <a:lvl1pPr marL="0" indent="0">
              <a:buNone/>
              <a:defRPr sz="2000" i="0">
                <a:solidFill>
                  <a:schemeClr val="tx1"/>
                </a:solidFill>
              </a:defRPr>
            </a:lvl1pPr>
          </a:lstStyle>
          <a:p>
            <a:pPr lvl="0"/>
            <a:r>
              <a:rPr lang="nl-NL"/>
              <a:t>Klik om de tekststijl van het model te bewerken</a:t>
            </a:r>
          </a:p>
        </p:txBody>
      </p:sp>
      <p:sp>
        <p:nvSpPr>
          <p:cNvPr id="21" name="Tijdelijke aanduiding voor afbeelding 3"/>
          <p:cNvSpPr>
            <a:spLocks noGrp="1" noChangeAspect="1"/>
          </p:cNvSpPr>
          <p:nvPr>
            <p:ph type="pic" sz="quarter" idx="19"/>
          </p:nvPr>
        </p:nvSpPr>
        <p:spPr>
          <a:xfrm>
            <a:off x="3612341" y="3921366"/>
            <a:ext cx="541203" cy="540000"/>
          </a:xfrm>
          <a:blipFill>
            <a:blip r:embed="rId2" cstate="print"/>
            <a:stretch>
              <a:fillRect/>
            </a:stretch>
          </a:blipFill>
        </p:spPr>
        <p:txBody>
          <a:bodyPr>
            <a:normAutofit/>
          </a:bodyPr>
          <a:lstStyle>
            <a:lvl1pPr marL="0" indent="0" algn="ctr">
              <a:buNone/>
              <a:defRPr sz="100">
                <a:solidFill>
                  <a:schemeClr val="bg1"/>
                </a:solidFill>
              </a:defRPr>
            </a:lvl1pPr>
          </a:lstStyle>
          <a:p>
            <a:r>
              <a:rPr lang="nl-NL"/>
              <a:t>Klik op het pictogram als u een afbeelding wilt toevoegen</a:t>
            </a:r>
          </a:p>
        </p:txBody>
      </p:sp>
      <p:sp>
        <p:nvSpPr>
          <p:cNvPr id="22" name="Tijdelijke aanduiding voor afbeelding 3"/>
          <p:cNvSpPr>
            <a:spLocks noGrp="1" noChangeAspect="1"/>
          </p:cNvSpPr>
          <p:nvPr>
            <p:ph type="pic" sz="quarter" idx="20"/>
          </p:nvPr>
        </p:nvSpPr>
        <p:spPr>
          <a:xfrm>
            <a:off x="3612341" y="4707382"/>
            <a:ext cx="541203" cy="540000"/>
          </a:xfrm>
          <a:blipFill>
            <a:blip r:embed="rId3" cstate="print"/>
            <a:stretch>
              <a:fillRect/>
            </a:stretch>
          </a:blipFill>
        </p:spPr>
        <p:txBody>
          <a:bodyPr>
            <a:normAutofit/>
          </a:bodyPr>
          <a:lstStyle>
            <a:lvl1pPr marL="0" indent="0" algn="ctr">
              <a:buNone/>
              <a:defRPr sz="100">
                <a:solidFill>
                  <a:schemeClr val="bg1"/>
                </a:solidFill>
              </a:defRPr>
            </a:lvl1pPr>
          </a:lstStyle>
          <a:p>
            <a:r>
              <a:rPr lang="nl-NL"/>
              <a:t>Klik op het pictogram als u een afbeelding wilt toevoegen</a:t>
            </a:r>
          </a:p>
        </p:txBody>
      </p:sp>
      <p:sp>
        <p:nvSpPr>
          <p:cNvPr id="23" name="Tijdelijke aanduiding voor afbeelding 3"/>
          <p:cNvSpPr>
            <a:spLocks noGrp="1" noChangeAspect="1"/>
          </p:cNvSpPr>
          <p:nvPr>
            <p:ph type="pic" sz="quarter" idx="21"/>
          </p:nvPr>
        </p:nvSpPr>
        <p:spPr>
          <a:xfrm>
            <a:off x="3612341" y="5480872"/>
            <a:ext cx="541203" cy="540000"/>
          </a:xfrm>
          <a:blipFill>
            <a:blip r:embed="rId4" cstate="print"/>
            <a:stretch>
              <a:fillRect/>
            </a:stretch>
          </a:blipFill>
        </p:spPr>
        <p:txBody>
          <a:bodyPr>
            <a:normAutofit/>
          </a:bodyPr>
          <a:lstStyle>
            <a:lvl1pPr marL="0" indent="0" algn="ctr">
              <a:buNone/>
              <a:defRPr sz="100">
                <a:solidFill>
                  <a:schemeClr val="bg1"/>
                </a:solidFill>
              </a:defRPr>
            </a:lvl1pPr>
          </a:lstStyle>
          <a:p>
            <a:r>
              <a:rPr lang="nl-NL"/>
              <a:t>Klik op het pictogram als u een afbeelding wilt toevoegen</a:t>
            </a:r>
          </a:p>
        </p:txBody>
      </p:sp>
      <p:sp>
        <p:nvSpPr>
          <p:cNvPr id="8" name="Tijdelijke aanduiding voor dianummer 7"/>
          <p:cNvSpPr>
            <a:spLocks noGrp="1"/>
          </p:cNvSpPr>
          <p:nvPr>
            <p:ph type="sldNum" sz="quarter" idx="24"/>
          </p:nvPr>
        </p:nvSpPr>
        <p:spPr/>
        <p:txBody>
          <a:bodyPr/>
          <a:lstStyle>
            <a:lvl1pPr>
              <a:defRPr>
                <a:solidFill>
                  <a:schemeClr val="tx2"/>
                </a:solidFill>
              </a:defRPr>
            </a:lvl1pPr>
          </a:lstStyle>
          <a:p>
            <a:fld id="{10A0A6AF-03C5-477E-939A-E28F7E7F05EA}" type="slidenum">
              <a:rPr lang="nl-NL" smtClean="0"/>
              <a:pPr/>
              <a:t>‹nr.›</a:t>
            </a:fld>
            <a:endParaRPr lang="nl-NL"/>
          </a:p>
        </p:txBody>
      </p:sp>
      <p:sp>
        <p:nvSpPr>
          <p:cNvPr id="14"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tx1"/>
                </a:solidFill>
              </a:defRPr>
            </a:lvl1pPr>
          </a:lstStyle>
          <a:p>
            <a:fld id="{F47EF775-05F8-4D0C-9300-69849B26FFE2}" type="datetime4">
              <a:rPr lang="nl-NL" smtClean="0"/>
              <a:pPr/>
              <a:t>25 september 2026</a:t>
            </a:fld>
            <a:r>
              <a:rPr lang="en-US"/>
              <a:t> | </a:t>
            </a:r>
            <a:r>
              <a:rPr lang="en-US" err="1"/>
              <a:t>Voettekst</a:t>
            </a:r>
            <a:endParaRPr lang="nl-NL"/>
          </a:p>
        </p:txBody>
      </p:sp>
      <p:pic>
        <p:nvPicPr>
          <p:cNvPr id="13" name="Afbeelding 4">
            <a:extLst>
              <a:ext uri="{FF2B5EF4-FFF2-40B4-BE49-F238E27FC236}">
                <a16:creationId xmlns:a16="http://schemas.microsoft.com/office/drawing/2014/main" id="{E904E023-0E48-34EC-F3BE-B5523CB5F2C6}"/>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0" y="0"/>
            <a:ext cx="12192000" cy="1682495"/>
          </a:xfrm>
          <a:prstGeom prst="rect">
            <a:avLst/>
          </a:prstGeom>
        </p:spPr>
      </p:pic>
    </p:spTree>
    <p:extLst>
      <p:ext uri="{BB962C8B-B14F-4D97-AF65-F5344CB8AC3E}">
        <p14:creationId xmlns:p14="http://schemas.microsoft.com/office/powerpoint/2010/main" val="4177838381"/>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pn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0.xml"/><Relationship Id="rId18" Type="http://schemas.openxmlformats.org/officeDocument/2006/relationships/slideLayout" Target="../slideLayouts/slideLayout55.xml"/><Relationship Id="rId26" Type="http://schemas.openxmlformats.org/officeDocument/2006/relationships/slideLayout" Target="../slideLayouts/slideLayout63.xml"/><Relationship Id="rId21" Type="http://schemas.openxmlformats.org/officeDocument/2006/relationships/slideLayout" Target="../slideLayouts/slideLayout58.xml"/><Relationship Id="rId34" Type="http://schemas.openxmlformats.org/officeDocument/2006/relationships/slideLayout" Target="../slideLayouts/slideLayout71.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slideLayout" Target="../slideLayouts/slideLayout54.xml"/><Relationship Id="rId25" Type="http://schemas.openxmlformats.org/officeDocument/2006/relationships/slideLayout" Target="../slideLayouts/slideLayout62.xml"/><Relationship Id="rId33" Type="http://schemas.openxmlformats.org/officeDocument/2006/relationships/slideLayout" Target="../slideLayouts/slideLayout70.xml"/><Relationship Id="rId2" Type="http://schemas.openxmlformats.org/officeDocument/2006/relationships/slideLayout" Target="../slideLayouts/slideLayout39.xml"/><Relationship Id="rId16" Type="http://schemas.openxmlformats.org/officeDocument/2006/relationships/slideLayout" Target="../slideLayouts/slideLayout53.xml"/><Relationship Id="rId20" Type="http://schemas.openxmlformats.org/officeDocument/2006/relationships/slideLayout" Target="../slideLayouts/slideLayout57.xml"/><Relationship Id="rId29" Type="http://schemas.openxmlformats.org/officeDocument/2006/relationships/slideLayout" Target="../slideLayouts/slideLayout66.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24" Type="http://schemas.openxmlformats.org/officeDocument/2006/relationships/slideLayout" Target="../slideLayouts/slideLayout61.xml"/><Relationship Id="rId32" Type="http://schemas.openxmlformats.org/officeDocument/2006/relationships/slideLayout" Target="../slideLayouts/slideLayout69.xml"/><Relationship Id="rId37" Type="http://schemas.openxmlformats.org/officeDocument/2006/relationships/image" Target="../media/image1.png"/><Relationship Id="rId5" Type="http://schemas.openxmlformats.org/officeDocument/2006/relationships/slideLayout" Target="../slideLayouts/slideLayout42.xml"/><Relationship Id="rId15" Type="http://schemas.openxmlformats.org/officeDocument/2006/relationships/slideLayout" Target="../slideLayouts/slideLayout52.xml"/><Relationship Id="rId23" Type="http://schemas.openxmlformats.org/officeDocument/2006/relationships/slideLayout" Target="../slideLayouts/slideLayout60.xml"/><Relationship Id="rId28" Type="http://schemas.openxmlformats.org/officeDocument/2006/relationships/slideLayout" Target="../slideLayouts/slideLayout65.xml"/><Relationship Id="rId36" Type="http://schemas.openxmlformats.org/officeDocument/2006/relationships/theme" Target="../theme/theme2.xml"/><Relationship Id="rId10" Type="http://schemas.openxmlformats.org/officeDocument/2006/relationships/slideLayout" Target="../slideLayouts/slideLayout47.xml"/><Relationship Id="rId19" Type="http://schemas.openxmlformats.org/officeDocument/2006/relationships/slideLayout" Target="../slideLayouts/slideLayout56.xml"/><Relationship Id="rId31" Type="http://schemas.openxmlformats.org/officeDocument/2006/relationships/slideLayout" Target="../slideLayouts/slideLayout68.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slideLayout" Target="../slideLayouts/slideLayout51.xml"/><Relationship Id="rId22" Type="http://schemas.openxmlformats.org/officeDocument/2006/relationships/slideLayout" Target="../slideLayouts/slideLayout59.xml"/><Relationship Id="rId27" Type="http://schemas.openxmlformats.org/officeDocument/2006/relationships/slideLayout" Target="../slideLayouts/slideLayout64.xml"/><Relationship Id="rId30" Type="http://schemas.openxmlformats.org/officeDocument/2006/relationships/slideLayout" Target="../slideLayouts/slideLayout67.xml"/><Relationship Id="rId35" Type="http://schemas.openxmlformats.org/officeDocument/2006/relationships/slideLayout" Target="../slideLayouts/slideLayout72.xml"/><Relationship Id="rId8" Type="http://schemas.openxmlformats.org/officeDocument/2006/relationships/slideLayout" Target="../slideLayouts/slideLayout45.xml"/><Relationship Id="rId3"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635000" y="1052513"/>
            <a:ext cx="10923588" cy="948047"/>
          </a:xfrm>
          <a:prstGeom prst="rect">
            <a:avLst/>
          </a:prstGeom>
        </p:spPr>
        <p:txBody>
          <a:bodyPr vert="horz" lIns="91440" tIns="45720" rIns="91440" bIns="45720" rtlCol="0" anchor="t" anchorCtr="0">
            <a:normAutofit/>
          </a:bodyPr>
          <a:lstStyle/>
          <a:p>
            <a:r>
              <a:rPr lang="nl-NL"/>
              <a:t>Klik om de stijl te bewerken</a:t>
            </a:r>
          </a:p>
        </p:txBody>
      </p:sp>
      <p:sp>
        <p:nvSpPr>
          <p:cNvPr id="3" name="Tijdelijke aanduiding voor tekst 2"/>
          <p:cNvSpPr>
            <a:spLocks noGrp="1"/>
          </p:cNvSpPr>
          <p:nvPr>
            <p:ph type="body" idx="1"/>
          </p:nvPr>
        </p:nvSpPr>
        <p:spPr>
          <a:xfrm>
            <a:off x="635000" y="2289485"/>
            <a:ext cx="10923588" cy="3931928"/>
          </a:xfrm>
          <a:prstGeom prst="rect">
            <a:avLst/>
          </a:prstGeom>
        </p:spPr>
        <p:txBody>
          <a:bodyPr vert="horz" lIns="91440" tIns="45720" rIns="91440" bIns="45720" rtlCol="0">
            <a:normAutofit/>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a:p>
            <a:pPr lvl="5"/>
            <a:r>
              <a:rPr lang="nl-NL"/>
              <a:t>Zesde niveau</a:t>
            </a:r>
          </a:p>
          <a:p>
            <a:pPr lvl="6"/>
            <a:r>
              <a:rPr lang="nl-NL"/>
              <a:t>Zevende niveau</a:t>
            </a:r>
          </a:p>
          <a:p>
            <a:pPr lvl="7"/>
            <a:r>
              <a:rPr lang="nl-NL"/>
              <a:t>Achtste niveau</a:t>
            </a:r>
          </a:p>
          <a:p>
            <a:pPr lvl="8"/>
            <a:r>
              <a:rPr lang="nl-NL"/>
              <a:t>Negende niveau</a:t>
            </a:r>
          </a:p>
          <a:p>
            <a:pPr lvl="8"/>
            <a:endParaRPr lang="nl-NL"/>
          </a:p>
        </p:txBody>
      </p:sp>
      <p:sp>
        <p:nvSpPr>
          <p:cNvPr id="14"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sp>
        <p:nvSpPr>
          <p:cNvPr id="15" name="Tijdelijke aanduiding voor dianummer 5"/>
          <p:cNvSpPr>
            <a:spLocks noGrp="1"/>
          </p:cNvSpPr>
          <p:nvPr>
            <p:ph type="sldNum" sz="quarter" idx="4"/>
          </p:nvPr>
        </p:nvSpPr>
        <p:spPr>
          <a:xfrm>
            <a:off x="6553199" y="6221413"/>
            <a:ext cx="5005389" cy="322075"/>
          </a:xfrm>
          <a:prstGeom prst="rect">
            <a:avLst/>
          </a:prstGeom>
        </p:spPr>
        <p:txBody>
          <a:bodyPr vert="horz" lIns="91440" tIns="45720" rIns="0" bIns="45720" rtlCol="0" anchor="b" anchorCtr="0"/>
          <a:lstStyle>
            <a:lvl1pPr algn="r">
              <a:defRPr sz="1050">
                <a:solidFill>
                  <a:schemeClr val="bg1">
                    <a:lumMod val="65000"/>
                  </a:schemeClr>
                </a:solidFill>
              </a:defRPr>
            </a:lvl1pPr>
          </a:lstStyle>
          <a:p>
            <a:fld id="{10A0A6AF-03C5-477E-939A-E28F7E7F05EA}" type="slidenum">
              <a:rPr lang="nl-NL" smtClean="0"/>
              <a:pPr/>
              <a:t>‹nr.›</a:t>
            </a:fld>
            <a:endParaRPr lang="nl-NL"/>
          </a:p>
        </p:txBody>
      </p:sp>
      <p:pic>
        <p:nvPicPr>
          <p:cNvPr id="8" name="Afbeelding 7" descr="RO_vervolgpagina_Logo_2_RGB_pos__aangepast.png"/>
          <p:cNvPicPr>
            <a:picLocks noChangeAspect="1"/>
          </p:cNvPicPr>
          <p:nvPr/>
        </p:nvPicPr>
        <p:blipFill>
          <a:blip r:embed="rId39" cstate="print"/>
          <a:stretch>
            <a:fillRect/>
          </a:stretch>
        </p:blipFill>
        <p:spPr>
          <a:xfrm>
            <a:off x="0" y="0"/>
            <a:ext cx="12192000" cy="1057656"/>
          </a:xfrm>
          <a:prstGeom prst="rect">
            <a:avLst/>
          </a:prstGeom>
        </p:spPr>
      </p:pic>
    </p:spTree>
    <p:extLst>
      <p:ext uri="{BB962C8B-B14F-4D97-AF65-F5344CB8AC3E}">
        <p14:creationId xmlns:p14="http://schemas.microsoft.com/office/powerpoint/2010/main" val="3324857711"/>
      </p:ext>
    </p:extLst>
  </p:cSld>
  <p:clrMap bg1="lt1" tx1="dk1" bg2="lt2" tx2="dk2" accent1="accent1" accent2="accent2" accent3="accent3" accent4="accent4" accent5="accent5" accent6="accent6" hlink="hlink" folHlink="folHlink"/>
  <p:sldLayoutIdLst>
    <p:sldLayoutId id="2147483856" r:id="rId1"/>
    <p:sldLayoutId id="2147483858" r:id="rId2"/>
    <p:sldLayoutId id="2147483860" r:id="rId3"/>
    <p:sldLayoutId id="2147483861" r:id="rId4"/>
    <p:sldLayoutId id="2147483862" r:id="rId5"/>
    <p:sldLayoutId id="2147483863" r:id="rId6"/>
    <p:sldLayoutId id="2147483864" r:id="rId7"/>
    <p:sldLayoutId id="2147483865" r:id="rId8"/>
    <p:sldLayoutId id="2147483866" r:id="rId9"/>
    <p:sldLayoutId id="2147484448" r:id="rId10"/>
    <p:sldLayoutId id="2147483867" r:id="rId11"/>
    <p:sldLayoutId id="2147483868" r:id="rId12"/>
    <p:sldLayoutId id="2147483869" r:id="rId13"/>
    <p:sldLayoutId id="2147483870" r:id="rId14"/>
    <p:sldLayoutId id="2147483871" r:id="rId15"/>
    <p:sldLayoutId id="2147483872" r:id="rId16"/>
    <p:sldLayoutId id="2147483873" r:id="rId17"/>
    <p:sldLayoutId id="2147483874" r:id="rId18"/>
    <p:sldLayoutId id="2147483875" r:id="rId19"/>
    <p:sldLayoutId id="2147483876" r:id="rId20"/>
    <p:sldLayoutId id="2147483877" r:id="rId21"/>
    <p:sldLayoutId id="2147483878" r:id="rId22"/>
    <p:sldLayoutId id="2147483879" r:id="rId23"/>
    <p:sldLayoutId id="2147483880" r:id="rId24"/>
    <p:sldLayoutId id="2147483881" r:id="rId25"/>
    <p:sldLayoutId id="2147483882" r:id="rId26"/>
    <p:sldLayoutId id="2147483883" r:id="rId27"/>
    <p:sldLayoutId id="2147483884" r:id="rId28"/>
    <p:sldLayoutId id="2147483885" r:id="rId29"/>
    <p:sldLayoutId id="2147483886" r:id="rId30"/>
    <p:sldLayoutId id="2147483887" r:id="rId31"/>
    <p:sldLayoutId id="2147483888" r:id="rId32"/>
    <p:sldLayoutId id="2147483889" r:id="rId33"/>
    <p:sldLayoutId id="2147483890" r:id="rId34"/>
    <p:sldLayoutId id="2147483891" r:id="rId35"/>
    <p:sldLayoutId id="2147483892" r:id="rId36"/>
    <p:sldLayoutId id="2147484682" r:id="rId37"/>
  </p:sldLayoutIdLst>
  <p:hf hdr="0" dt="0"/>
  <p:txStyles>
    <p:titleStyle>
      <a:lvl1pPr algn="l" defTabSz="914400" rtl="0" eaLnBrk="1" latinLnBrk="0" hangingPunct="1">
        <a:lnSpc>
          <a:spcPct val="90000"/>
        </a:lnSpc>
        <a:spcBef>
          <a:spcPct val="0"/>
        </a:spcBef>
        <a:buNone/>
        <a:defRPr sz="3600" b="0" kern="1200" baseline="0">
          <a:solidFill>
            <a:schemeClr val="tx2"/>
          </a:solidFill>
          <a:latin typeface="+mj-lt"/>
          <a:ea typeface="+mj-ea"/>
          <a:cs typeface="+mj-cs"/>
        </a:defRPr>
      </a:lvl1pPr>
    </p:titleStyle>
    <p:bodyStyle>
      <a:lvl1pPr marL="316800" indent="-316800" algn="l" defTabSz="914400" rtl="0" eaLnBrk="1" latinLnBrk="0" hangingPunct="1">
        <a:lnSpc>
          <a:spcPct val="90000"/>
        </a:lnSpc>
        <a:spcBef>
          <a:spcPts val="1200"/>
        </a:spcBef>
        <a:buClr>
          <a:schemeClr val="tx2"/>
        </a:buClr>
        <a:buSzPct val="80000"/>
        <a:buFont typeface="Verdana" panose="020B0604030504040204" pitchFamily="34" charset="0"/>
        <a:buChar char="›"/>
        <a:defRPr sz="2400" kern="1200">
          <a:solidFill>
            <a:schemeClr val="tx1"/>
          </a:solidFill>
          <a:latin typeface="+mn-lt"/>
          <a:ea typeface="+mn-ea"/>
          <a:cs typeface="+mn-cs"/>
        </a:defRPr>
      </a:lvl1pPr>
      <a:lvl2pPr marL="630000" indent="-316800" algn="l" defTabSz="914400" rtl="0" eaLnBrk="1" latinLnBrk="0" hangingPunct="1">
        <a:lnSpc>
          <a:spcPct val="90000"/>
        </a:lnSpc>
        <a:spcBef>
          <a:spcPts val="1000"/>
        </a:spcBef>
        <a:buClr>
          <a:schemeClr val="tx2"/>
        </a:buClr>
        <a:buFont typeface="Verdana" panose="020B0604030504040204" pitchFamily="34" charset="0"/>
        <a:buChar char="–"/>
        <a:defRPr sz="2000" kern="1200">
          <a:solidFill>
            <a:schemeClr val="tx1"/>
          </a:solidFill>
          <a:latin typeface="+mn-lt"/>
          <a:ea typeface="+mn-ea"/>
          <a:cs typeface="+mn-cs"/>
        </a:defRPr>
      </a:lvl2pPr>
      <a:lvl3pPr marL="946800" indent="-316800" algn="l" defTabSz="914400" rtl="0" eaLnBrk="1" latinLnBrk="0" hangingPunct="1">
        <a:lnSpc>
          <a:spcPct val="90000"/>
        </a:lnSpc>
        <a:spcBef>
          <a:spcPts val="8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260000" indent="-316800" algn="l" defTabSz="914400" rtl="0" eaLnBrk="1" latinLnBrk="0" hangingPunct="1">
        <a:lnSpc>
          <a:spcPct val="90000"/>
        </a:lnSpc>
        <a:spcBef>
          <a:spcPts val="600"/>
        </a:spcBef>
        <a:buClr>
          <a:schemeClr val="tx2"/>
        </a:buClr>
        <a:buFont typeface="Arial" panose="020B0604020202020204" pitchFamily="34" charset="0"/>
        <a:buChar char="•"/>
        <a:defRPr sz="1800" kern="1200">
          <a:solidFill>
            <a:schemeClr val="tx1"/>
          </a:solidFill>
          <a:latin typeface="+mn-lt"/>
          <a:ea typeface="+mn-ea"/>
          <a:cs typeface="+mn-cs"/>
        </a:defRPr>
      </a:lvl4pPr>
      <a:lvl5pPr marL="1576800" indent="-316800" algn="l" defTabSz="914400" rtl="0" eaLnBrk="1" latinLnBrk="0" hangingPunct="1">
        <a:lnSpc>
          <a:spcPct val="90000"/>
        </a:lnSpc>
        <a:spcBef>
          <a:spcPts val="600"/>
        </a:spcBef>
        <a:buClr>
          <a:srgbClr val="017BC6"/>
        </a:buClr>
        <a:buFont typeface="Verdana" panose="020B0604030504040204" pitchFamily="34" charset="0"/>
        <a:buChar char="–"/>
        <a:defRPr sz="1600" kern="1200">
          <a:solidFill>
            <a:schemeClr val="tx2"/>
          </a:solidFill>
          <a:latin typeface="+mn-lt"/>
          <a:ea typeface="+mn-ea"/>
          <a:cs typeface="+mn-cs"/>
        </a:defRPr>
      </a:lvl5pPr>
      <a:lvl6pPr marL="1890000" indent="-316800" algn="l" defTabSz="914400" rtl="0" eaLnBrk="1" latinLnBrk="0" hangingPunct="1">
        <a:lnSpc>
          <a:spcPct val="90000"/>
        </a:lnSpc>
        <a:spcBef>
          <a:spcPts val="600"/>
        </a:spcBef>
        <a:buFont typeface="Arial" panose="020B0604020202020204" pitchFamily="34" charset="0"/>
        <a:buChar char="•"/>
        <a:defRPr sz="1400" kern="1200">
          <a:solidFill>
            <a:schemeClr val="tx1">
              <a:lumMod val="50000"/>
              <a:lumOff val="50000"/>
            </a:schemeClr>
          </a:solidFill>
          <a:latin typeface="+mn-lt"/>
          <a:ea typeface="+mn-ea"/>
          <a:cs typeface="+mn-cs"/>
        </a:defRPr>
      </a:lvl6pPr>
      <a:lvl7pPr marL="72000" indent="-72000" algn="l" defTabSz="914400" rtl="0" eaLnBrk="1" latinLnBrk="0" hangingPunct="1">
        <a:lnSpc>
          <a:spcPct val="90000"/>
        </a:lnSpc>
        <a:spcBef>
          <a:spcPts val="600"/>
        </a:spcBef>
        <a:buSzPct val="25000"/>
        <a:buFont typeface="Verdana" panose="020B0604030504040204" pitchFamily="34" charset="0"/>
        <a:buChar char=" "/>
        <a:defRPr sz="1200" b="1" i="0" kern="1200">
          <a:solidFill>
            <a:schemeClr val="tx2"/>
          </a:solidFill>
          <a:latin typeface="+mn-lt"/>
          <a:ea typeface="+mn-ea"/>
          <a:cs typeface="+mn-cs"/>
        </a:defRPr>
      </a:lvl7pPr>
      <a:lvl8pPr marL="72000" indent="-72000" algn="l" defTabSz="914400" rtl="0" eaLnBrk="1" latinLnBrk="0" hangingPunct="1">
        <a:lnSpc>
          <a:spcPct val="90000"/>
        </a:lnSpc>
        <a:spcBef>
          <a:spcPts val="600"/>
        </a:spcBef>
        <a:buSzPct val="25000"/>
        <a:buFont typeface="Verdana" panose="020B0604030504040204" pitchFamily="34" charset="0"/>
        <a:buChar char=" "/>
        <a:defRPr sz="1200" i="0" kern="1200">
          <a:solidFill>
            <a:schemeClr val="tx1">
              <a:lumMod val="65000"/>
              <a:lumOff val="35000"/>
            </a:schemeClr>
          </a:solidFill>
          <a:latin typeface="+mn-lt"/>
          <a:ea typeface="+mn-ea"/>
          <a:cs typeface="+mn-cs"/>
        </a:defRPr>
      </a:lvl8pPr>
      <a:lvl9pPr marL="216000" indent="-144000" algn="l" defTabSz="914400" rtl="0" eaLnBrk="1" latinLnBrk="0" hangingPunct="1">
        <a:lnSpc>
          <a:spcPct val="90000"/>
        </a:lnSpc>
        <a:spcBef>
          <a:spcPts val="600"/>
        </a:spcBef>
        <a:buClr>
          <a:schemeClr val="tx2"/>
        </a:buClr>
        <a:buFont typeface="Verdana" panose="020B0604030504040204" pitchFamily="34" charset="0"/>
        <a:buChar char="–"/>
        <a:defRPr sz="1200" i="0" kern="1200">
          <a:solidFill>
            <a:schemeClr val="tx1">
              <a:lumMod val="65000"/>
              <a:lumOff val="35000"/>
            </a:schemeClr>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281" userDrawn="1">
          <p15:clr>
            <a:srgbClr val="F26B43"/>
          </p15:clr>
        </p15:guide>
        <p15:guide id="8" orient="horz" pos="3919" userDrawn="1">
          <p15:clr>
            <a:srgbClr val="F26B43"/>
          </p15:clr>
        </p15:guide>
        <p15:guide id="9" pos="3840" userDrawn="1">
          <p15:clr>
            <a:srgbClr val="F26B43"/>
          </p15:clr>
        </p15:guide>
        <p15:guide id="10" orient="horz" pos="2159" userDrawn="1">
          <p15:clr>
            <a:srgbClr val="F26B43"/>
          </p15:clr>
        </p15:guide>
        <p15:guide id="11" pos="400" userDrawn="1">
          <p15:clr>
            <a:srgbClr val="F26B43"/>
          </p15:clr>
        </p15:guide>
        <p15:guide id="12" pos="4128" userDrawn="1">
          <p15:clr>
            <a:srgbClr val="F26B43"/>
          </p15:clr>
        </p15:guide>
        <p15:guide id="13" pos="3552" userDrawn="1">
          <p15:clr>
            <a:srgbClr val="F26B43"/>
          </p15:clr>
        </p15:guide>
        <p15:guide id="14" orient="horz" pos="1275" userDrawn="1">
          <p15:clr>
            <a:srgbClr val="F26B43"/>
          </p15:clr>
        </p15:guide>
        <p15:guide id="15" orient="horz" pos="1434" userDrawn="1">
          <p15:clr>
            <a:srgbClr val="F26B43"/>
          </p15:clr>
        </p15:guide>
        <p15:guide id="16" pos="461" userDrawn="1">
          <p15:clr>
            <a:srgbClr val="F26B43"/>
          </p15:clr>
        </p15:guide>
        <p15:guide id="17" orient="horz" pos="66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635000" y="1052513"/>
            <a:ext cx="10923588" cy="948047"/>
          </a:xfrm>
          <a:prstGeom prst="rect">
            <a:avLst/>
          </a:prstGeom>
        </p:spPr>
        <p:txBody>
          <a:bodyPr vert="horz" lIns="91440" tIns="45720" rIns="91440" bIns="45720" rtlCol="0" anchor="t" anchorCtr="0">
            <a:normAutofit/>
          </a:bodyPr>
          <a:lstStyle/>
          <a:p>
            <a:r>
              <a:rPr lang="nl-NL"/>
              <a:t>Klik om de stijl te bewerken</a:t>
            </a:r>
          </a:p>
        </p:txBody>
      </p:sp>
      <p:sp>
        <p:nvSpPr>
          <p:cNvPr id="3" name="Tijdelijke aanduiding voor tekst 2"/>
          <p:cNvSpPr>
            <a:spLocks noGrp="1"/>
          </p:cNvSpPr>
          <p:nvPr>
            <p:ph type="body" idx="1"/>
          </p:nvPr>
        </p:nvSpPr>
        <p:spPr>
          <a:xfrm>
            <a:off x="635000" y="2289485"/>
            <a:ext cx="10923588" cy="3931928"/>
          </a:xfrm>
          <a:prstGeom prst="rect">
            <a:avLst/>
          </a:prstGeom>
        </p:spPr>
        <p:txBody>
          <a:bodyPr vert="horz" lIns="91440" tIns="45720" rIns="91440" bIns="45720" rtlCol="0">
            <a:normAutofit/>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p>
          <a:p>
            <a:pPr lvl="5"/>
            <a:r>
              <a:rPr lang="nl-NL"/>
              <a:t>Zesde niveau</a:t>
            </a:r>
          </a:p>
          <a:p>
            <a:pPr lvl="6"/>
            <a:r>
              <a:rPr lang="nl-NL"/>
              <a:t>Zevende niveau</a:t>
            </a:r>
          </a:p>
          <a:p>
            <a:pPr lvl="7"/>
            <a:r>
              <a:rPr lang="nl-NL"/>
              <a:t>Achtste niveau</a:t>
            </a:r>
          </a:p>
          <a:p>
            <a:pPr lvl="8"/>
            <a:r>
              <a:rPr lang="nl-NL"/>
              <a:t>Negende niveau</a:t>
            </a:r>
          </a:p>
          <a:p>
            <a:pPr lvl="8"/>
            <a:endParaRPr lang="nl-NL"/>
          </a:p>
        </p:txBody>
      </p:sp>
      <p:sp>
        <p:nvSpPr>
          <p:cNvPr id="14" name="Tijdelijke aanduiding voor voettekst 4"/>
          <p:cNvSpPr>
            <a:spLocks noGrp="1"/>
          </p:cNvSpPr>
          <p:nvPr>
            <p:ph type="ftr" sz="quarter" idx="3"/>
          </p:nvPr>
        </p:nvSpPr>
        <p:spPr>
          <a:xfrm>
            <a:off x="635000" y="6221413"/>
            <a:ext cx="5003800" cy="322075"/>
          </a:xfrm>
          <a:prstGeom prst="rect">
            <a:avLst/>
          </a:prstGeom>
        </p:spPr>
        <p:txBody>
          <a:bodyPr vert="horz" lIns="91440" tIns="45720" rIns="91440" bIns="45720" rtlCol="0" anchor="b" anchorCtr="0"/>
          <a:lstStyle>
            <a:lvl1pPr algn="l">
              <a:defRPr sz="1050">
                <a:solidFill>
                  <a:schemeClr val="bg1">
                    <a:lumMod val="65000"/>
                  </a:schemeClr>
                </a:solidFill>
              </a:defRPr>
            </a:lvl1pPr>
          </a:lstStyle>
          <a:p>
            <a:fld id="{F47EF775-05F8-4D0C-9300-69849B26FFE2}" type="datetime4">
              <a:rPr lang="nl-NL" smtClean="0"/>
              <a:pPr/>
              <a:t>25 september 2026</a:t>
            </a:fld>
            <a:r>
              <a:rPr lang="en-US"/>
              <a:t> | </a:t>
            </a:r>
            <a:r>
              <a:rPr lang="en-US" err="1"/>
              <a:t>Voettekst</a:t>
            </a:r>
            <a:endParaRPr lang="nl-NL"/>
          </a:p>
        </p:txBody>
      </p:sp>
      <p:sp>
        <p:nvSpPr>
          <p:cNvPr id="15" name="Tijdelijke aanduiding voor dianummer 5"/>
          <p:cNvSpPr>
            <a:spLocks noGrp="1"/>
          </p:cNvSpPr>
          <p:nvPr>
            <p:ph type="sldNum" sz="quarter" idx="4"/>
          </p:nvPr>
        </p:nvSpPr>
        <p:spPr>
          <a:xfrm>
            <a:off x="6553199" y="6221413"/>
            <a:ext cx="5005389" cy="322075"/>
          </a:xfrm>
          <a:prstGeom prst="rect">
            <a:avLst/>
          </a:prstGeom>
        </p:spPr>
        <p:txBody>
          <a:bodyPr vert="horz" lIns="91440" tIns="45720" rIns="0" bIns="45720" rtlCol="0" anchor="b" anchorCtr="0"/>
          <a:lstStyle>
            <a:lvl1pPr algn="r">
              <a:defRPr sz="1050">
                <a:solidFill>
                  <a:schemeClr val="bg1">
                    <a:lumMod val="65000"/>
                  </a:schemeClr>
                </a:solidFill>
              </a:defRPr>
            </a:lvl1pPr>
          </a:lstStyle>
          <a:p>
            <a:fld id="{10A0A6AF-03C5-477E-939A-E28F7E7F05EA}" type="slidenum">
              <a:rPr lang="nl-NL" smtClean="0"/>
              <a:pPr/>
              <a:t>‹nr.›</a:t>
            </a:fld>
            <a:endParaRPr lang="nl-NL"/>
          </a:p>
        </p:txBody>
      </p:sp>
      <p:pic>
        <p:nvPicPr>
          <p:cNvPr id="8" name="Afbeelding 7" descr="RO_vervolgpagina_Logo_2_RGB_pos__aangepast.png"/>
          <p:cNvPicPr>
            <a:picLocks noChangeAspect="1"/>
          </p:cNvPicPr>
          <p:nvPr/>
        </p:nvPicPr>
        <p:blipFill>
          <a:blip r:embed="rId37" cstate="print"/>
          <a:stretch>
            <a:fillRect/>
          </a:stretch>
        </p:blipFill>
        <p:spPr>
          <a:xfrm>
            <a:off x="0" y="0"/>
            <a:ext cx="12192000" cy="1057656"/>
          </a:xfrm>
          <a:prstGeom prst="rect">
            <a:avLst/>
          </a:prstGeom>
        </p:spPr>
      </p:pic>
    </p:spTree>
    <p:extLst>
      <p:ext uri="{BB962C8B-B14F-4D97-AF65-F5344CB8AC3E}">
        <p14:creationId xmlns:p14="http://schemas.microsoft.com/office/powerpoint/2010/main" val="3324857711"/>
      </p:ext>
    </p:extLst>
  </p:cSld>
  <p:clrMap bg1="lt1" tx1="dk1" bg2="lt2" tx2="dk2" accent1="accent1" accent2="accent2" accent3="accent3" accent4="accent4" accent5="accent5" accent6="accent6" hlink="hlink" folHlink="folHlink"/>
  <p:sldLayoutIdLst>
    <p:sldLayoutId id="2147484338" r:id="rId1"/>
    <p:sldLayoutId id="2147484340" r:id="rId2"/>
    <p:sldLayoutId id="2147484341" r:id="rId3"/>
    <p:sldLayoutId id="2147484342" r:id="rId4"/>
    <p:sldLayoutId id="2147484344" r:id="rId5"/>
    <p:sldLayoutId id="2147484345" r:id="rId6"/>
    <p:sldLayoutId id="2147484346" r:id="rId7"/>
    <p:sldLayoutId id="2147484347" r:id="rId8"/>
    <p:sldLayoutId id="2147484458" r:id="rId9"/>
    <p:sldLayoutId id="2147484348" r:id="rId10"/>
    <p:sldLayoutId id="2147484349" r:id="rId11"/>
    <p:sldLayoutId id="2147484350" r:id="rId12"/>
    <p:sldLayoutId id="2147484351" r:id="rId13"/>
    <p:sldLayoutId id="2147484352" r:id="rId14"/>
    <p:sldLayoutId id="2147484353" r:id="rId15"/>
    <p:sldLayoutId id="2147484354" r:id="rId16"/>
    <p:sldLayoutId id="2147484355" r:id="rId17"/>
    <p:sldLayoutId id="2147484356" r:id="rId18"/>
    <p:sldLayoutId id="2147484357" r:id="rId19"/>
    <p:sldLayoutId id="2147484358" r:id="rId20"/>
    <p:sldLayoutId id="2147484359" r:id="rId21"/>
    <p:sldLayoutId id="2147484360" r:id="rId22"/>
    <p:sldLayoutId id="2147484361" r:id="rId23"/>
    <p:sldLayoutId id="2147484362" r:id="rId24"/>
    <p:sldLayoutId id="2147484363" r:id="rId25"/>
    <p:sldLayoutId id="2147484364" r:id="rId26"/>
    <p:sldLayoutId id="2147484365" r:id="rId27"/>
    <p:sldLayoutId id="2147484366" r:id="rId28"/>
    <p:sldLayoutId id="2147484367" r:id="rId29"/>
    <p:sldLayoutId id="2147484368" r:id="rId30"/>
    <p:sldLayoutId id="2147484369" r:id="rId31"/>
    <p:sldLayoutId id="2147484370" r:id="rId32"/>
    <p:sldLayoutId id="2147484371" r:id="rId33"/>
    <p:sldLayoutId id="2147484372" r:id="rId34"/>
    <p:sldLayoutId id="2147484373" r:id="rId35"/>
  </p:sldLayoutIdLst>
  <p:hf hdr="0" dt="0"/>
  <p:txStyles>
    <p:titleStyle>
      <a:lvl1pPr algn="l" defTabSz="914400" rtl="0" eaLnBrk="1" latinLnBrk="0" hangingPunct="1">
        <a:lnSpc>
          <a:spcPct val="90000"/>
        </a:lnSpc>
        <a:spcBef>
          <a:spcPct val="0"/>
        </a:spcBef>
        <a:buNone/>
        <a:defRPr sz="3600" b="0" kern="1200" baseline="0">
          <a:solidFill>
            <a:schemeClr val="accent2"/>
          </a:solidFill>
          <a:latin typeface="+mj-lt"/>
          <a:ea typeface="+mj-ea"/>
          <a:cs typeface="+mj-cs"/>
        </a:defRPr>
      </a:lvl1pPr>
    </p:titleStyle>
    <p:bodyStyle>
      <a:lvl1pPr marL="316800" indent="-316800" algn="l" defTabSz="914400" rtl="0" eaLnBrk="1" latinLnBrk="0" hangingPunct="1">
        <a:lnSpc>
          <a:spcPct val="90000"/>
        </a:lnSpc>
        <a:spcBef>
          <a:spcPts val="1200"/>
        </a:spcBef>
        <a:buClr>
          <a:schemeClr val="accent2"/>
        </a:buClr>
        <a:buSzPct val="80000"/>
        <a:buFont typeface="Verdana" panose="020B0604030504040204" pitchFamily="34" charset="0"/>
        <a:buChar char="›"/>
        <a:defRPr sz="2400" kern="1200">
          <a:solidFill>
            <a:schemeClr val="tx1"/>
          </a:solidFill>
          <a:latin typeface="+mn-lt"/>
          <a:ea typeface="+mn-ea"/>
          <a:cs typeface="+mn-cs"/>
        </a:defRPr>
      </a:lvl1pPr>
      <a:lvl2pPr marL="630000" indent="-316800" algn="l" defTabSz="914400" rtl="0" eaLnBrk="1" latinLnBrk="0" hangingPunct="1">
        <a:lnSpc>
          <a:spcPct val="90000"/>
        </a:lnSpc>
        <a:spcBef>
          <a:spcPts val="1000"/>
        </a:spcBef>
        <a:buClr>
          <a:schemeClr val="accent2"/>
        </a:buClr>
        <a:buFont typeface="Verdana" panose="020B0604030504040204" pitchFamily="34" charset="0"/>
        <a:buChar char="–"/>
        <a:defRPr sz="2000" kern="1200">
          <a:solidFill>
            <a:schemeClr val="tx1"/>
          </a:solidFill>
          <a:latin typeface="+mn-lt"/>
          <a:ea typeface="+mn-ea"/>
          <a:cs typeface="+mn-cs"/>
        </a:defRPr>
      </a:lvl2pPr>
      <a:lvl3pPr marL="946800" indent="-316800" algn="l" defTabSz="914400" rtl="0" eaLnBrk="1" latinLnBrk="0" hangingPunct="1">
        <a:lnSpc>
          <a:spcPct val="90000"/>
        </a:lnSpc>
        <a:spcBef>
          <a:spcPts val="800"/>
        </a:spcBef>
        <a:buClr>
          <a:schemeClr val="accent2"/>
        </a:buClr>
        <a:buFont typeface="Wingdings" panose="05000000000000000000" pitchFamily="2" charset="2"/>
        <a:buChar char="§"/>
        <a:defRPr sz="1800" kern="1200">
          <a:solidFill>
            <a:schemeClr val="tx1"/>
          </a:solidFill>
          <a:latin typeface="+mn-lt"/>
          <a:ea typeface="+mn-ea"/>
          <a:cs typeface="+mn-cs"/>
        </a:defRPr>
      </a:lvl3pPr>
      <a:lvl4pPr marL="1260000" indent="-316800" algn="l" defTabSz="914400" rtl="0" eaLnBrk="1" latinLnBrk="0" hangingPunct="1">
        <a:lnSpc>
          <a:spcPct val="90000"/>
        </a:lnSpc>
        <a:spcBef>
          <a:spcPts val="6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1576800" indent="-316800" algn="l" defTabSz="914400" rtl="0" eaLnBrk="1" latinLnBrk="0" hangingPunct="1">
        <a:lnSpc>
          <a:spcPct val="90000"/>
        </a:lnSpc>
        <a:spcBef>
          <a:spcPts val="600"/>
        </a:spcBef>
        <a:buFont typeface="Verdana" panose="020B0604030504040204" pitchFamily="34" charset="0"/>
        <a:buChar char="–"/>
        <a:defRPr sz="1600" kern="1200" baseline="0">
          <a:solidFill>
            <a:schemeClr val="accent2"/>
          </a:solidFill>
          <a:latin typeface="+mn-lt"/>
          <a:ea typeface="+mn-ea"/>
          <a:cs typeface="+mn-cs"/>
        </a:defRPr>
      </a:lvl5pPr>
      <a:lvl6pPr marL="1890000" indent="-316800" algn="l" defTabSz="914400" rtl="0" eaLnBrk="1" latinLnBrk="0" hangingPunct="1">
        <a:lnSpc>
          <a:spcPct val="90000"/>
        </a:lnSpc>
        <a:spcBef>
          <a:spcPts val="600"/>
        </a:spcBef>
        <a:buFont typeface="Arial" panose="020B0604020202020204" pitchFamily="34" charset="0"/>
        <a:buChar char="•"/>
        <a:defRPr sz="1400" kern="1200">
          <a:solidFill>
            <a:schemeClr val="tx1">
              <a:lumMod val="50000"/>
              <a:lumOff val="50000"/>
            </a:schemeClr>
          </a:solidFill>
          <a:latin typeface="+mn-lt"/>
          <a:ea typeface="+mn-ea"/>
          <a:cs typeface="+mn-cs"/>
        </a:defRPr>
      </a:lvl6pPr>
      <a:lvl7pPr marL="72000" indent="-72000" algn="l" defTabSz="914400" rtl="0" eaLnBrk="1" latinLnBrk="0" hangingPunct="1">
        <a:lnSpc>
          <a:spcPct val="90000"/>
        </a:lnSpc>
        <a:spcBef>
          <a:spcPts val="600"/>
        </a:spcBef>
        <a:buSzPct val="25000"/>
        <a:buFont typeface="Verdana" panose="020B0604030504040204" pitchFamily="34" charset="0"/>
        <a:buChar char=" "/>
        <a:defRPr sz="1200" b="1" i="0" kern="1200" baseline="0">
          <a:solidFill>
            <a:schemeClr val="accent2"/>
          </a:solidFill>
          <a:latin typeface="+mn-lt"/>
          <a:ea typeface="+mn-ea"/>
          <a:cs typeface="+mn-cs"/>
        </a:defRPr>
      </a:lvl7pPr>
      <a:lvl8pPr marL="72000" indent="-72000" algn="l" defTabSz="914400" rtl="0" eaLnBrk="1" latinLnBrk="0" hangingPunct="1">
        <a:lnSpc>
          <a:spcPct val="90000"/>
        </a:lnSpc>
        <a:spcBef>
          <a:spcPts val="600"/>
        </a:spcBef>
        <a:buSzPct val="25000"/>
        <a:buFont typeface="Verdana" panose="020B0604030504040204" pitchFamily="34" charset="0"/>
        <a:buChar char=" "/>
        <a:defRPr sz="1200" i="0" kern="1200">
          <a:solidFill>
            <a:schemeClr val="tx1">
              <a:lumMod val="65000"/>
              <a:lumOff val="35000"/>
            </a:schemeClr>
          </a:solidFill>
          <a:latin typeface="+mn-lt"/>
          <a:ea typeface="+mn-ea"/>
          <a:cs typeface="+mn-cs"/>
        </a:defRPr>
      </a:lvl8pPr>
      <a:lvl9pPr marL="216000" indent="-144000" algn="l" defTabSz="914400" rtl="0" eaLnBrk="1" latinLnBrk="0" hangingPunct="1">
        <a:lnSpc>
          <a:spcPct val="90000"/>
        </a:lnSpc>
        <a:spcBef>
          <a:spcPts val="600"/>
        </a:spcBef>
        <a:buClr>
          <a:schemeClr val="accent2"/>
        </a:buClr>
        <a:buFont typeface="Verdana" panose="020B0604030504040204" pitchFamily="34" charset="0"/>
        <a:buChar char="–"/>
        <a:defRPr sz="1200" i="0" kern="1200">
          <a:solidFill>
            <a:schemeClr val="tx1">
              <a:lumMod val="65000"/>
              <a:lumOff val="35000"/>
            </a:schemeClr>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281" userDrawn="1">
          <p15:clr>
            <a:srgbClr val="F26B43"/>
          </p15:clr>
        </p15:guide>
        <p15:guide id="8" orient="horz" pos="3919" userDrawn="1">
          <p15:clr>
            <a:srgbClr val="F26B43"/>
          </p15:clr>
        </p15:guide>
        <p15:guide id="9" pos="3840" userDrawn="1">
          <p15:clr>
            <a:srgbClr val="F26B43"/>
          </p15:clr>
        </p15:guide>
        <p15:guide id="10" orient="horz" pos="2159" userDrawn="1">
          <p15:clr>
            <a:srgbClr val="F26B43"/>
          </p15:clr>
        </p15:guide>
        <p15:guide id="11" pos="400" userDrawn="1">
          <p15:clr>
            <a:srgbClr val="F26B43"/>
          </p15:clr>
        </p15:guide>
        <p15:guide id="12" pos="4128" userDrawn="1">
          <p15:clr>
            <a:srgbClr val="F26B43"/>
          </p15:clr>
        </p15:guide>
        <p15:guide id="13" pos="3552" userDrawn="1">
          <p15:clr>
            <a:srgbClr val="F26B43"/>
          </p15:clr>
        </p15:guide>
        <p15:guide id="14" orient="horz" pos="1275" userDrawn="1">
          <p15:clr>
            <a:srgbClr val="F26B43"/>
          </p15:clr>
        </p15:guide>
        <p15:guide id="15" orient="horz" pos="1434" userDrawn="1">
          <p15:clr>
            <a:srgbClr val="F26B43"/>
          </p15:clr>
        </p15:guide>
        <p15:guide id="16" pos="461" userDrawn="1">
          <p15:clr>
            <a:srgbClr val="F26B43"/>
          </p15:clr>
        </p15:guide>
        <p15:guide id="17" orient="horz" pos="663"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0.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10.xml"/><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10.xml"/><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9.sv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0.xml"/><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0.xml"/><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37.svg"/></Relationships>
</file>

<file path=ppt/slides/_rels/slide23.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svg"/><Relationship Id="rId7" Type="http://schemas.openxmlformats.org/officeDocument/2006/relationships/image" Target="../media/image42.png"/><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hyperlink" Target="https://www.invasive.org/browse/detail.cfm?imgnum=5574607" TargetMode="External"/><Relationship Id="rId2" Type="http://schemas.openxmlformats.org/officeDocument/2006/relationships/image" Target="../media/image44.jpeg"/><Relationship Id="rId1" Type="http://schemas.openxmlformats.org/officeDocument/2006/relationships/slideLayout" Target="../slideLayouts/slideLayout19.xml"/><Relationship Id="rId4" Type="http://schemas.openxmlformats.org/officeDocument/2006/relationships/hyperlink" Target="https://creativecommons.org/licenses/by/3.0/"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0.xml"/><Relationship Id="rId5" Type="http://schemas.openxmlformats.org/officeDocument/2006/relationships/image" Target="../media/image25.pn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2.xml"/><Relationship Id="rId1" Type="http://schemas.openxmlformats.org/officeDocument/2006/relationships/slideLayout" Target="../slideLayouts/slideLayout10.xml"/><Relationship Id="rId4" Type="http://schemas.openxmlformats.org/officeDocument/2006/relationships/image" Target="../media/image46.png"/></Relationships>
</file>

<file path=ppt/slides/_rels/slide2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3.xml"/><Relationship Id="rId1" Type="http://schemas.openxmlformats.org/officeDocument/2006/relationships/slideLayout" Target="../slideLayouts/slideLayout10.xml"/><Relationship Id="rId4"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p:cNvSpPr>
            <a:spLocks noGrp="1"/>
          </p:cNvSpPr>
          <p:nvPr>
            <p:ph type="ctrTitle"/>
          </p:nvPr>
        </p:nvSpPr>
        <p:spPr>
          <a:xfrm>
            <a:off x="5867400" y="1488812"/>
            <a:ext cx="6324600" cy="2930788"/>
          </a:xfrm>
        </p:spPr>
        <p:txBody>
          <a:bodyPr>
            <a:normAutofit/>
          </a:bodyPr>
          <a:lstStyle/>
          <a:p>
            <a:r>
              <a:rPr lang="en-US" b="1"/>
              <a:t>"If we have data, let’s look at data. </a:t>
            </a:r>
            <a:br>
              <a:rPr lang="en-US" b="1"/>
            </a:br>
            <a:br>
              <a:rPr lang="en-US" b="1"/>
            </a:br>
            <a:r>
              <a:rPr lang="en-US" b="1"/>
              <a:t>If all we have are opinions, let’s go with mine.“</a:t>
            </a:r>
            <a:endParaRPr lang="nl-NL" b="1"/>
          </a:p>
        </p:txBody>
      </p:sp>
      <p:sp>
        <p:nvSpPr>
          <p:cNvPr id="5" name="Tijdelijke aanduiding voor dianummer 4"/>
          <p:cNvSpPr>
            <a:spLocks noGrp="1"/>
          </p:cNvSpPr>
          <p:nvPr>
            <p:ph type="sldNum" sz="quarter" idx="12"/>
          </p:nvPr>
        </p:nvSpPr>
        <p:spPr/>
        <p:txBody>
          <a:bodyPr/>
          <a:lstStyle/>
          <a:p>
            <a:r>
              <a:rPr lang="nl-NL"/>
              <a:t>* Jim </a:t>
            </a:r>
            <a:r>
              <a:rPr lang="nl-NL" err="1"/>
              <a:t>Barksdale</a:t>
            </a:r>
            <a:r>
              <a:rPr lang="nl-NL"/>
              <a:t> (voormalig CEO Netscape)    </a:t>
            </a:r>
            <a:fld id="{10A0A6AF-03C5-477E-939A-E28F7E7F05EA}" type="slidenum">
              <a:rPr lang="nl-NL" smtClean="0"/>
              <a:pPr/>
              <a:t>1</a:t>
            </a:fld>
            <a:endParaRPr lang="nl-NL"/>
          </a:p>
        </p:txBody>
      </p:sp>
      <p:pic>
        <p:nvPicPr>
          <p:cNvPr id="2" name="Tijdelijke aanduiding voor inhoud 3" descr="Afbeelding met schermopname, cirkel, Kaartspel&#10;&#10;Door AI gegenereerde inhoud is mogelijk onjuist.">
            <a:extLst>
              <a:ext uri="{FF2B5EF4-FFF2-40B4-BE49-F238E27FC236}">
                <a16:creationId xmlns:a16="http://schemas.microsoft.com/office/drawing/2014/main" id="{7C487D2F-E4FA-19C7-17B8-0A73487AB0B0}"/>
              </a:ext>
            </a:extLst>
          </p:cNvPr>
          <p:cNvPicPr>
            <a:picLocks noChangeAspect="1"/>
          </p:cNvPicPr>
          <p:nvPr/>
        </p:nvPicPr>
        <p:blipFill>
          <a:blip r:embed="rId2"/>
          <a:stretch>
            <a:fillRect/>
          </a:stretch>
        </p:blipFill>
        <p:spPr>
          <a:xfrm rot="1380000">
            <a:off x="-94629" y="438387"/>
            <a:ext cx="5862115" cy="580210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Tijdelijke aanduiding voor afbeelding 12">
            <a:extLst>
              <a:ext uri="{FF2B5EF4-FFF2-40B4-BE49-F238E27FC236}">
                <a16:creationId xmlns:a16="http://schemas.microsoft.com/office/drawing/2014/main" id="{4602EA60-62E4-959C-BB22-4A73923E5A28}"/>
              </a:ext>
            </a:extLst>
          </p:cNvPr>
          <p:cNvPicPr>
            <a:picLocks noGrp="1" noChangeAspect="1"/>
          </p:cNvPicPr>
          <p:nvPr>
            <p:ph type="pic" sz="quarter" idx="22"/>
          </p:nvPr>
        </p:nvPicPr>
        <p:blipFill>
          <a:blip r:embed="rId3">
            <a:extLst>
              <a:ext uri="{28A0092B-C50C-407E-A947-70E740481C1C}">
                <a14:useLocalDpi xmlns:a14="http://schemas.microsoft.com/office/drawing/2010/main" val="0"/>
              </a:ext>
            </a:extLst>
          </a:blip>
          <a:srcRect l="24987" r="24987"/>
          <a:stretch>
            <a:fillRect/>
          </a:stretch>
        </p:blipFill>
        <p:spPr/>
      </p:pic>
      <p:sp>
        <p:nvSpPr>
          <p:cNvPr id="4" name="Tijdelijke aanduiding voor dianummer 3">
            <a:extLst>
              <a:ext uri="{FF2B5EF4-FFF2-40B4-BE49-F238E27FC236}">
                <a16:creationId xmlns:a16="http://schemas.microsoft.com/office/drawing/2014/main" id="{031B3351-33C6-C815-6329-9C485B8BEBAE}"/>
              </a:ext>
            </a:extLst>
          </p:cNvPr>
          <p:cNvSpPr>
            <a:spLocks noGrp="1"/>
          </p:cNvSpPr>
          <p:nvPr>
            <p:ph type="sldNum" sz="quarter" idx="25"/>
          </p:nvPr>
        </p:nvSpPr>
        <p:spPr/>
        <p:txBody>
          <a:bodyPr/>
          <a:lstStyle/>
          <a:p>
            <a:fld id="{10A0A6AF-03C5-477E-939A-E28F7E7F05EA}" type="slidenum">
              <a:rPr lang="nl-NL" smtClean="0"/>
              <a:pPr/>
              <a:t>2</a:t>
            </a:fld>
            <a:endParaRPr lang="nl-NL"/>
          </a:p>
        </p:txBody>
      </p:sp>
      <p:sp>
        <p:nvSpPr>
          <p:cNvPr id="5" name="Titel 4">
            <a:extLst>
              <a:ext uri="{FF2B5EF4-FFF2-40B4-BE49-F238E27FC236}">
                <a16:creationId xmlns:a16="http://schemas.microsoft.com/office/drawing/2014/main" id="{62836B19-7920-0276-7053-2F411E262867}"/>
              </a:ext>
            </a:extLst>
          </p:cNvPr>
          <p:cNvSpPr>
            <a:spLocks noGrp="1"/>
          </p:cNvSpPr>
          <p:nvPr>
            <p:ph type="ctrTitle"/>
          </p:nvPr>
        </p:nvSpPr>
        <p:spPr/>
        <p:txBody>
          <a:bodyPr/>
          <a:lstStyle/>
          <a:p>
            <a:r>
              <a:rPr lang="nl-NL" b="1"/>
              <a:t>Justid Verbindingen en Veiligheid</a:t>
            </a:r>
            <a:br>
              <a:rPr lang="nl-NL" b="1" dirty="0"/>
            </a:br>
            <a:br>
              <a:rPr lang="nl-NL" b="1" dirty="0"/>
            </a:br>
            <a:r>
              <a:rPr lang="nl-NL" sz="1800" b="1"/>
              <a:t>Marc Buis</a:t>
            </a:r>
            <a:br>
              <a:rPr lang="nl-NL" sz="1800" b="1" dirty="0"/>
            </a:br>
            <a:r>
              <a:rPr lang="nl-NL" sz="1800" b="1"/>
              <a:t>Mark Denkers</a:t>
            </a:r>
            <a:endParaRPr lang="nl-NL" sz="1800" b="1" dirty="0"/>
          </a:p>
        </p:txBody>
      </p:sp>
      <p:sp>
        <p:nvSpPr>
          <p:cNvPr id="6" name="Ondertitel 5">
            <a:extLst>
              <a:ext uri="{FF2B5EF4-FFF2-40B4-BE49-F238E27FC236}">
                <a16:creationId xmlns:a16="http://schemas.microsoft.com/office/drawing/2014/main" id="{D6E02A2E-F1C1-632E-7526-88C45295910F}"/>
              </a:ext>
            </a:extLst>
          </p:cNvPr>
          <p:cNvSpPr>
            <a:spLocks noGrp="1"/>
          </p:cNvSpPr>
          <p:nvPr>
            <p:ph type="subTitle" idx="1"/>
          </p:nvPr>
        </p:nvSpPr>
        <p:spPr/>
        <p:txBody>
          <a:bodyPr vert="horz" lIns="104400" tIns="90000" rIns="90000" bIns="46800" rtlCol="0" anchor="t">
            <a:normAutofit/>
          </a:bodyPr>
          <a:lstStyle/>
          <a:p>
            <a:r>
              <a:rPr lang="nl-NL" sz="1800" i="1"/>
              <a:t>Interoperabiliteit in ketens</a:t>
            </a:r>
          </a:p>
        </p:txBody>
      </p:sp>
      <p:sp>
        <p:nvSpPr>
          <p:cNvPr id="7" name="Tijdelijke aanduiding voor voettekst 6">
            <a:extLst>
              <a:ext uri="{FF2B5EF4-FFF2-40B4-BE49-F238E27FC236}">
                <a16:creationId xmlns:a16="http://schemas.microsoft.com/office/drawing/2014/main" id="{2B5EA5BA-5EFB-EB66-6FDB-67C04BFDFD37}"/>
              </a:ext>
            </a:extLst>
          </p:cNvPr>
          <p:cNvSpPr>
            <a:spLocks noGrp="1"/>
          </p:cNvSpPr>
          <p:nvPr>
            <p:ph type="ftr" sz="quarter" idx="3"/>
          </p:nvPr>
        </p:nvSpPr>
        <p:spPr/>
        <p:txBody>
          <a:bodyPr/>
          <a:lstStyle/>
          <a:p>
            <a:fld id="{5B6AAF2B-AF0B-4194-B5A9-FCA7BFB44B8C}" type="datetime4">
              <a:rPr lang="nl-NL" smtClean="0"/>
              <a:pPr/>
              <a:t>25 september 2026</a:t>
            </a:fld>
            <a:r>
              <a:rPr lang="en-US"/>
              <a:t> | Voettekst</a:t>
            </a:r>
            <a:endParaRPr lang="nl-NL"/>
          </a:p>
        </p:txBody>
      </p:sp>
    </p:spTree>
    <p:extLst>
      <p:ext uri="{BB962C8B-B14F-4D97-AF65-F5344CB8AC3E}">
        <p14:creationId xmlns:p14="http://schemas.microsoft.com/office/powerpoint/2010/main" val="4058805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6874BCE-D803-D6F2-C0E7-F6112BC708B1}"/>
              </a:ext>
            </a:extLst>
          </p:cNvPr>
          <p:cNvSpPr>
            <a:spLocks noGrp="1"/>
          </p:cNvSpPr>
          <p:nvPr>
            <p:ph type="title"/>
          </p:nvPr>
        </p:nvSpPr>
        <p:spPr>
          <a:xfrm>
            <a:off x="102870" y="2635249"/>
            <a:ext cx="5772150" cy="1584325"/>
          </a:xfrm>
        </p:spPr>
        <p:txBody>
          <a:bodyPr/>
          <a:lstStyle/>
          <a:p>
            <a:r>
              <a:rPr lang="nl-NL" b="1"/>
              <a:t>Event gedreven Provenance</a:t>
            </a:r>
          </a:p>
        </p:txBody>
      </p:sp>
      <p:sp>
        <p:nvSpPr>
          <p:cNvPr id="3" name="Tijdelijke aanduiding voor tekst 2">
            <a:extLst>
              <a:ext uri="{FF2B5EF4-FFF2-40B4-BE49-F238E27FC236}">
                <a16:creationId xmlns:a16="http://schemas.microsoft.com/office/drawing/2014/main" id="{1B3FFBB2-73C8-2623-5DEA-4149ADC5EE80}"/>
              </a:ext>
            </a:extLst>
          </p:cNvPr>
          <p:cNvSpPr>
            <a:spLocks noGrp="1"/>
          </p:cNvSpPr>
          <p:nvPr>
            <p:ph type="body" idx="1"/>
          </p:nvPr>
        </p:nvSpPr>
        <p:spPr/>
        <p:txBody>
          <a:bodyPr>
            <a:normAutofit/>
          </a:bodyPr>
          <a:lstStyle/>
          <a:p>
            <a:r>
              <a:rPr lang="en-US"/>
              <a:t>'the greatest danger in turbulent times is not the turbulence, but to act with yesterday's logic’   </a:t>
            </a:r>
          </a:p>
          <a:p>
            <a:r>
              <a:rPr lang="en-US"/>
              <a:t>~ Peter Drucker</a:t>
            </a:r>
          </a:p>
        </p:txBody>
      </p:sp>
      <p:sp>
        <p:nvSpPr>
          <p:cNvPr id="4" name="Tijdelijke aanduiding voor tekst 3">
            <a:extLst>
              <a:ext uri="{FF2B5EF4-FFF2-40B4-BE49-F238E27FC236}">
                <a16:creationId xmlns:a16="http://schemas.microsoft.com/office/drawing/2014/main" id="{07F19AED-379C-94C3-29AB-758E6DBA6AD5}"/>
              </a:ext>
            </a:extLst>
          </p:cNvPr>
          <p:cNvSpPr>
            <a:spLocks noGrp="1"/>
          </p:cNvSpPr>
          <p:nvPr>
            <p:ph type="body" sz="quarter" idx="13"/>
          </p:nvPr>
        </p:nvSpPr>
        <p:spPr/>
        <p:txBody>
          <a:bodyPr/>
          <a:lstStyle/>
          <a:p>
            <a:r>
              <a:rPr lang="nl-NL"/>
              <a:t>1</a:t>
            </a:r>
          </a:p>
        </p:txBody>
      </p:sp>
      <p:sp>
        <p:nvSpPr>
          <p:cNvPr id="5" name="Tijdelijke aanduiding voor dianummer 4">
            <a:extLst>
              <a:ext uri="{FF2B5EF4-FFF2-40B4-BE49-F238E27FC236}">
                <a16:creationId xmlns:a16="http://schemas.microsoft.com/office/drawing/2014/main" id="{F88BB8D9-A379-D579-A7BE-56AD2A525DEB}"/>
              </a:ext>
            </a:extLst>
          </p:cNvPr>
          <p:cNvSpPr>
            <a:spLocks noGrp="1"/>
          </p:cNvSpPr>
          <p:nvPr>
            <p:ph type="sldNum" sz="quarter" idx="16"/>
          </p:nvPr>
        </p:nvSpPr>
        <p:spPr/>
        <p:txBody>
          <a:bodyPr/>
          <a:lstStyle/>
          <a:p>
            <a:fld id="{10A0A6AF-03C5-477E-939A-E28F7E7F05EA}" type="slidenum">
              <a:rPr lang="nl-NL" smtClean="0"/>
              <a:pPr/>
              <a:t>3</a:t>
            </a:fld>
            <a:endParaRPr lang="nl-NL"/>
          </a:p>
        </p:txBody>
      </p:sp>
      <p:sp>
        <p:nvSpPr>
          <p:cNvPr id="6" name="Tijdelijke aanduiding voor voettekst 5">
            <a:extLst>
              <a:ext uri="{FF2B5EF4-FFF2-40B4-BE49-F238E27FC236}">
                <a16:creationId xmlns:a16="http://schemas.microsoft.com/office/drawing/2014/main" id="{74BE01B0-72F0-6FF1-B769-579A0BCF748A}"/>
              </a:ext>
            </a:extLst>
          </p:cNvPr>
          <p:cNvSpPr>
            <a:spLocks noGrp="1"/>
          </p:cNvSpPr>
          <p:nvPr>
            <p:ph type="ftr" sz="quarter" idx="3"/>
          </p:nvPr>
        </p:nvSpPr>
        <p:spPr/>
        <p:txBody>
          <a:bodyPr/>
          <a:lstStyle/>
          <a:p>
            <a:fld id="{BC202EE1-32A0-4EA9-A629-9F30F6C31AA8}" type="datetime4">
              <a:rPr lang="nl-NL" smtClean="0"/>
              <a:pPr/>
              <a:t>25 september 2026</a:t>
            </a:fld>
            <a:r>
              <a:rPr lang="en-US"/>
              <a:t> | Voettekst</a:t>
            </a:r>
            <a:endParaRPr lang="nl-NL"/>
          </a:p>
        </p:txBody>
      </p:sp>
      <p:sp>
        <p:nvSpPr>
          <p:cNvPr id="9" name="Tekstvak 8">
            <a:extLst>
              <a:ext uri="{FF2B5EF4-FFF2-40B4-BE49-F238E27FC236}">
                <a16:creationId xmlns:a16="http://schemas.microsoft.com/office/drawing/2014/main" id="{37CD581E-8C66-4600-950C-96B65D89D049}"/>
              </a:ext>
            </a:extLst>
          </p:cNvPr>
          <p:cNvSpPr txBox="1"/>
          <p:nvPr/>
        </p:nvSpPr>
        <p:spPr>
          <a:xfrm>
            <a:off x="6633209" y="2635249"/>
            <a:ext cx="5259558" cy="830997"/>
          </a:xfrm>
          <a:prstGeom prst="rect">
            <a:avLst/>
          </a:prstGeom>
          <a:noFill/>
        </p:spPr>
        <p:txBody>
          <a:bodyPr wrap="square" rtlCol="0">
            <a:spAutoFit/>
          </a:bodyPr>
          <a:lstStyle/>
          <a:p>
            <a:r>
              <a:rPr lang="nl-NL" sz="2400"/>
              <a:t>W3C PROV JSON-LD als extensie van Cloudevent?</a:t>
            </a:r>
          </a:p>
        </p:txBody>
      </p:sp>
    </p:spTree>
    <p:extLst>
      <p:ext uri="{BB962C8B-B14F-4D97-AF65-F5344CB8AC3E}">
        <p14:creationId xmlns:p14="http://schemas.microsoft.com/office/powerpoint/2010/main" val="141028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2D7DA-FEB9-4D17-52DE-88A5A3D275DE}"/>
            </a:ext>
          </a:extLst>
        </p:cNvPr>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2DEE5F36-B449-655F-37DF-77500244FE2D}"/>
              </a:ext>
            </a:extLst>
          </p:cNvPr>
          <p:cNvSpPr>
            <a:spLocks noGrp="1"/>
          </p:cNvSpPr>
          <p:nvPr>
            <p:ph idx="1"/>
          </p:nvPr>
        </p:nvSpPr>
        <p:spPr>
          <a:xfrm>
            <a:off x="635000" y="2000560"/>
            <a:ext cx="7626572" cy="3931928"/>
          </a:xfrm>
        </p:spPr>
        <p:txBody>
          <a:bodyPr numCol="1">
            <a:noAutofit/>
          </a:bodyPr>
          <a:lstStyle/>
          <a:p>
            <a:pPr marL="0" indent="0">
              <a:buNone/>
            </a:pPr>
            <a:r>
              <a:rPr lang="nl-NL" err="1">
                <a:solidFill>
                  <a:srgbClr val="017BC6"/>
                </a:solidFill>
              </a:rPr>
              <a:t>Provenance</a:t>
            </a:r>
            <a:r>
              <a:rPr lang="nl-NL"/>
              <a:t>: </a:t>
            </a:r>
            <a:r>
              <a:rPr lang="nl-NL" err="1"/>
              <a:t>Provenance</a:t>
            </a:r>
            <a:r>
              <a:rPr lang="nl-NL"/>
              <a:t> is de gedocumenteerde herkomst en geschiedenis van een object of entiteit, waarbij wordt vastgelegd waar het vandaan komt, wie ermee heeft gewerkt / wie het gebruikt heeft, welke processen hebben plaatsgevonden, en hoe het in de huidige staat is gekomen.</a:t>
            </a:r>
            <a:endParaRPr lang="nl-NL" i="1" u="sng"/>
          </a:p>
          <a:p>
            <a:pPr marL="0" indent="0">
              <a:buNone/>
            </a:pPr>
            <a:endParaRPr lang="nl-NL" i="1" u="sng"/>
          </a:p>
          <a:p>
            <a:pPr marL="0" indent="0">
              <a:buNone/>
            </a:pPr>
            <a:r>
              <a:rPr lang="nl-NL">
                <a:solidFill>
                  <a:srgbClr val="017BC6"/>
                </a:solidFill>
              </a:rPr>
              <a:t>Domeinonafhankelijk</a:t>
            </a:r>
            <a:r>
              <a:rPr lang="nl-NL"/>
              <a:t>: </a:t>
            </a:r>
            <a:r>
              <a:rPr lang="nl-NL" err="1"/>
              <a:t>Provenance</a:t>
            </a:r>
            <a:r>
              <a:rPr lang="nl-NL"/>
              <a:t> is bewust domein-agnostisch (domeinonafhankelijk) / business agnostisch ontworpen. (Maar kan wel worden voorzien van business semantiek)</a:t>
            </a:r>
          </a:p>
          <a:p>
            <a:pPr marL="0" indent="0">
              <a:buNone/>
            </a:pPr>
            <a:endParaRPr lang="nl-NL" sz="2800"/>
          </a:p>
        </p:txBody>
      </p:sp>
      <p:sp>
        <p:nvSpPr>
          <p:cNvPr id="4" name="Tijdelijke aanduiding voor dianummer 3">
            <a:extLst>
              <a:ext uri="{FF2B5EF4-FFF2-40B4-BE49-F238E27FC236}">
                <a16:creationId xmlns:a16="http://schemas.microsoft.com/office/drawing/2014/main" id="{AF79C7FA-22B4-EBD5-5EAD-1D53FED9D371}"/>
              </a:ext>
            </a:extLst>
          </p:cNvPr>
          <p:cNvSpPr>
            <a:spLocks noGrp="1"/>
          </p:cNvSpPr>
          <p:nvPr>
            <p:ph type="sldNum" sz="quarter" idx="12"/>
          </p:nvPr>
        </p:nvSpPr>
        <p:spPr/>
        <p:txBody>
          <a:bodyPr/>
          <a:lstStyle/>
          <a:p>
            <a:fld id="{10A0A6AF-03C5-477E-939A-E28F7E7F05EA}" type="slidenum">
              <a:rPr lang="nl-NL" smtClean="0"/>
              <a:pPr/>
              <a:t>4</a:t>
            </a:fld>
            <a:endParaRPr lang="nl-NL"/>
          </a:p>
        </p:txBody>
      </p:sp>
      <p:sp>
        <p:nvSpPr>
          <p:cNvPr id="5" name="Tijdelijke aanduiding voor voettekst 4">
            <a:extLst>
              <a:ext uri="{FF2B5EF4-FFF2-40B4-BE49-F238E27FC236}">
                <a16:creationId xmlns:a16="http://schemas.microsoft.com/office/drawing/2014/main" id="{0FE87CA1-0834-0AC9-E74B-51AF181F7C48}"/>
              </a:ext>
            </a:extLst>
          </p:cNvPr>
          <p:cNvSpPr>
            <a:spLocks noGrp="1"/>
          </p:cNvSpPr>
          <p:nvPr>
            <p:ph type="ftr" sz="quarter" idx="3"/>
          </p:nvPr>
        </p:nvSpPr>
        <p:spPr/>
        <p:txBody>
          <a:bodyPr/>
          <a:lstStyle/>
          <a:p>
            <a:fld id="{87D34612-DF11-4FD6-9B67-AF4303590F80}" type="datetime4">
              <a:rPr lang="nl-NL" smtClean="0"/>
              <a:pPr/>
              <a:t>25 september 2026</a:t>
            </a:fld>
            <a:r>
              <a:rPr lang="en-US"/>
              <a:t> | </a:t>
            </a:r>
            <a:r>
              <a:rPr lang="en-US" err="1"/>
              <a:t>Voettekst</a:t>
            </a:r>
            <a:endParaRPr lang="nl-NL"/>
          </a:p>
        </p:txBody>
      </p:sp>
      <p:sp>
        <p:nvSpPr>
          <p:cNvPr id="3" name="Titel 2">
            <a:extLst>
              <a:ext uri="{FF2B5EF4-FFF2-40B4-BE49-F238E27FC236}">
                <a16:creationId xmlns:a16="http://schemas.microsoft.com/office/drawing/2014/main" id="{823323EA-BACA-82A4-6D11-9C5CB43117DB}"/>
              </a:ext>
            </a:extLst>
          </p:cNvPr>
          <p:cNvSpPr>
            <a:spLocks noGrp="1"/>
          </p:cNvSpPr>
          <p:nvPr>
            <p:ph type="title"/>
          </p:nvPr>
        </p:nvSpPr>
        <p:spPr>
          <a:xfrm>
            <a:off x="635000" y="1052513"/>
            <a:ext cx="10923588" cy="948047"/>
          </a:xfrm>
        </p:spPr>
        <p:txBody>
          <a:bodyPr/>
          <a:lstStyle/>
          <a:p>
            <a:r>
              <a:rPr lang="nl-NL" err="1"/>
              <a:t>Provenance</a:t>
            </a:r>
            <a:endParaRPr lang="nl-NL"/>
          </a:p>
        </p:txBody>
      </p:sp>
      <p:pic>
        <p:nvPicPr>
          <p:cNvPr id="7" name="Afbeelding 6">
            <a:extLst>
              <a:ext uri="{FF2B5EF4-FFF2-40B4-BE49-F238E27FC236}">
                <a16:creationId xmlns:a16="http://schemas.microsoft.com/office/drawing/2014/main" id="{43B7F146-15D4-5BEA-31A9-36CAFE49DE2B}"/>
              </a:ext>
            </a:extLst>
          </p:cNvPr>
          <p:cNvPicPr>
            <a:picLocks noChangeAspect="1"/>
          </p:cNvPicPr>
          <p:nvPr/>
        </p:nvPicPr>
        <p:blipFill>
          <a:blip r:embed="rId2"/>
          <a:stretch>
            <a:fillRect/>
          </a:stretch>
        </p:blipFill>
        <p:spPr>
          <a:xfrm>
            <a:off x="7901822" y="2000560"/>
            <a:ext cx="4168318" cy="2181420"/>
          </a:xfrm>
          <a:prstGeom prst="rect">
            <a:avLst/>
          </a:prstGeom>
        </p:spPr>
      </p:pic>
    </p:spTree>
    <p:extLst>
      <p:ext uri="{BB962C8B-B14F-4D97-AF65-F5344CB8AC3E}">
        <p14:creationId xmlns:p14="http://schemas.microsoft.com/office/powerpoint/2010/main" val="2310338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968D6-1636-4395-07A3-EDC3A8386A8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9F3E3B7-6568-4186-B9FF-4FDC6E158284}"/>
              </a:ext>
            </a:extLst>
          </p:cNvPr>
          <p:cNvSpPr>
            <a:spLocks noGrp="1"/>
          </p:cNvSpPr>
          <p:nvPr>
            <p:ph type="title"/>
          </p:nvPr>
        </p:nvSpPr>
        <p:spPr/>
        <p:txBody>
          <a:bodyPr>
            <a:normAutofit/>
          </a:bodyPr>
          <a:lstStyle/>
          <a:p>
            <a:r>
              <a:rPr lang="nl-NL"/>
              <a:t>Begrijpen wat er is gebeurd</a:t>
            </a:r>
          </a:p>
        </p:txBody>
      </p:sp>
      <p:pic>
        <p:nvPicPr>
          <p:cNvPr id="1026" name="Picture 2" descr="Rabobank OmniKassa">
            <a:extLst>
              <a:ext uri="{FF2B5EF4-FFF2-40B4-BE49-F238E27FC236}">
                <a16:creationId xmlns:a16="http://schemas.microsoft.com/office/drawing/2014/main" id="{CC0DB62C-D2FF-C568-901A-4F7A5779F95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000"/>
          <a:stretch/>
        </p:blipFill>
        <p:spPr bwMode="auto">
          <a:xfrm>
            <a:off x="6916021" y="1337724"/>
            <a:ext cx="3869806" cy="5320983"/>
          </a:xfrm>
          <a:prstGeom prst="rect">
            <a:avLst/>
          </a:prstGeom>
          <a:noFill/>
          <a:extLst>
            <a:ext uri="{909E8E84-426E-40DD-AFC4-6F175D3DCCD1}">
              <a14:hiddenFill xmlns:a14="http://schemas.microsoft.com/office/drawing/2010/main">
                <a:solidFill>
                  <a:srgbClr val="FFFFFF"/>
                </a:solidFill>
              </a14:hiddenFill>
            </a:ext>
          </a:extLst>
        </p:spPr>
      </p:pic>
      <p:sp>
        <p:nvSpPr>
          <p:cNvPr id="3" name="Tekstvak 2">
            <a:extLst>
              <a:ext uri="{FF2B5EF4-FFF2-40B4-BE49-F238E27FC236}">
                <a16:creationId xmlns:a16="http://schemas.microsoft.com/office/drawing/2014/main" id="{B1F8D964-0B60-B88C-C52A-710FC122F096}"/>
              </a:ext>
            </a:extLst>
          </p:cNvPr>
          <p:cNvSpPr txBox="1"/>
          <p:nvPr/>
        </p:nvSpPr>
        <p:spPr>
          <a:xfrm>
            <a:off x="507125" y="1888968"/>
            <a:ext cx="4240721" cy="954107"/>
          </a:xfrm>
          <a:prstGeom prst="rect">
            <a:avLst/>
          </a:prstGeom>
          <a:noFill/>
        </p:spPr>
        <p:txBody>
          <a:bodyPr wrap="square" rtlCol="0">
            <a:spAutoFit/>
          </a:bodyPr>
          <a:lstStyle/>
          <a:p>
            <a:r>
              <a:rPr lang="nl-NL" sz="2800"/>
              <a:t>Actuele (of historische) </a:t>
            </a:r>
            <a:r>
              <a:rPr lang="nl-NL" sz="2800">
                <a:solidFill>
                  <a:srgbClr val="017BC6"/>
                </a:solidFill>
              </a:rPr>
              <a:t>toestand / systeem state</a:t>
            </a:r>
          </a:p>
        </p:txBody>
      </p:sp>
      <p:sp>
        <p:nvSpPr>
          <p:cNvPr id="4" name="Tekstvak 3">
            <a:extLst>
              <a:ext uri="{FF2B5EF4-FFF2-40B4-BE49-F238E27FC236}">
                <a16:creationId xmlns:a16="http://schemas.microsoft.com/office/drawing/2014/main" id="{D632B678-E05E-2BAF-8F79-1E12FC831B8D}"/>
              </a:ext>
            </a:extLst>
          </p:cNvPr>
          <p:cNvSpPr txBox="1"/>
          <p:nvPr/>
        </p:nvSpPr>
        <p:spPr>
          <a:xfrm>
            <a:off x="448508" y="4138247"/>
            <a:ext cx="5751124" cy="1815882"/>
          </a:xfrm>
          <a:prstGeom prst="rect">
            <a:avLst/>
          </a:prstGeom>
          <a:noFill/>
        </p:spPr>
        <p:txBody>
          <a:bodyPr wrap="square" lIns="91440" tIns="45720" rIns="91440" bIns="45720" rtlCol="0" anchor="t">
            <a:spAutoFit/>
          </a:bodyPr>
          <a:lstStyle/>
          <a:p>
            <a:r>
              <a:rPr lang="nl-NL" sz="2800"/>
              <a:t>Onderbouwd door </a:t>
            </a:r>
            <a:r>
              <a:rPr lang="nl-NL" sz="2800">
                <a:solidFill>
                  <a:srgbClr val="017BC6"/>
                </a:solidFill>
              </a:rPr>
              <a:t>gebeurtenissen</a:t>
            </a:r>
            <a:r>
              <a:rPr lang="nl-NL" sz="2800"/>
              <a:t> met </a:t>
            </a:r>
            <a:r>
              <a:rPr lang="nl-NL" sz="2800">
                <a:solidFill>
                  <a:srgbClr val="017BC6"/>
                </a:solidFill>
              </a:rPr>
              <a:t>contextuele gegevens </a:t>
            </a:r>
            <a:r>
              <a:rPr lang="nl-NL" sz="2800"/>
              <a:t>en </a:t>
            </a:r>
            <a:r>
              <a:rPr lang="nl-NL" sz="2800">
                <a:solidFill>
                  <a:srgbClr val="017BC6"/>
                </a:solidFill>
              </a:rPr>
              <a:t>relaties</a:t>
            </a:r>
            <a:r>
              <a:rPr lang="nl-NL" sz="2800"/>
              <a:t> onderling en naar brongegevens</a:t>
            </a:r>
          </a:p>
        </p:txBody>
      </p:sp>
      <p:cxnSp>
        <p:nvCxnSpPr>
          <p:cNvPr id="7" name="Rechte verbindingslijn met pijl 6">
            <a:extLst>
              <a:ext uri="{FF2B5EF4-FFF2-40B4-BE49-F238E27FC236}">
                <a16:creationId xmlns:a16="http://schemas.microsoft.com/office/drawing/2014/main" id="{DF42DC1E-813A-C5BB-FA97-289EBC8214B9}"/>
              </a:ext>
            </a:extLst>
          </p:cNvPr>
          <p:cNvCxnSpPr>
            <a:cxnSpLocks/>
            <a:stCxn id="3" idx="3"/>
          </p:cNvCxnSpPr>
          <p:nvPr/>
        </p:nvCxnSpPr>
        <p:spPr>
          <a:xfrm>
            <a:off x="4747846" y="2366022"/>
            <a:ext cx="2379785" cy="29726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Rechte verbindingslijn met pijl 8">
            <a:extLst>
              <a:ext uri="{FF2B5EF4-FFF2-40B4-BE49-F238E27FC236}">
                <a16:creationId xmlns:a16="http://schemas.microsoft.com/office/drawing/2014/main" id="{8DEDD6C6-0AC3-A51E-75F1-EBB3680200AD}"/>
              </a:ext>
            </a:extLst>
          </p:cNvPr>
          <p:cNvCxnSpPr>
            <a:cxnSpLocks/>
            <a:stCxn id="4" idx="3"/>
            <a:endCxn id="1026" idx="1"/>
          </p:cNvCxnSpPr>
          <p:nvPr/>
        </p:nvCxnSpPr>
        <p:spPr>
          <a:xfrm flipV="1">
            <a:off x="6199632" y="3998216"/>
            <a:ext cx="716389" cy="10479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Rechte verbindingslijn met pijl 9">
            <a:extLst>
              <a:ext uri="{FF2B5EF4-FFF2-40B4-BE49-F238E27FC236}">
                <a16:creationId xmlns:a16="http://schemas.microsoft.com/office/drawing/2014/main" id="{6B75AA2B-9DD6-A752-EB0B-96F8E98B2EA9}"/>
              </a:ext>
            </a:extLst>
          </p:cNvPr>
          <p:cNvCxnSpPr>
            <a:cxnSpLocks/>
            <a:stCxn id="4" idx="3"/>
          </p:cNvCxnSpPr>
          <p:nvPr/>
        </p:nvCxnSpPr>
        <p:spPr>
          <a:xfrm flipV="1">
            <a:off x="6199632" y="4399857"/>
            <a:ext cx="716389" cy="64633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Rechte verbindingslijn met pijl 16">
            <a:extLst>
              <a:ext uri="{FF2B5EF4-FFF2-40B4-BE49-F238E27FC236}">
                <a16:creationId xmlns:a16="http://schemas.microsoft.com/office/drawing/2014/main" id="{6DB7AFAC-4912-A870-F413-66685379CEBD}"/>
              </a:ext>
            </a:extLst>
          </p:cNvPr>
          <p:cNvCxnSpPr>
            <a:cxnSpLocks/>
            <a:stCxn id="4" idx="3"/>
          </p:cNvCxnSpPr>
          <p:nvPr/>
        </p:nvCxnSpPr>
        <p:spPr>
          <a:xfrm flipV="1">
            <a:off x="6199632" y="4923076"/>
            <a:ext cx="716389" cy="1231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Rechte verbindingslijn met pijl 19">
            <a:extLst>
              <a:ext uri="{FF2B5EF4-FFF2-40B4-BE49-F238E27FC236}">
                <a16:creationId xmlns:a16="http://schemas.microsoft.com/office/drawing/2014/main" id="{A1511E3D-9531-5A0E-A78B-E20BE00BABCF}"/>
              </a:ext>
            </a:extLst>
          </p:cNvPr>
          <p:cNvCxnSpPr>
            <a:cxnSpLocks/>
            <a:stCxn id="4" idx="3"/>
          </p:cNvCxnSpPr>
          <p:nvPr/>
        </p:nvCxnSpPr>
        <p:spPr>
          <a:xfrm>
            <a:off x="6199632" y="5046188"/>
            <a:ext cx="834214" cy="47408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35" name="Rechte verbindingslijn met pijl 1034">
            <a:extLst>
              <a:ext uri="{FF2B5EF4-FFF2-40B4-BE49-F238E27FC236}">
                <a16:creationId xmlns:a16="http://schemas.microsoft.com/office/drawing/2014/main" id="{EFBFACA5-1379-CB3C-1DFF-DC6122E7BB54}"/>
              </a:ext>
            </a:extLst>
          </p:cNvPr>
          <p:cNvCxnSpPr>
            <a:cxnSpLocks/>
            <a:stCxn id="4" idx="3"/>
          </p:cNvCxnSpPr>
          <p:nvPr/>
        </p:nvCxnSpPr>
        <p:spPr>
          <a:xfrm>
            <a:off x="6199632" y="5046188"/>
            <a:ext cx="834214" cy="8505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Rechthoek 5">
            <a:extLst>
              <a:ext uri="{FF2B5EF4-FFF2-40B4-BE49-F238E27FC236}">
                <a16:creationId xmlns:a16="http://schemas.microsoft.com/office/drawing/2014/main" id="{29A77F2C-5B5C-6118-E615-008D00C4E3BF}"/>
              </a:ext>
            </a:extLst>
          </p:cNvPr>
          <p:cNvSpPr/>
          <p:nvPr/>
        </p:nvSpPr>
        <p:spPr>
          <a:xfrm>
            <a:off x="6916021" y="2366022"/>
            <a:ext cx="2251425" cy="764037"/>
          </a:xfrm>
          <a:prstGeom prst="rect">
            <a:avLst/>
          </a:prstGeom>
          <a:noFill/>
          <a:ln w="762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nl-NL"/>
          </a:p>
        </p:txBody>
      </p:sp>
    </p:spTree>
    <p:extLst>
      <p:ext uri="{BB962C8B-B14F-4D97-AF65-F5344CB8AC3E}">
        <p14:creationId xmlns:p14="http://schemas.microsoft.com/office/powerpoint/2010/main" val="385774914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9723B37C-7525-FEE0-7516-3BE54C9D888E}"/>
              </a:ext>
            </a:extLst>
          </p:cNvPr>
          <p:cNvSpPr>
            <a:spLocks noGrp="1"/>
          </p:cNvSpPr>
          <p:nvPr>
            <p:ph type="title"/>
          </p:nvPr>
        </p:nvSpPr>
        <p:spPr/>
        <p:txBody>
          <a:bodyPr/>
          <a:lstStyle/>
          <a:p>
            <a:r>
              <a:rPr lang="nl-NL"/>
              <a:t>W3C Provenance</a:t>
            </a:r>
          </a:p>
        </p:txBody>
      </p:sp>
      <p:sp>
        <p:nvSpPr>
          <p:cNvPr id="4" name="Tijdelijke aanduiding voor dianummer 3">
            <a:extLst>
              <a:ext uri="{FF2B5EF4-FFF2-40B4-BE49-F238E27FC236}">
                <a16:creationId xmlns:a16="http://schemas.microsoft.com/office/drawing/2014/main" id="{246FA699-A177-78B0-C0AB-A3759FF4AC8A}"/>
              </a:ext>
            </a:extLst>
          </p:cNvPr>
          <p:cNvSpPr>
            <a:spLocks noGrp="1"/>
          </p:cNvSpPr>
          <p:nvPr>
            <p:ph type="sldNum" sz="quarter" idx="12"/>
          </p:nvPr>
        </p:nvSpPr>
        <p:spPr/>
        <p:txBody>
          <a:bodyPr/>
          <a:lstStyle/>
          <a:p>
            <a:fld id="{10A0A6AF-03C5-477E-939A-E28F7E7F05EA}" type="slidenum">
              <a:rPr lang="nl-NL" smtClean="0"/>
              <a:pPr/>
              <a:t>6</a:t>
            </a:fld>
            <a:endParaRPr lang="nl-NL"/>
          </a:p>
        </p:txBody>
      </p:sp>
      <p:sp>
        <p:nvSpPr>
          <p:cNvPr id="5" name="Tijdelijke aanduiding voor voettekst 4">
            <a:extLst>
              <a:ext uri="{FF2B5EF4-FFF2-40B4-BE49-F238E27FC236}">
                <a16:creationId xmlns:a16="http://schemas.microsoft.com/office/drawing/2014/main" id="{4B24B293-F902-939C-6A20-86BB4B41C218}"/>
              </a:ext>
            </a:extLst>
          </p:cNvPr>
          <p:cNvSpPr>
            <a:spLocks noGrp="1"/>
          </p:cNvSpPr>
          <p:nvPr>
            <p:ph type="ftr" sz="quarter" idx="3"/>
          </p:nvPr>
        </p:nvSpPr>
        <p:spPr/>
        <p:txBody>
          <a:bodyPr/>
          <a:lstStyle/>
          <a:p>
            <a:fld id="{87D34612-DF11-4FD6-9B67-AF4303590F80}" type="datetime4">
              <a:rPr lang="nl-NL" smtClean="0"/>
              <a:pPr/>
              <a:t>25 september 2026</a:t>
            </a:fld>
            <a:r>
              <a:rPr lang="en-US"/>
              <a:t> | Voettekst</a:t>
            </a:r>
            <a:endParaRPr lang="nl-NL"/>
          </a:p>
        </p:txBody>
      </p:sp>
      <p:pic>
        <p:nvPicPr>
          <p:cNvPr id="6" name="Afbeelding 5">
            <a:extLst>
              <a:ext uri="{FF2B5EF4-FFF2-40B4-BE49-F238E27FC236}">
                <a16:creationId xmlns:a16="http://schemas.microsoft.com/office/drawing/2014/main" id="{65F413F4-A265-B3AE-356B-96B5F3EC8FDC}"/>
              </a:ext>
            </a:extLst>
          </p:cNvPr>
          <p:cNvPicPr>
            <a:picLocks noChangeAspect="1"/>
          </p:cNvPicPr>
          <p:nvPr/>
        </p:nvPicPr>
        <p:blipFill>
          <a:blip r:embed="rId2"/>
          <a:stretch>
            <a:fillRect/>
          </a:stretch>
        </p:blipFill>
        <p:spPr>
          <a:xfrm>
            <a:off x="107684" y="2001406"/>
            <a:ext cx="5540492" cy="3118931"/>
          </a:xfrm>
          <a:prstGeom prst="rect">
            <a:avLst/>
          </a:prstGeom>
        </p:spPr>
      </p:pic>
      <p:pic>
        <p:nvPicPr>
          <p:cNvPr id="7" name="Picture 6">
            <a:extLst>
              <a:ext uri="{FF2B5EF4-FFF2-40B4-BE49-F238E27FC236}">
                <a16:creationId xmlns:a16="http://schemas.microsoft.com/office/drawing/2014/main" id="{D01952E1-E2ED-CAD2-576E-C32D59D790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46920" y="314512"/>
            <a:ext cx="2220872" cy="1059186"/>
          </a:xfrm>
          <a:prstGeom prst="rect">
            <a:avLst/>
          </a:prstGeom>
          <a:noFill/>
          <a:extLst>
            <a:ext uri="{909E8E84-426E-40DD-AFC4-6F175D3DCCD1}">
              <a14:hiddenFill xmlns:a14="http://schemas.microsoft.com/office/drawing/2010/main">
                <a:solidFill>
                  <a:srgbClr val="FFFFFF"/>
                </a:solidFill>
              </a14:hiddenFill>
            </a:ext>
          </a:extLst>
        </p:spPr>
      </p:pic>
      <p:pic>
        <p:nvPicPr>
          <p:cNvPr id="2" name="Afbeelding 1" descr="Afbeelding met tekst, schermopname, diagram, Lettertype&#10;&#10;Door AI gegenereerde inhoud is mogelijk onjuist.">
            <a:extLst>
              <a:ext uri="{FF2B5EF4-FFF2-40B4-BE49-F238E27FC236}">
                <a16:creationId xmlns:a16="http://schemas.microsoft.com/office/drawing/2014/main" id="{2DB82487-7F5D-E5ED-CA35-D5A092A985A7}"/>
              </a:ext>
            </a:extLst>
          </p:cNvPr>
          <p:cNvPicPr>
            <a:picLocks noChangeAspect="1"/>
          </p:cNvPicPr>
          <p:nvPr/>
        </p:nvPicPr>
        <p:blipFill>
          <a:blip r:embed="rId4"/>
          <a:stretch>
            <a:fillRect/>
          </a:stretch>
        </p:blipFill>
        <p:spPr>
          <a:xfrm>
            <a:off x="6222102" y="1910659"/>
            <a:ext cx="5921099" cy="3301725"/>
          </a:xfrm>
          <a:prstGeom prst="rect">
            <a:avLst/>
          </a:prstGeom>
        </p:spPr>
      </p:pic>
      <p:cxnSp>
        <p:nvCxnSpPr>
          <p:cNvPr id="8" name="Rechte verbindingslijn met pijl 7">
            <a:extLst>
              <a:ext uri="{FF2B5EF4-FFF2-40B4-BE49-F238E27FC236}">
                <a16:creationId xmlns:a16="http://schemas.microsoft.com/office/drawing/2014/main" id="{5F6FA49B-12E3-B315-8286-86E73F116306}"/>
              </a:ext>
            </a:extLst>
          </p:cNvPr>
          <p:cNvCxnSpPr/>
          <p:nvPr/>
        </p:nvCxnSpPr>
        <p:spPr>
          <a:xfrm>
            <a:off x="6151216" y="1380434"/>
            <a:ext cx="11043" cy="4837043"/>
          </a:xfrm>
          <a:prstGeom prst="straightConnector1">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1749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Afbeelding 7">
            <a:extLst>
              <a:ext uri="{FF2B5EF4-FFF2-40B4-BE49-F238E27FC236}">
                <a16:creationId xmlns:a16="http://schemas.microsoft.com/office/drawing/2014/main" id="{0F6BF2E2-B898-0E79-69E2-07A869B08828}"/>
              </a:ext>
            </a:extLst>
          </p:cNvPr>
          <p:cNvPicPr>
            <a:picLocks noChangeAspect="1"/>
          </p:cNvPicPr>
          <p:nvPr/>
        </p:nvPicPr>
        <p:blipFill>
          <a:blip r:embed="rId2"/>
          <a:stretch>
            <a:fillRect/>
          </a:stretch>
        </p:blipFill>
        <p:spPr>
          <a:xfrm>
            <a:off x="5889054" y="2145022"/>
            <a:ext cx="6033705" cy="3397551"/>
          </a:xfrm>
          <a:prstGeom prst="rect">
            <a:avLst/>
          </a:prstGeom>
        </p:spPr>
      </p:pic>
      <p:sp>
        <p:nvSpPr>
          <p:cNvPr id="2" name="Tijdelijke aanduiding voor inhoud 1">
            <a:extLst>
              <a:ext uri="{FF2B5EF4-FFF2-40B4-BE49-F238E27FC236}">
                <a16:creationId xmlns:a16="http://schemas.microsoft.com/office/drawing/2014/main" id="{CC14317C-3FDD-023D-F3DA-A7F2297EF895}"/>
              </a:ext>
            </a:extLst>
          </p:cNvPr>
          <p:cNvSpPr>
            <a:spLocks noGrp="1"/>
          </p:cNvSpPr>
          <p:nvPr>
            <p:ph idx="1"/>
          </p:nvPr>
        </p:nvSpPr>
        <p:spPr>
          <a:xfrm>
            <a:off x="109220" y="2145022"/>
            <a:ext cx="7000240" cy="4267208"/>
          </a:xfrm>
        </p:spPr>
        <p:txBody>
          <a:bodyPr numCol="1">
            <a:noAutofit/>
          </a:bodyPr>
          <a:lstStyle/>
          <a:p>
            <a:r>
              <a:rPr lang="nl-NL" sz="2000">
                <a:solidFill>
                  <a:srgbClr val="017BC6"/>
                </a:solidFill>
                <a:highlight>
                  <a:srgbClr val="FFFF00"/>
                </a:highlight>
              </a:rPr>
              <a:t>Entiteit</a:t>
            </a:r>
            <a:r>
              <a:rPr lang="nl-NL" sz="2000"/>
              <a:t>: Een fysiek, digitaal of conceptueel ding in een bepaalde staat dat provenance kan hebben.</a:t>
            </a:r>
          </a:p>
          <a:p>
            <a:r>
              <a:rPr lang="nl-NL" sz="2000">
                <a:solidFill>
                  <a:schemeClr val="bg1"/>
                </a:solidFill>
                <a:highlight>
                  <a:srgbClr val="800080"/>
                </a:highlight>
              </a:rPr>
              <a:t>Activiteit</a:t>
            </a:r>
            <a:r>
              <a:rPr lang="nl-NL" sz="2000"/>
              <a:t>: Een proces of handeling die plaatsvindt en waarbij entiteiten worden gecreëerd, gewijzigd of gebruikt. Bijvoorbeeld het aanmaken, bewerken of verwerken van data.</a:t>
            </a:r>
          </a:p>
          <a:p>
            <a:r>
              <a:rPr lang="nl-NL" sz="2000">
                <a:solidFill>
                  <a:schemeClr val="bg1"/>
                </a:solidFill>
                <a:highlight>
                  <a:srgbClr val="E17000"/>
                </a:highlight>
              </a:rPr>
              <a:t>Agent / Actor</a:t>
            </a:r>
            <a:r>
              <a:rPr lang="nl-NL" sz="2000"/>
              <a:t>: Een persoon, organisatie of softwarecomponent die verantwoordelijk is voor een activiteit of entiteit. </a:t>
            </a:r>
          </a:p>
          <a:p>
            <a:r>
              <a:rPr lang="nl-NL" sz="2000">
                <a:solidFill>
                  <a:srgbClr val="017BC6"/>
                </a:solidFill>
              </a:rPr>
              <a:t>Relaties</a:t>
            </a:r>
            <a:r>
              <a:rPr lang="nl-NL" sz="2000"/>
              <a:t>: Relaties verbinden entiteiten, activiteiten en agenten en leggen vast hoe ze met elkaar in verband staan, zoals welke activiteit een entiteit heeft gegenereerd, welke entiteit door een activiteit is gebruikt en welke agent verantwoordelijk is.</a:t>
            </a:r>
          </a:p>
        </p:txBody>
      </p:sp>
      <p:sp>
        <p:nvSpPr>
          <p:cNvPr id="3" name="Titel 2">
            <a:extLst>
              <a:ext uri="{FF2B5EF4-FFF2-40B4-BE49-F238E27FC236}">
                <a16:creationId xmlns:a16="http://schemas.microsoft.com/office/drawing/2014/main" id="{6F156549-BB42-A387-A227-E3A4F09EB9CF}"/>
              </a:ext>
            </a:extLst>
          </p:cNvPr>
          <p:cNvSpPr>
            <a:spLocks noGrp="1"/>
          </p:cNvSpPr>
          <p:nvPr>
            <p:ph type="title"/>
          </p:nvPr>
        </p:nvSpPr>
        <p:spPr/>
        <p:txBody>
          <a:bodyPr/>
          <a:lstStyle/>
          <a:p>
            <a:r>
              <a:rPr lang="nl-NL"/>
              <a:t>W3C Provenance</a:t>
            </a:r>
          </a:p>
        </p:txBody>
      </p:sp>
      <p:sp>
        <p:nvSpPr>
          <p:cNvPr id="4" name="Tijdelijke aanduiding voor dianummer 3">
            <a:extLst>
              <a:ext uri="{FF2B5EF4-FFF2-40B4-BE49-F238E27FC236}">
                <a16:creationId xmlns:a16="http://schemas.microsoft.com/office/drawing/2014/main" id="{936ACA4D-2E62-1D31-BC35-F9D429C0A0E4}"/>
              </a:ext>
            </a:extLst>
          </p:cNvPr>
          <p:cNvSpPr>
            <a:spLocks noGrp="1"/>
          </p:cNvSpPr>
          <p:nvPr>
            <p:ph type="sldNum" sz="quarter" idx="12"/>
          </p:nvPr>
        </p:nvSpPr>
        <p:spPr/>
        <p:txBody>
          <a:bodyPr/>
          <a:lstStyle/>
          <a:p>
            <a:fld id="{10A0A6AF-03C5-477E-939A-E28F7E7F05EA}" type="slidenum">
              <a:rPr lang="nl-NL" smtClean="0"/>
              <a:pPr/>
              <a:t>7</a:t>
            </a:fld>
            <a:endParaRPr lang="nl-NL"/>
          </a:p>
        </p:txBody>
      </p:sp>
    </p:spTree>
    <p:extLst>
      <p:ext uri="{BB962C8B-B14F-4D97-AF65-F5344CB8AC3E}">
        <p14:creationId xmlns:p14="http://schemas.microsoft.com/office/powerpoint/2010/main" val="26111172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2A6CC-E0FC-8771-5D49-8F4DDA91C517}"/>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7EF40F3F-6282-F19B-A5F4-8C5D85656B2A}"/>
              </a:ext>
            </a:extLst>
          </p:cNvPr>
          <p:cNvSpPr>
            <a:spLocks noGrp="1"/>
          </p:cNvSpPr>
          <p:nvPr>
            <p:ph type="title"/>
          </p:nvPr>
        </p:nvSpPr>
        <p:spPr>
          <a:xfrm>
            <a:off x="634206" y="1051200"/>
            <a:ext cx="6098064" cy="948047"/>
          </a:xfrm>
        </p:spPr>
        <p:txBody>
          <a:bodyPr wrap="square" anchor="b">
            <a:normAutofit/>
          </a:bodyPr>
          <a:lstStyle/>
          <a:p>
            <a:r>
              <a:rPr lang="nl-NL" sz="3100"/>
              <a:t>De transparante en traceerbare overheid</a:t>
            </a:r>
          </a:p>
        </p:txBody>
      </p:sp>
      <p:sp>
        <p:nvSpPr>
          <p:cNvPr id="4" name="Tijdelijke aanduiding voor dianummer 3">
            <a:extLst>
              <a:ext uri="{FF2B5EF4-FFF2-40B4-BE49-F238E27FC236}">
                <a16:creationId xmlns:a16="http://schemas.microsoft.com/office/drawing/2014/main" id="{98AFA6D2-185B-A585-7909-541A2E52DED0}"/>
              </a:ext>
            </a:extLst>
          </p:cNvPr>
          <p:cNvSpPr>
            <a:spLocks noGrp="1"/>
          </p:cNvSpPr>
          <p:nvPr>
            <p:ph type="sldNum" sz="quarter" idx="12"/>
          </p:nvPr>
        </p:nvSpPr>
        <p:spPr>
          <a:xfrm>
            <a:off x="6553198" y="6221413"/>
            <a:ext cx="5005389" cy="322075"/>
          </a:xfrm>
        </p:spPr>
        <p:txBody>
          <a:bodyPr anchor="b">
            <a:normAutofit/>
          </a:bodyPr>
          <a:lstStyle/>
          <a:p>
            <a:pPr>
              <a:spcAft>
                <a:spcPts val="600"/>
              </a:spcAft>
            </a:pPr>
            <a:fld id="{0C893183-5A27-4493-8273-E869AD900CD4}" type="slidenum">
              <a:rPr lang="nl-NL" smtClean="0"/>
              <a:pPr>
                <a:spcAft>
                  <a:spcPts val="600"/>
                </a:spcAft>
              </a:pPr>
              <a:t>8</a:t>
            </a:fld>
            <a:endParaRPr lang="nl-NL"/>
          </a:p>
        </p:txBody>
      </p:sp>
      <p:sp>
        <p:nvSpPr>
          <p:cNvPr id="14" name="Text Placeholder 6">
            <a:extLst>
              <a:ext uri="{FF2B5EF4-FFF2-40B4-BE49-F238E27FC236}">
                <a16:creationId xmlns:a16="http://schemas.microsoft.com/office/drawing/2014/main" id="{CD2A7B5D-8B04-9FA3-DB9E-0ED79079A102}"/>
              </a:ext>
            </a:extLst>
          </p:cNvPr>
          <p:cNvSpPr>
            <a:spLocks noGrp="1"/>
          </p:cNvSpPr>
          <p:nvPr>
            <p:ph type="body" sz="quarter" idx="26"/>
          </p:nvPr>
        </p:nvSpPr>
        <p:spPr>
          <a:xfrm>
            <a:off x="224391" y="2736174"/>
            <a:ext cx="5791199" cy="3935413"/>
          </a:xfrm>
        </p:spPr>
        <p:txBody>
          <a:bodyPr>
            <a:normAutofit/>
          </a:bodyPr>
          <a:lstStyle/>
          <a:p>
            <a:pPr marL="457200" indent="-457200">
              <a:buAutoNum type="arabicParenR"/>
            </a:pPr>
            <a:r>
              <a:rPr lang="en-US" sz="2400" b="1" err="1"/>
              <a:t>Vinden</a:t>
            </a:r>
            <a:r>
              <a:rPr lang="en-US" sz="2400" b="1"/>
              <a:t> en </a:t>
            </a:r>
            <a:r>
              <a:rPr lang="en-US" sz="2400" b="1" err="1"/>
              <a:t>volgen</a:t>
            </a:r>
            <a:r>
              <a:rPr lang="en-US" sz="2400" b="1"/>
              <a:t> </a:t>
            </a:r>
            <a:r>
              <a:rPr lang="en-US" sz="2400" err="1"/>
              <a:t>gegevens</a:t>
            </a:r>
            <a:r>
              <a:rPr lang="en-US" sz="2400"/>
              <a:t> / </a:t>
            </a:r>
            <a:r>
              <a:rPr lang="en-US" sz="2400" err="1"/>
              <a:t>objecten</a:t>
            </a:r>
            <a:endParaRPr lang="en-US" sz="2400"/>
          </a:p>
          <a:p>
            <a:pPr marL="457200" indent="-457200">
              <a:buAutoNum type="arabicParenR"/>
            </a:pPr>
            <a:r>
              <a:rPr lang="en-US" sz="2400" b="1" err="1"/>
              <a:t>Verantwoordelijkheid</a:t>
            </a:r>
            <a:r>
              <a:rPr lang="en-US" sz="2400"/>
              <a:t> </a:t>
            </a:r>
            <a:r>
              <a:rPr lang="en-US" sz="2400" err="1"/>
              <a:t>handelen</a:t>
            </a:r>
            <a:endParaRPr lang="en-US" sz="2400"/>
          </a:p>
          <a:p>
            <a:pPr marL="457200" indent="-457200">
              <a:buAutoNum type="arabicParenR"/>
            </a:pPr>
            <a:r>
              <a:rPr lang="en-US" sz="2400" b="1" err="1"/>
              <a:t>Proces</a:t>
            </a:r>
            <a:r>
              <a:rPr lang="en-US" sz="2400"/>
              <a:t> </a:t>
            </a:r>
            <a:r>
              <a:rPr lang="en-US" sz="2400" err="1"/>
              <a:t>inzicht</a:t>
            </a:r>
            <a:endParaRPr lang="en-US" sz="2400"/>
          </a:p>
          <a:p>
            <a:pPr marL="457200" indent="-457200">
              <a:buAutoNum type="arabicParenR"/>
            </a:pPr>
            <a:endParaRPr lang="en-US" sz="2400"/>
          </a:p>
        </p:txBody>
      </p:sp>
      <p:pic>
        <p:nvPicPr>
          <p:cNvPr id="1026" name="Picture 2" descr="Tracking Provenance in Decision Making Between the Human and Autonomy |  SpringerLink">
            <a:extLst>
              <a:ext uri="{FF2B5EF4-FFF2-40B4-BE49-F238E27FC236}">
                <a16:creationId xmlns:a16="http://schemas.microsoft.com/office/drawing/2014/main" id="{554BDF6D-2289-F752-E185-547F12DA28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839616"/>
            <a:ext cx="5436785" cy="5178768"/>
          </a:xfrm>
          <a:prstGeom prst="rect">
            <a:avLst/>
          </a:prstGeom>
          <a:noFill/>
          <a:extLst>
            <a:ext uri="{909E8E84-426E-40DD-AFC4-6F175D3DCCD1}">
              <a14:hiddenFill xmlns:a14="http://schemas.microsoft.com/office/drawing/2010/main">
                <a:solidFill>
                  <a:srgbClr val="FFFFFF"/>
                </a:solidFill>
              </a14:hiddenFill>
            </a:ext>
          </a:extLst>
        </p:spPr>
      </p:pic>
      <p:sp>
        <p:nvSpPr>
          <p:cNvPr id="2" name="Ovaal 1">
            <a:extLst>
              <a:ext uri="{FF2B5EF4-FFF2-40B4-BE49-F238E27FC236}">
                <a16:creationId xmlns:a16="http://schemas.microsoft.com/office/drawing/2014/main" id="{E55A868F-7140-4DB4-09C0-FDC7C97DBC2B}"/>
              </a:ext>
            </a:extLst>
          </p:cNvPr>
          <p:cNvSpPr/>
          <p:nvPr/>
        </p:nvSpPr>
        <p:spPr>
          <a:xfrm rot="19341417">
            <a:off x="9698207" y="1694493"/>
            <a:ext cx="1970034" cy="491220"/>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 name="Ovaal 4">
            <a:extLst>
              <a:ext uri="{FF2B5EF4-FFF2-40B4-BE49-F238E27FC236}">
                <a16:creationId xmlns:a16="http://schemas.microsoft.com/office/drawing/2014/main" id="{9ADABFFF-5616-2148-E599-56D2B24F060A}"/>
              </a:ext>
            </a:extLst>
          </p:cNvPr>
          <p:cNvSpPr/>
          <p:nvPr/>
        </p:nvSpPr>
        <p:spPr>
          <a:xfrm rot="19341417">
            <a:off x="9930617" y="1952186"/>
            <a:ext cx="1970034" cy="491220"/>
          </a:xfrm>
          <a:prstGeom prst="ellipse">
            <a:avLst/>
          </a:prstGeom>
          <a:noFill/>
          <a:ln w="5715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 name="Ovaal 5">
            <a:extLst>
              <a:ext uri="{FF2B5EF4-FFF2-40B4-BE49-F238E27FC236}">
                <a16:creationId xmlns:a16="http://schemas.microsoft.com/office/drawing/2014/main" id="{02534091-D3D9-2ADD-6ACE-FE5A35669103}"/>
              </a:ext>
            </a:extLst>
          </p:cNvPr>
          <p:cNvSpPr/>
          <p:nvPr/>
        </p:nvSpPr>
        <p:spPr>
          <a:xfrm rot="2096142">
            <a:off x="5691449" y="2122100"/>
            <a:ext cx="1970034" cy="491220"/>
          </a:xfrm>
          <a:prstGeom prst="ellipse">
            <a:avLst/>
          </a:prstGeom>
          <a:noFill/>
          <a:ln w="571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Tree>
    <p:extLst>
      <p:ext uri="{BB962C8B-B14F-4D97-AF65-F5344CB8AC3E}">
        <p14:creationId xmlns:p14="http://schemas.microsoft.com/office/powerpoint/2010/main" val="2883565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childTnLst>
                                </p:cTn>
                              </p:par>
                              <p:par>
                                <p:cTn id="13" presetID="1" presetClass="exit" presetSubtype="0" fill="hold" grpId="1" nodeType="withEffect">
                                  <p:stCondLst>
                                    <p:cond delay="0"/>
                                  </p:stCondLst>
                                  <p:childTnLst>
                                    <p:set>
                                      <p:cBhvr>
                                        <p:cTn id="14" dur="1" fill="hold">
                                          <p:stCondLst>
                                            <p:cond delay="0"/>
                                          </p:stCondLst>
                                        </p:cTn>
                                        <p:tgtEl>
                                          <p:spTgt spid="2"/>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xEl>
                                              <p:pRg st="2" end="2"/>
                                            </p:txEl>
                                          </p:spTgt>
                                        </p:tgtEl>
                                        <p:attrNameLst>
                                          <p:attrName>style.visibility</p:attrName>
                                        </p:attrNameLst>
                                      </p:cBhvr>
                                      <p:to>
                                        <p:strVal val="visible"/>
                                      </p:to>
                                    </p:set>
                                  </p:childTnLst>
                                </p:cTn>
                              </p:par>
                              <p:par>
                                <p:cTn id="21" presetID="1" presetClass="exit" presetSubtype="0" fill="hold" grpId="1" nodeType="withEffect">
                                  <p:stCondLst>
                                    <p:cond delay="0"/>
                                  </p:stCondLst>
                                  <p:childTnLst>
                                    <p:set>
                                      <p:cBhvr>
                                        <p:cTn id="22" dur="1" fill="hold">
                                          <p:stCondLst>
                                            <p:cond delay="0"/>
                                          </p:stCondLst>
                                        </p:cTn>
                                        <p:tgtEl>
                                          <p:spTgt spid="5"/>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uiExpand="1" build="p"/>
      <p:bldP spid="2" grpId="0" animBg="1"/>
      <p:bldP spid="2" grpId="1" animBg="1"/>
      <p:bldP spid="5" grpId="0" animBg="1"/>
      <p:bldP spid="5" grpId="1"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258C7-BE00-E9EE-99E8-53E5C160C45A}"/>
            </a:ext>
          </a:extLst>
        </p:cNvPr>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9ED6B685-7144-C230-BE91-C8151AC86EDD}"/>
              </a:ext>
            </a:extLst>
          </p:cNvPr>
          <p:cNvSpPr>
            <a:spLocks noGrp="1"/>
          </p:cNvSpPr>
          <p:nvPr>
            <p:ph idx="1"/>
          </p:nvPr>
        </p:nvSpPr>
        <p:spPr>
          <a:xfrm>
            <a:off x="634204" y="2074865"/>
            <a:ext cx="6470444" cy="3191396"/>
          </a:xfrm>
        </p:spPr>
        <p:txBody>
          <a:bodyPr vert="horz" lIns="91440" tIns="45720" rIns="91440" bIns="45720" numCol="1" spcCol="468000" rtlCol="0" anchor="t">
            <a:normAutofit lnSpcReduction="10000"/>
          </a:bodyPr>
          <a:lstStyle/>
          <a:p>
            <a:pPr marL="0" indent="0">
              <a:buNone/>
            </a:pPr>
            <a:r>
              <a:rPr lang="nl-NL" sz="2200" err="1"/>
              <a:t>Provenance</a:t>
            </a:r>
            <a:r>
              <a:rPr lang="nl-NL" sz="2200"/>
              <a:t> maakt de transitie mogelijk van: </a:t>
            </a:r>
          </a:p>
          <a:p>
            <a:pPr marL="770255" lvl="1" indent="-457200"/>
            <a:r>
              <a:rPr lang="nl-NL" sz="2200"/>
              <a:t>dossier-/</a:t>
            </a:r>
            <a:r>
              <a:rPr lang="nl-NL" sz="2200" err="1"/>
              <a:t>documentdenken</a:t>
            </a:r>
            <a:r>
              <a:rPr lang="nl-NL" sz="2200"/>
              <a:t> (lineair, overdraagbaar)</a:t>
            </a:r>
          </a:p>
          <a:p>
            <a:pPr marL="770255" lvl="1" indent="-457200"/>
            <a:r>
              <a:rPr lang="nl-NL" sz="2200"/>
              <a:t>en API-denken, punt-toegang tot data (losse toegangspunten </a:t>
            </a:r>
            <a:r>
              <a:rPr lang="nl-NL" sz="2200" err="1"/>
              <a:t>ipv</a:t>
            </a:r>
            <a:r>
              <a:rPr lang="nl-NL" sz="2200"/>
              <a:t> een samenhangend proces of netwerk) – veelal synchroon</a:t>
            </a:r>
          </a:p>
          <a:p>
            <a:pPr marL="313055" lvl="1" indent="0">
              <a:buNone/>
            </a:pPr>
            <a:r>
              <a:rPr lang="nl-NL" sz="2200"/>
              <a:t>Naar:</a:t>
            </a:r>
          </a:p>
          <a:p>
            <a:pPr marL="770255" lvl="1" indent="-457200"/>
            <a:r>
              <a:rPr lang="nl-NL" sz="2200">
                <a:solidFill>
                  <a:srgbClr val="017BC6"/>
                </a:solidFill>
              </a:rPr>
              <a:t>Netwerk denken</a:t>
            </a:r>
            <a:r>
              <a:rPr lang="nl-NL" sz="2200"/>
              <a:t> (verbonden systemen en gebeurtenissen) – veelal asynchroon</a:t>
            </a:r>
            <a:endParaRPr lang="nl-NL"/>
          </a:p>
          <a:p>
            <a:pPr lvl="1">
              <a:buAutoNum type="arabicPeriod"/>
            </a:pPr>
            <a:endParaRPr lang="nl-NL"/>
          </a:p>
          <a:p>
            <a:pPr marL="313200" lvl="1" indent="0">
              <a:buNone/>
            </a:pPr>
            <a:endParaRPr lang="nl-NL"/>
          </a:p>
        </p:txBody>
      </p:sp>
      <p:sp>
        <p:nvSpPr>
          <p:cNvPr id="3" name="Titel 2">
            <a:extLst>
              <a:ext uri="{FF2B5EF4-FFF2-40B4-BE49-F238E27FC236}">
                <a16:creationId xmlns:a16="http://schemas.microsoft.com/office/drawing/2014/main" id="{AC05E8FD-4378-1F7E-A173-7D445847CD82}"/>
              </a:ext>
            </a:extLst>
          </p:cNvPr>
          <p:cNvSpPr>
            <a:spLocks noGrp="1"/>
          </p:cNvSpPr>
          <p:nvPr>
            <p:ph type="title"/>
          </p:nvPr>
        </p:nvSpPr>
        <p:spPr>
          <a:xfrm>
            <a:off x="634206" y="856880"/>
            <a:ext cx="10923588" cy="948047"/>
          </a:xfrm>
        </p:spPr>
        <p:txBody>
          <a:bodyPr/>
          <a:lstStyle/>
          <a:p>
            <a:r>
              <a:rPr lang="nl-NL"/>
              <a:t>Waarom </a:t>
            </a:r>
            <a:r>
              <a:rPr lang="nl-NL" err="1"/>
              <a:t>Provenance</a:t>
            </a:r>
            <a:r>
              <a:rPr lang="nl-NL"/>
              <a:t>?</a:t>
            </a:r>
          </a:p>
        </p:txBody>
      </p:sp>
      <p:sp>
        <p:nvSpPr>
          <p:cNvPr id="4" name="Tijdelijke aanduiding voor dianummer 3">
            <a:extLst>
              <a:ext uri="{FF2B5EF4-FFF2-40B4-BE49-F238E27FC236}">
                <a16:creationId xmlns:a16="http://schemas.microsoft.com/office/drawing/2014/main" id="{ADE55CA8-0675-D625-CA59-C274A0F8BA44}"/>
              </a:ext>
            </a:extLst>
          </p:cNvPr>
          <p:cNvSpPr>
            <a:spLocks noGrp="1"/>
          </p:cNvSpPr>
          <p:nvPr>
            <p:ph type="sldNum" sz="quarter" idx="12"/>
          </p:nvPr>
        </p:nvSpPr>
        <p:spPr>
          <a:xfrm>
            <a:off x="6675939" y="6382450"/>
            <a:ext cx="5005389" cy="322075"/>
          </a:xfrm>
        </p:spPr>
        <p:txBody>
          <a:bodyPr/>
          <a:lstStyle/>
          <a:p>
            <a:fld id="{10A0A6AF-03C5-477E-939A-E28F7E7F05EA}" type="slidenum">
              <a:rPr lang="nl-NL" smtClean="0"/>
              <a:pPr/>
              <a:t>9</a:t>
            </a:fld>
            <a:endParaRPr lang="nl-NL"/>
          </a:p>
        </p:txBody>
      </p:sp>
      <p:sp>
        <p:nvSpPr>
          <p:cNvPr id="5" name="Tijdelijke aanduiding voor voettekst 4">
            <a:extLst>
              <a:ext uri="{FF2B5EF4-FFF2-40B4-BE49-F238E27FC236}">
                <a16:creationId xmlns:a16="http://schemas.microsoft.com/office/drawing/2014/main" id="{530379C8-24C2-E768-5B76-7D65144C18C5}"/>
              </a:ext>
            </a:extLst>
          </p:cNvPr>
          <p:cNvSpPr>
            <a:spLocks noGrp="1"/>
          </p:cNvSpPr>
          <p:nvPr>
            <p:ph type="ftr" sz="quarter" idx="3"/>
          </p:nvPr>
        </p:nvSpPr>
        <p:spPr/>
        <p:txBody>
          <a:bodyPr/>
          <a:lstStyle/>
          <a:p>
            <a:fld id="{87D34612-DF11-4FD6-9B67-AF4303590F80}" type="datetime4">
              <a:rPr lang="nl-NL" smtClean="0"/>
              <a:pPr/>
              <a:t>25 september 2026</a:t>
            </a:fld>
            <a:r>
              <a:rPr lang="en-US"/>
              <a:t> | </a:t>
            </a:r>
            <a:r>
              <a:rPr lang="en-US" err="1"/>
              <a:t>Voettekst</a:t>
            </a:r>
            <a:endParaRPr lang="nl-NL"/>
          </a:p>
        </p:txBody>
      </p:sp>
      <p:grpSp>
        <p:nvGrpSpPr>
          <p:cNvPr id="9" name="Groep 8">
            <a:extLst>
              <a:ext uri="{FF2B5EF4-FFF2-40B4-BE49-F238E27FC236}">
                <a16:creationId xmlns:a16="http://schemas.microsoft.com/office/drawing/2014/main" id="{6D54CCD4-366F-7A7A-C861-41C642685A0C}"/>
              </a:ext>
            </a:extLst>
          </p:cNvPr>
          <p:cNvGrpSpPr/>
          <p:nvPr/>
        </p:nvGrpSpPr>
        <p:grpSpPr>
          <a:xfrm>
            <a:off x="7287378" y="2159860"/>
            <a:ext cx="4593806" cy="2753863"/>
            <a:chOff x="8416090" y="3876415"/>
            <a:chExt cx="3715500" cy="2909093"/>
          </a:xfrm>
        </p:grpSpPr>
        <p:pic>
          <p:nvPicPr>
            <p:cNvPr id="7" name="Afbeelding 6">
              <a:extLst>
                <a:ext uri="{FF2B5EF4-FFF2-40B4-BE49-F238E27FC236}">
                  <a16:creationId xmlns:a16="http://schemas.microsoft.com/office/drawing/2014/main" id="{233138BC-9E40-99E0-E2FD-E5CF2A14A14D}"/>
                </a:ext>
              </a:extLst>
            </p:cNvPr>
            <p:cNvPicPr>
              <a:picLocks noChangeAspect="1"/>
            </p:cNvPicPr>
            <p:nvPr/>
          </p:nvPicPr>
          <p:blipFill>
            <a:blip r:embed="rId2"/>
            <a:stretch>
              <a:fillRect/>
            </a:stretch>
          </p:blipFill>
          <p:spPr>
            <a:xfrm>
              <a:off x="8416090" y="3876415"/>
              <a:ext cx="3715500" cy="2909093"/>
            </a:xfrm>
            <a:prstGeom prst="rect">
              <a:avLst/>
            </a:prstGeom>
          </p:spPr>
        </p:pic>
        <p:sp>
          <p:nvSpPr>
            <p:cNvPr id="8" name="Rechthoek 7">
              <a:extLst>
                <a:ext uri="{FF2B5EF4-FFF2-40B4-BE49-F238E27FC236}">
                  <a16:creationId xmlns:a16="http://schemas.microsoft.com/office/drawing/2014/main" id="{2D364B84-344A-9D0E-CBAE-D9C22AD3759D}"/>
                </a:ext>
              </a:extLst>
            </p:cNvPr>
            <p:cNvSpPr/>
            <p:nvPr/>
          </p:nvSpPr>
          <p:spPr>
            <a:xfrm>
              <a:off x="11197830" y="3952908"/>
              <a:ext cx="851122" cy="10832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grpSp>
      <p:sp>
        <p:nvSpPr>
          <p:cNvPr id="10" name="Tijdelijke aanduiding voor inhoud 1">
            <a:extLst>
              <a:ext uri="{FF2B5EF4-FFF2-40B4-BE49-F238E27FC236}">
                <a16:creationId xmlns:a16="http://schemas.microsoft.com/office/drawing/2014/main" id="{D00BF8AE-A988-768B-7028-A43219774C42}"/>
              </a:ext>
            </a:extLst>
          </p:cNvPr>
          <p:cNvSpPr txBox="1">
            <a:spLocks/>
          </p:cNvSpPr>
          <p:nvPr/>
        </p:nvSpPr>
        <p:spPr>
          <a:xfrm>
            <a:off x="634205" y="1670610"/>
            <a:ext cx="8270967" cy="409600"/>
          </a:xfrm>
          <a:prstGeom prst="rect">
            <a:avLst/>
          </a:prstGeom>
        </p:spPr>
        <p:txBody>
          <a:bodyPr vert="horz" lIns="91440" tIns="45720" rIns="91440" bIns="45720" numCol="1" spcCol="468000" rtlCol="0">
            <a:normAutofit lnSpcReduction="10000"/>
          </a:bodyPr>
          <a:lstStyle>
            <a:lvl1pPr marL="316800" indent="-316800" algn="l" defTabSz="914400" rtl="0" eaLnBrk="1" latinLnBrk="0" hangingPunct="1">
              <a:lnSpc>
                <a:spcPct val="90000"/>
              </a:lnSpc>
              <a:spcBef>
                <a:spcPts val="1200"/>
              </a:spcBef>
              <a:buClr>
                <a:schemeClr val="tx2"/>
              </a:buClr>
              <a:buSzPct val="80000"/>
              <a:buFont typeface="Verdana" panose="020B0604030504040204" pitchFamily="34" charset="0"/>
              <a:buChar char="›"/>
              <a:defRPr sz="2400" kern="1200">
                <a:solidFill>
                  <a:schemeClr val="tx1"/>
                </a:solidFill>
                <a:latin typeface="+mn-lt"/>
                <a:ea typeface="+mn-ea"/>
                <a:cs typeface="+mn-cs"/>
              </a:defRPr>
            </a:lvl1pPr>
            <a:lvl2pPr marL="630000" indent="-316800" algn="l" defTabSz="914400" rtl="0" eaLnBrk="1" latinLnBrk="0" hangingPunct="1">
              <a:lnSpc>
                <a:spcPct val="90000"/>
              </a:lnSpc>
              <a:spcBef>
                <a:spcPts val="1000"/>
              </a:spcBef>
              <a:buClr>
                <a:schemeClr val="tx2"/>
              </a:buClr>
              <a:buFont typeface="Verdana" panose="020B0604030504040204" pitchFamily="34" charset="0"/>
              <a:buChar char="–"/>
              <a:defRPr sz="2000" kern="1200">
                <a:solidFill>
                  <a:schemeClr val="tx1"/>
                </a:solidFill>
                <a:latin typeface="+mn-lt"/>
                <a:ea typeface="+mn-ea"/>
                <a:cs typeface="+mn-cs"/>
              </a:defRPr>
            </a:lvl2pPr>
            <a:lvl3pPr marL="946800" indent="-316800" algn="l" defTabSz="914400" rtl="0" eaLnBrk="1" latinLnBrk="0" hangingPunct="1">
              <a:lnSpc>
                <a:spcPct val="90000"/>
              </a:lnSpc>
              <a:spcBef>
                <a:spcPts val="8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260000" indent="-316800" algn="l" defTabSz="914400" rtl="0" eaLnBrk="1" latinLnBrk="0" hangingPunct="1">
              <a:lnSpc>
                <a:spcPct val="90000"/>
              </a:lnSpc>
              <a:spcBef>
                <a:spcPts val="600"/>
              </a:spcBef>
              <a:buClr>
                <a:schemeClr val="tx2"/>
              </a:buClr>
              <a:buFont typeface="Arial" panose="020B0604020202020204" pitchFamily="34" charset="0"/>
              <a:buChar char="•"/>
              <a:defRPr sz="1800" kern="1200">
                <a:solidFill>
                  <a:schemeClr val="tx1"/>
                </a:solidFill>
                <a:latin typeface="+mn-lt"/>
                <a:ea typeface="+mn-ea"/>
                <a:cs typeface="+mn-cs"/>
              </a:defRPr>
            </a:lvl4pPr>
            <a:lvl5pPr marL="1576800" indent="-316800" algn="l" defTabSz="914400" rtl="0" eaLnBrk="1" latinLnBrk="0" hangingPunct="1">
              <a:lnSpc>
                <a:spcPct val="90000"/>
              </a:lnSpc>
              <a:spcBef>
                <a:spcPts val="600"/>
              </a:spcBef>
              <a:buClr>
                <a:srgbClr val="017BC6"/>
              </a:buClr>
              <a:buFont typeface="Verdana" panose="020B0604030504040204" pitchFamily="34" charset="0"/>
              <a:buChar char="–"/>
              <a:defRPr sz="1600" kern="1200">
                <a:solidFill>
                  <a:schemeClr val="tx2"/>
                </a:solidFill>
                <a:latin typeface="+mn-lt"/>
                <a:ea typeface="+mn-ea"/>
                <a:cs typeface="+mn-cs"/>
              </a:defRPr>
            </a:lvl5pPr>
            <a:lvl6pPr marL="1890000" indent="-316800" algn="l" defTabSz="914400" rtl="0" eaLnBrk="1" latinLnBrk="0" hangingPunct="1">
              <a:lnSpc>
                <a:spcPct val="90000"/>
              </a:lnSpc>
              <a:spcBef>
                <a:spcPts val="600"/>
              </a:spcBef>
              <a:buFont typeface="Arial" panose="020B0604020202020204" pitchFamily="34" charset="0"/>
              <a:buChar char="•"/>
              <a:defRPr sz="1400" kern="1200">
                <a:solidFill>
                  <a:schemeClr val="tx1">
                    <a:lumMod val="50000"/>
                    <a:lumOff val="50000"/>
                  </a:schemeClr>
                </a:solidFill>
                <a:latin typeface="+mn-lt"/>
                <a:ea typeface="+mn-ea"/>
                <a:cs typeface="+mn-cs"/>
              </a:defRPr>
            </a:lvl6pPr>
            <a:lvl7pPr marL="72000" indent="-72000" algn="l" defTabSz="914400" rtl="0" eaLnBrk="1" latinLnBrk="0" hangingPunct="1">
              <a:lnSpc>
                <a:spcPct val="90000"/>
              </a:lnSpc>
              <a:spcBef>
                <a:spcPts val="600"/>
              </a:spcBef>
              <a:buSzPct val="25000"/>
              <a:buFont typeface="Verdana" panose="020B0604030504040204" pitchFamily="34" charset="0"/>
              <a:buChar char=" "/>
              <a:defRPr sz="1200" b="1" i="0" kern="1200">
                <a:solidFill>
                  <a:schemeClr val="tx2"/>
                </a:solidFill>
                <a:latin typeface="+mn-lt"/>
                <a:ea typeface="+mn-ea"/>
                <a:cs typeface="+mn-cs"/>
              </a:defRPr>
            </a:lvl7pPr>
            <a:lvl8pPr marL="72000" indent="-72000" algn="l" defTabSz="914400" rtl="0" eaLnBrk="1" latinLnBrk="0" hangingPunct="1">
              <a:lnSpc>
                <a:spcPct val="90000"/>
              </a:lnSpc>
              <a:spcBef>
                <a:spcPts val="600"/>
              </a:spcBef>
              <a:buSzPct val="25000"/>
              <a:buFont typeface="Verdana" panose="020B0604030504040204" pitchFamily="34" charset="0"/>
              <a:buChar char=" "/>
              <a:defRPr sz="1200" i="0" kern="1200">
                <a:solidFill>
                  <a:schemeClr val="tx1">
                    <a:lumMod val="65000"/>
                    <a:lumOff val="35000"/>
                  </a:schemeClr>
                </a:solidFill>
                <a:latin typeface="+mn-lt"/>
                <a:ea typeface="+mn-ea"/>
                <a:cs typeface="+mn-cs"/>
              </a:defRPr>
            </a:lvl8pPr>
            <a:lvl9pPr marL="216000" indent="-144000" algn="l" defTabSz="914400" rtl="0" eaLnBrk="1" latinLnBrk="0" hangingPunct="1">
              <a:lnSpc>
                <a:spcPct val="90000"/>
              </a:lnSpc>
              <a:spcBef>
                <a:spcPts val="600"/>
              </a:spcBef>
              <a:buClr>
                <a:schemeClr val="tx2"/>
              </a:buClr>
              <a:buFont typeface="Verdana" panose="020B0604030504040204" pitchFamily="34" charset="0"/>
              <a:buChar char="–"/>
              <a:defRPr sz="1200" i="0" kern="1200">
                <a:solidFill>
                  <a:schemeClr val="tx1">
                    <a:lumMod val="65000"/>
                    <a:lumOff val="35000"/>
                  </a:schemeClr>
                </a:solidFill>
                <a:latin typeface="+mn-lt"/>
                <a:ea typeface="+mn-ea"/>
                <a:cs typeface="+mn-cs"/>
              </a:defRPr>
            </a:lvl9pPr>
          </a:lstStyle>
          <a:p>
            <a:pPr marL="0" indent="0">
              <a:buFont typeface="Verdana" panose="020B0604030504040204" pitchFamily="34" charset="0"/>
              <a:buNone/>
            </a:pPr>
            <a:r>
              <a:rPr lang="nl-NL" b="1"/>
              <a:t>Van dossier- en </a:t>
            </a:r>
            <a:r>
              <a:rPr lang="nl-NL" b="1" err="1"/>
              <a:t>endpointdenken</a:t>
            </a:r>
            <a:r>
              <a:rPr lang="nl-NL" b="1"/>
              <a:t> naar </a:t>
            </a:r>
            <a:r>
              <a:rPr lang="nl-NL" b="1" err="1"/>
              <a:t>netwerkdenken</a:t>
            </a:r>
            <a:r>
              <a:rPr lang="nl-NL" b="1"/>
              <a:t>: </a:t>
            </a:r>
          </a:p>
        </p:txBody>
      </p:sp>
      <p:grpSp>
        <p:nvGrpSpPr>
          <p:cNvPr id="16" name="Groep 15">
            <a:extLst>
              <a:ext uri="{FF2B5EF4-FFF2-40B4-BE49-F238E27FC236}">
                <a16:creationId xmlns:a16="http://schemas.microsoft.com/office/drawing/2014/main" id="{9271B295-D017-3BEF-B983-25EAE51AB41A}"/>
              </a:ext>
            </a:extLst>
          </p:cNvPr>
          <p:cNvGrpSpPr/>
          <p:nvPr/>
        </p:nvGrpSpPr>
        <p:grpSpPr>
          <a:xfrm>
            <a:off x="634204" y="5217330"/>
            <a:ext cx="11246980" cy="1419727"/>
            <a:chOff x="324853" y="5329988"/>
            <a:chExt cx="11556331" cy="1419727"/>
          </a:xfrm>
        </p:grpSpPr>
        <p:sp>
          <p:nvSpPr>
            <p:cNvPr id="15" name="Rechthoek 14">
              <a:extLst>
                <a:ext uri="{FF2B5EF4-FFF2-40B4-BE49-F238E27FC236}">
                  <a16:creationId xmlns:a16="http://schemas.microsoft.com/office/drawing/2014/main" id="{82E8F337-FF0C-923A-B0D6-B2D95978BC7F}"/>
                </a:ext>
              </a:extLst>
            </p:cNvPr>
            <p:cNvSpPr/>
            <p:nvPr/>
          </p:nvSpPr>
          <p:spPr>
            <a:xfrm>
              <a:off x="324853" y="5329988"/>
              <a:ext cx="11556331" cy="1419727"/>
            </a:xfrm>
            <a:prstGeom prst="rect">
              <a:avLst/>
            </a:prstGeom>
            <a:solidFill>
              <a:schemeClr val="tx2">
                <a:lumMod val="20000"/>
                <a:lumOff val="8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11" name="Rechte verbindingslijn met pijl 10">
              <a:extLst>
                <a:ext uri="{FF2B5EF4-FFF2-40B4-BE49-F238E27FC236}">
                  <a16:creationId xmlns:a16="http://schemas.microsoft.com/office/drawing/2014/main" id="{BAEB8D51-3560-04EE-B393-355AE3F429B6}"/>
                </a:ext>
              </a:extLst>
            </p:cNvPr>
            <p:cNvCxnSpPr>
              <a:cxnSpLocks/>
            </p:cNvCxnSpPr>
            <p:nvPr/>
          </p:nvCxnSpPr>
          <p:spPr>
            <a:xfrm>
              <a:off x="6593433" y="6039853"/>
              <a:ext cx="98817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kstvak 11">
              <a:extLst>
                <a:ext uri="{FF2B5EF4-FFF2-40B4-BE49-F238E27FC236}">
                  <a16:creationId xmlns:a16="http://schemas.microsoft.com/office/drawing/2014/main" id="{B2323AC2-6C44-AC09-2FE1-1C726394F43F}"/>
                </a:ext>
              </a:extLst>
            </p:cNvPr>
            <p:cNvSpPr txBox="1"/>
            <p:nvPr/>
          </p:nvSpPr>
          <p:spPr>
            <a:xfrm>
              <a:off x="7602082" y="5887987"/>
              <a:ext cx="3007989" cy="584775"/>
            </a:xfrm>
            <a:prstGeom prst="rect">
              <a:avLst/>
            </a:prstGeom>
            <a:noFill/>
          </p:spPr>
          <p:txBody>
            <a:bodyPr wrap="none" rtlCol="0">
              <a:spAutoFit/>
            </a:bodyPr>
            <a:lstStyle/>
            <a:p>
              <a:r>
                <a:rPr lang="nl-NL">
                  <a:highlight>
                    <a:srgbClr val="C0C0C0"/>
                  </a:highlight>
                </a:rPr>
                <a:t>GET /persoon/123</a:t>
              </a:r>
            </a:p>
            <a:p>
              <a:r>
                <a:rPr lang="nl-NL" sz="1400"/>
                <a:t>(Focus enkel op “laatste” gegevens)</a:t>
              </a:r>
            </a:p>
          </p:txBody>
        </p:sp>
        <p:sp>
          <p:nvSpPr>
            <p:cNvPr id="14" name="Tekstvak 13">
              <a:extLst>
                <a:ext uri="{FF2B5EF4-FFF2-40B4-BE49-F238E27FC236}">
                  <a16:creationId xmlns:a16="http://schemas.microsoft.com/office/drawing/2014/main" id="{D7B5EB13-A62E-897C-0F65-D1439FEDB6B4}"/>
                </a:ext>
              </a:extLst>
            </p:cNvPr>
            <p:cNvSpPr txBox="1"/>
            <p:nvPr/>
          </p:nvSpPr>
          <p:spPr>
            <a:xfrm>
              <a:off x="766089" y="5472488"/>
              <a:ext cx="5889378" cy="1200329"/>
            </a:xfrm>
            <a:prstGeom prst="rect">
              <a:avLst/>
            </a:prstGeom>
            <a:noFill/>
          </p:spPr>
          <p:txBody>
            <a:bodyPr wrap="square" rtlCol="0">
              <a:spAutoFit/>
            </a:bodyPr>
            <a:lstStyle/>
            <a:p>
              <a:r>
                <a:rPr lang="nl-NL">
                  <a:solidFill>
                    <a:schemeClr val="tx2">
                      <a:lumMod val="50000"/>
                    </a:schemeClr>
                  </a:solidFill>
                </a:rPr>
                <a:t>Systemen worden nu (meestal) ontworpen voor eenvoudige toegang en realtime data uit (API) </a:t>
              </a:r>
              <a:r>
                <a:rPr lang="nl-NL" err="1">
                  <a:solidFill>
                    <a:schemeClr val="tx2">
                      <a:lumMod val="50000"/>
                    </a:schemeClr>
                  </a:solidFill>
                </a:rPr>
                <a:t>endpoints</a:t>
              </a:r>
              <a:r>
                <a:rPr lang="nl-NL">
                  <a:solidFill>
                    <a:schemeClr val="tx2">
                      <a:lumMod val="50000"/>
                    </a:schemeClr>
                  </a:solidFill>
                </a:rPr>
                <a:t>. Niet ontworpen voor historische gegevens, causaliteit, relaties en herkomst.</a:t>
              </a:r>
              <a:endParaRPr lang="nl-NL" sz="2000">
                <a:solidFill>
                  <a:schemeClr val="tx2">
                    <a:lumMod val="50000"/>
                  </a:schemeClr>
                </a:solidFill>
              </a:endParaRPr>
            </a:p>
          </p:txBody>
        </p:sp>
      </p:grpSp>
    </p:spTree>
    <p:extLst>
      <p:ext uri="{BB962C8B-B14F-4D97-AF65-F5344CB8AC3E}">
        <p14:creationId xmlns:p14="http://schemas.microsoft.com/office/powerpoint/2010/main" val="3716650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 calcmode="lin" valueType="num">
                                      <p:cBhvr additive="base">
                                        <p:cTn id="2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D2AE4-E26A-CD11-C914-BCD5E529BA0C}"/>
            </a:ext>
          </a:extLst>
        </p:cNvPr>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39FC3161-ED61-1661-3494-CC65F42FFC5B}"/>
              </a:ext>
            </a:extLst>
          </p:cNvPr>
          <p:cNvSpPr>
            <a:spLocks noGrp="1"/>
          </p:cNvSpPr>
          <p:nvPr>
            <p:ph idx="1"/>
          </p:nvPr>
        </p:nvSpPr>
        <p:spPr>
          <a:xfrm>
            <a:off x="634206" y="1656151"/>
            <a:ext cx="10923588" cy="4092420"/>
          </a:xfrm>
        </p:spPr>
        <p:txBody>
          <a:bodyPr numCol="1">
            <a:normAutofit lnSpcReduction="10000"/>
          </a:bodyPr>
          <a:lstStyle/>
          <a:p>
            <a:pPr marL="0" indent="0">
              <a:buNone/>
            </a:pPr>
            <a:r>
              <a:rPr lang="nl-NL" sz="2200" err="1"/>
              <a:t>Provenance</a:t>
            </a:r>
            <a:r>
              <a:rPr lang="nl-NL" sz="2200"/>
              <a:t> maakt </a:t>
            </a:r>
            <a:r>
              <a:rPr lang="nl-NL" sz="2200">
                <a:solidFill>
                  <a:srgbClr val="017BC6"/>
                </a:solidFill>
              </a:rPr>
              <a:t>causaliteit</a:t>
            </a:r>
            <a:r>
              <a:rPr lang="nl-NL" sz="2200"/>
              <a:t> mogelijk: </a:t>
            </a:r>
          </a:p>
          <a:p>
            <a:pPr marL="770400" lvl="1" indent="-457200">
              <a:buFont typeface="+mj-lt"/>
              <a:buAutoNum type="arabicPeriod"/>
            </a:pPr>
            <a:r>
              <a:rPr lang="nl-NL" sz="2200">
                <a:solidFill>
                  <a:srgbClr val="017BC6"/>
                </a:solidFill>
              </a:rPr>
              <a:t>Motiveringsplicht</a:t>
            </a:r>
            <a:r>
              <a:rPr lang="nl-NL" sz="2200"/>
              <a:t> (</a:t>
            </a:r>
            <a:r>
              <a:rPr lang="nl-NL" sz="2200" i="1"/>
              <a:t>juridische causaliteit</a:t>
            </a:r>
            <a:r>
              <a:rPr lang="nl-NL" sz="2200"/>
              <a:t>) – Besluiten worden onderbouwd met herkomst, regels en herkomst</a:t>
            </a:r>
          </a:p>
          <a:p>
            <a:pPr marL="770400" lvl="1" indent="-457200">
              <a:buFont typeface="+mj-lt"/>
              <a:buAutoNum type="arabicPeriod"/>
            </a:pPr>
            <a:r>
              <a:rPr lang="nl-NL" sz="2200">
                <a:solidFill>
                  <a:srgbClr val="017BC6"/>
                </a:solidFill>
              </a:rPr>
              <a:t>Verantwoording (accountability)</a:t>
            </a:r>
            <a:r>
              <a:rPr lang="nl-NL" sz="2200"/>
              <a:t> – Uitlegbaar proces, informatie gebruik richting burger, parlement en toezichthouders (o.a. Autoriteit Persoonsgegevens)</a:t>
            </a:r>
          </a:p>
          <a:p>
            <a:pPr marL="770400" lvl="1" indent="-457200">
              <a:buFont typeface="+mj-lt"/>
              <a:buAutoNum type="arabicPeriod"/>
            </a:pPr>
            <a:r>
              <a:rPr lang="nl-NL" sz="2200">
                <a:solidFill>
                  <a:srgbClr val="017BC6"/>
                </a:solidFill>
              </a:rPr>
              <a:t>Audit en compliance </a:t>
            </a:r>
            <a:r>
              <a:rPr lang="nl-NL" sz="2200"/>
              <a:t>– Aantoonbaar hoe data en besluiten tot stand komen (o.a. AVG /AI act Europe</a:t>
            </a:r>
            <a:r>
              <a:rPr lang="nl-NL" sz="2200">
                <a:sym typeface="Wingdings" panose="05000000000000000000" pitchFamily="2" charset="2"/>
              </a:rPr>
              <a:t>)</a:t>
            </a:r>
            <a:endParaRPr lang="nl-NL" sz="2200"/>
          </a:p>
          <a:p>
            <a:pPr marL="770400" lvl="1" indent="-457200">
              <a:buFont typeface="+mj-lt"/>
              <a:buAutoNum type="arabicPeriod"/>
            </a:pPr>
            <a:r>
              <a:rPr lang="nl-NL" sz="2200">
                <a:solidFill>
                  <a:srgbClr val="017BC6"/>
                </a:solidFill>
              </a:rPr>
              <a:t>Reproduceerbaarheid</a:t>
            </a:r>
            <a:r>
              <a:rPr lang="nl-NL" sz="2200"/>
              <a:t> – </a:t>
            </a:r>
            <a:r>
              <a:rPr lang="nl-NL" sz="2200" err="1"/>
              <a:t>Herconstructie</a:t>
            </a:r>
            <a:r>
              <a:rPr lang="nl-NL" sz="2200"/>
              <a:t> van toestand of resultaten (digital </a:t>
            </a:r>
            <a:r>
              <a:rPr lang="nl-NL" sz="2200" err="1"/>
              <a:t>twin</a:t>
            </a:r>
            <a:r>
              <a:rPr lang="nl-NL" sz="2200"/>
              <a:t>, keten analyse, verantwoording)</a:t>
            </a:r>
          </a:p>
          <a:p>
            <a:pPr marL="770400" lvl="1" indent="-457200">
              <a:buFont typeface="+mj-lt"/>
              <a:buAutoNum type="arabicPeriod"/>
            </a:pPr>
            <a:r>
              <a:rPr lang="nl-NL" sz="2200">
                <a:solidFill>
                  <a:srgbClr val="017BC6"/>
                </a:solidFill>
              </a:rPr>
              <a:t>Fout analyse </a:t>
            </a:r>
            <a:r>
              <a:rPr lang="nl-NL" sz="2200"/>
              <a:t>– In gedistribueerde omgevingen fout analyse mogelijke maken. </a:t>
            </a:r>
          </a:p>
          <a:p>
            <a:pPr marL="770400" lvl="1" indent="-457200">
              <a:buFont typeface="+mj-lt"/>
              <a:buAutoNum type="arabicPeriod"/>
            </a:pPr>
            <a:r>
              <a:rPr lang="nl-NL" sz="2200">
                <a:solidFill>
                  <a:srgbClr val="017BC6"/>
                </a:solidFill>
              </a:rPr>
              <a:t>Versie beheer en temporale context </a:t>
            </a:r>
            <a:r>
              <a:rPr lang="nl-NL" sz="2200"/>
              <a:t>– Welke data en versies golden op een bepaald moment</a:t>
            </a:r>
          </a:p>
          <a:p>
            <a:pPr lvl="1"/>
            <a:endParaRPr lang="nl-NL"/>
          </a:p>
          <a:p>
            <a:pPr marL="313200" lvl="1" indent="0">
              <a:buNone/>
            </a:pPr>
            <a:endParaRPr lang="nl-NL"/>
          </a:p>
        </p:txBody>
      </p:sp>
      <p:sp>
        <p:nvSpPr>
          <p:cNvPr id="3" name="Titel 2">
            <a:extLst>
              <a:ext uri="{FF2B5EF4-FFF2-40B4-BE49-F238E27FC236}">
                <a16:creationId xmlns:a16="http://schemas.microsoft.com/office/drawing/2014/main" id="{8C1DCFF2-DDFC-5C67-7643-487E024C3D1E}"/>
              </a:ext>
            </a:extLst>
          </p:cNvPr>
          <p:cNvSpPr>
            <a:spLocks noGrp="1"/>
          </p:cNvSpPr>
          <p:nvPr>
            <p:ph type="title"/>
          </p:nvPr>
        </p:nvSpPr>
        <p:spPr>
          <a:xfrm>
            <a:off x="634206" y="856880"/>
            <a:ext cx="10923588" cy="948047"/>
          </a:xfrm>
        </p:spPr>
        <p:txBody>
          <a:bodyPr/>
          <a:lstStyle/>
          <a:p>
            <a:r>
              <a:rPr lang="nl-NL"/>
              <a:t>Waarom </a:t>
            </a:r>
            <a:r>
              <a:rPr lang="nl-NL" err="1"/>
              <a:t>Provenance</a:t>
            </a:r>
            <a:r>
              <a:rPr lang="nl-NL"/>
              <a:t>?</a:t>
            </a:r>
          </a:p>
        </p:txBody>
      </p:sp>
      <p:sp>
        <p:nvSpPr>
          <p:cNvPr id="4" name="Tijdelijke aanduiding voor dianummer 3">
            <a:extLst>
              <a:ext uri="{FF2B5EF4-FFF2-40B4-BE49-F238E27FC236}">
                <a16:creationId xmlns:a16="http://schemas.microsoft.com/office/drawing/2014/main" id="{EECBA059-42E9-108F-6050-7E51F4C0AA9F}"/>
              </a:ext>
            </a:extLst>
          </p:cNvPr>
          <p:cNvSpPr>
            <a:spLocks noGrp="1"/>
          </p:cNvSpPr>
          <p:nvPr>
            <p:ph type="sldNum" sz="quarter" idx="12"/>
          </p:nvPr>
        </p:nvSpPr>
        <p:spPr>
          <a:xfrm>
            <a:off x="6675939" y="6382450"/>
            <a:ext cx="5005389" cy="322075"/>
          </a:xfrm>
        </p:spPr>
        <p:txBody>
          <a:bodyPr/>
          <a:lstStyle/>
          <a:p>
            <a:fld id="{10A0A6AF-03C5-477E-939A-E28F7E7F05EA}" type="slidenum">
              <a:rPr lang="nl-NL" smtClean="0"/>
              <a:pPr/>
              <a:t>10</a:t>
            </a:fld>
            <a:endParaRPr lang="nl-NL"/>
          </a:p>
        </p:txBody>
      </p:sp>
      <p:sp>
        <p:nvSpPr>
          <p:cNvPr id="5" name="Tijdelijke aanduiding voor voettekst 4">
            <a:extLst>
              <a:ext uri="{FF2B5EF4-FFF2-40B4-BE49-F238E27FC236}">
                <a16:creationId xmlns:a16="http://schemas.microsoft.com/office/drawing/2014/main" id="{C8C9CAE3-B1EB-57E5-EB34-9473872757E1}"/>
              </a:ext>
            </a:extLst>
          </p:cNvPr>
          <p:cNvSpPr>
            <a:spLocks noGrp="1"/>
          </p:cNvSpPr>
          <p:nvPr>
            <p:ph type="ftr" sz="quarter" idx="3"/>
          </p:nvPr>
        </p:nvSpPr>
        <p:spPr/>
        <p:txBody>
          <a:bodyPr/>
          <a:lstStyle/>
          <a:p>
            <a:fld id="{87D34612-DF11-4FD6-9B67-AF4303590F80}" type="datetime4">
              <a:rPr lang="nl-NL" smtClean="0"/>
              <a:pPr/>
              <a:t>25 september 2026</a:t>
            </a:fld>
            <a:r>
              <a:rPr lang="en-US"/>
              <a:t> | </a:t>
            </a:r>
            <a:r>
              <a:rPr lang="en-US" err="1"/>
              <a:t>Voettekst</a:t>
            </a:r>
            <a:endParaRPr lang="nl-NL"/>
          </a:p>
        </p:txBody>
      </p:sp>
      <p:grpSp>
        <p:nvGrpSpPr>
          <p:cNvPr id="18" name="Groep 17">
            <a:extLst>
              <a:ext uri="{FF2B5EF4-FFF2-40B4-BE49-F238E27FC236}">
                <a16:creationId xmlns:a16="http://schemas.microsoft.com/office/drawing/2014/main" id="{61B96BC9-F692-88F7-9E61-C6ABE6733931}"/>
              </a:ext>
            </a:extLst>
          </p:cNvPr>
          <p:cNvGrpSpPr/>
          <p:nvPr/>
        </p:nvGrpSpPr>
        <p:grpSpPr>
          <a:xfrm>
            <a:off x="7295223" y="3841906"/>
            <a:ext cx="4261777" cy="2540544"/>
            <a:chOff x="5918208" y="1330903"/>
            <a:chExt cx="5639586" cy="3338978"/>
          </a:xfrm>
        </p:grpSpPr>
        <p:pic>
          <p:nvPicPr>
            <p:cNvPr id="13" name="Afbeelding 12">
              <a:extLst>
                <a:ext uri="{FF2B5EF4-FFF2-40B4-BE49-F238E27FC236}">
                  <a16:creationId xmlns:a16="http://schemas.microsoft.com/office/drawing/2014/main" id="{A1F35AE5-510B-33E5-2FD1-671971D0203A}"/>
                </a:ext>
              </a:extLst>
            </p:cNvPr>
            <p:cNvPicPr>
              <a:picLocks noChangeAspect="1"/>
            </p:cNvPicPr>
            <p:nvPr/>
          </p:nvPicPr>
          <p:blipFill>
            <a:blip r:embed="rId2"/>
            <a:stretch>
              <a:fillRect/>
            </a:stretch>
          </p:blipFill>
          <p:spPr>
            <a:xfrm>
              <a:off x="5918208" y="1330903"/>
              <a:ext cx="5639586" cy="3338978"/>
            </a:xfrm>
            <a:prstGeom prst="rect">
              <a:avLst/>
            </a:prstGeom>
            <a:ln>
              <a:solidFill>
                <a:srgbClr val="015C95"/>
              </a:solidFill>
            </a:ln>
          </p:spPr>
        </p:pic>
        <p:sp>
          <p:nvSpPr>
            <p:cNvPr id="17" name="Rechthoek 16">
              <a:extLst>
                <a:ext uri="{FF2B5EF4-FFF2-40B4-BE49-F238E27FC236}">
                  <a16:creationId xmlns:a16="http://schemas.microsoft.com/office/drawing/2014/main" id="{AFBD23FE-8A96-488C-752F-E1B2B7465BD6}"/>
                </a:ext>
              </a:extLst>
            </p:cNvPr>
            <p:cNvSpPr/>
            <p:nvPr/>
          </p:nvSpPr>
          <p:spPr>
            <a:xfrm rot="21423734">
              <a:off x="7082799" y="3540034"/>
              <a:ext cx="4349498" cy="645733"/>
            </a:xfrm>
            <a:prstGeom prst="rect">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grpSp>
    </p:spTree>
    <p:extLst>
      <p:ext uri="{BB962C8B-B14F-4D97-AF65-F5344CB8AC3E}">
        <p14:creationId xmlns:p14="http://schemas.microsoft.com/office/powerpoint/2010/main" val="2439182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anim calcmode="lin" valueType="num">
                                      <p:cBhvr additive="base">
                                        <p:cTn id="23" dur="500" fill="hold"/>
                                        <p:tgtEl>
                                          <p:spTgt spid="18"/>
                                        </p:tgtEl>
                                        <p:attrNameLst>
                                          <p:attrName>ppt_x</p:attrName>
                                        </p:attrNameLst>
                                      </p:cBhvr>
                                      <p:tavLst>
                                        <p:tav tm="0">
                                          <p:val>
                                            <p:strVal val="#ppt_x"/>
                                          </p:val>
                                        </p:tav>
                                        <p:tav tm="100000">
                                          <p:val>
                                            <p:strVal val="#ppt_x"/>
                                          </p:val>
                                        </p:tav>
                                      </p:tavLst>
                                    </p:anim>
                                    <p:anim calcmode="lin" valueType="num">
                                      <p:cBhvr additive="base">
                                        <p:cTn id="2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
                                            <p:txEl>
                                              <p:pRg st="4" end="4"/>
                                            </p:txEl>
                                          </p:spTgt>
                                        </p:tgtEl>
                                        <p:attrNameLst>
                                          <p:attrName>style.visibility</p:attrName>
                                        </p:attrNameLst>
                                      </p:cBhvr>
                                      <p:to>
                                        <p:strVal val="visible"/>
                                      </p:to>
                                    </p:set>
                                    <p:anim calcmode="lin" valueType="num">
                                      <p:cBhvr additive="base">
                                        <p:cTn id="29"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
                                            <p:txEl>
                                              <p:pRg st="4" end="4"/>
                                            </p:txEl>
                                          </p:spTgt>
                                        </p:tgtEl>
                                        <p:attrNameLst>
                                          <p:attrName>ppt_y</p:attrName>
                                        </p:attrNameLst>
                                      </p:cBhvr>
                                      <p:tavLst>
                                        <p:tav tm="0">
                                          <p:val>
                                            <p:strVal val="1+#ppt_h/2"/>
                                          </p:val>
                                        </p:tav>
                                        <p:tav tm="100000">
                                          <p:val>
                                            <p:strVal val="#ppt_y"/>
                                          </p:val>
                                        </p:tav>
                                      </p:tavLst>
                                    </p:anim>
                                  </p:childTnLst>
                                </p:cTn>
                              </p:par>
                              <p:par>
                                <p:cTn id="31" presetID="1" presetClass="exit" presetSubtype="0" fill="hold" nodeType="withEffect">
                                  <p:stCondLst>
                                    <p:cond delay="0"/>
                                  </p:stCondLst>
                                  <p:childTnLst>
                                    <p:set>
                                      <p:cBhvr>
                                        <p:cTn id="32" dur="1" fill="hold">
                                          <p:stCondLst>
                                            <p:cond delay="0"/>
                                          </p:stCondLst>
                                        </p:cTn>
                                        <p:tgtEl>
                                          <p:spTgt spid="18"/>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7CA06-F670-9863-4769-845308FF8459}"/>
            </a:ext>
          </a:extLst>
        </p:cNvPr>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168B9E9B-14B5-7C83-4EEE-C5ABCDF5EF46}"/>
              </a:ext>
            </a:extLst>
          </p:cNvPr>
          <p:cNvSpPr>
            <a:spLocks noGrp="1"/>
          </p:cNvSpPr>
          <p:nvPr>
            <p:ph idx="1"/>
          </p:nvPr>
        </p:nvSpPr>
        <p:spPr>
          <a:xfrm>
            <a:off x="634206" y="1656151"/>
            <a:ext cx="10923588" cy="4661522"/>
          </a:xfrm>
        </p:spPr>
        <p:txBody>
          <a:bodyPr numCol="1">
            <a:normAutofit/>
          </a:bodyPr>
          <a:lstStyle/>
          <a:p>
            <a:pPr marL="0" indent="0">
              <a:buNone/>
            </a:pPr>
            <a:r>
              <a:rPr lang="nl-NL" err="1"/>
              <a:t>Provenance</a:t>
            </a:r>
            <a:r>
              <a:rPr lang="nl-NL"/>
              <a:t> maakt (betere) </a:t>
            </a:r>
            <a:r>
              <a:rPr lang="nl-NL">
                <a:solidFill>
                  <a:srgbClr val="017BC6"/>
                </a:solidFill>
              </a:rPr>
              <a:t>interoperabiliteit</a:t>
            </a:r>
            <a:r>
              <a:rPr lang="nl-NL"/>
              <a:t> mogelijk: </a:t>
            </a:r>
          </a:p>
          <a:p>
            <a:pPr marL="770400" lvl="1" indent="-457200">
              <a:buFont typeface="+mj-lt"/>
              <a:buAutoNum type="arabicPeriod"/>
            </a:pPr>
            <a:r>
              <a:rPr lang="nl-NL">
                <a:solidFill>
                  <a:srgbClr val="017BC6"/>
                </a:solidFill>
              </a:rPr>
              <a:t>Standaardisatie </a:t>
            </a:r>
            <a:r>
              <a:rPr lang="nl-NL" err="1">
                <a:solidFill>
                  <a:srgbClr val="017BC6"/>
                </a:solidFill>
              </a:rPr>
              <a:t>serialisatie</a:t>
            </a:r>
            <a:r>
              <a:rPr lang="nl-NL">
                <a:solidFill>
                  <a:srgbClr val="017BC6"/>
                </a:solidFill>
              </a:rPr>
              <a:t> van </a:t>
            </a:r>
            <a:r>
              <a:rPr lang="nl-NL" err="1">
                <a:solidFill>
                  <a:srgbClr val="017BC6"/>
                </a:solidFill>
              </a:rPr>
              <a:t>provenance</a:t>
            </a:r>
            <a:r>
              <a:rPr lang="nl-NL">
                <a:solidFill>
                  <a:srgbClr val="017BC6"/>
                </a:solidFill>
              </a:rPr>
              <a:t> (W3C PROV JSON-LD) </a:t>
            </a:r>
            <a:r>
              <a:rPr lang="nl-NL" b="1"/>
              <a:t>- </a:t>
            </a:r>
            <a:r>
              <a:rPr lang="nl-NL"/>
              <a:t>Alle ketenpartners gebruiken hetzelfde </a:t>
            </a:r>
            <a:r>
              <a:rPr lang="nl-NL" err="1"/>
              <a:t>provenance</a:t>
            </a:r>
            <a:r>
              <a:rPr lang="nl-NL"/>
              <a:t>-model en hetzelfde formaat. (machine-leesbaar)</a:t>
            </a:r>
          </a:p>
          <a:p>
            <a:pPr marL="770400" lvl="1" indent="-457200">
              <a:buFont typeface="+mj-lt"/>
              <a:buAutoNum type="arabicPeriod"/>
            </a:pPr>
            <a:r>
              <a:rPr lang="nl-NL">
                <a:solidFill>
                  <a:srgbClr val="017BC6"/>
                </a:solidFill>
              </a:rPr>
              <a:t>Semantische interoperabiliteit via gedeeld model </a:t>
            </a:r>
            <a:r>
              <a:rPr lang="nl-NL"/>
              <a:t>- Begrippen zoals </a:t>
            </a:r>
            <a:r>
              <a:rPr lang="nl-NL" err="1"/>
              <a:t>Entity</a:t>
            </a:r>
            <a:r>
              <a:rPr lang="nl-NL"/>
              <a:t>, Activity, Agent, Relaties hebben overal dezelfde betekenis. </a:t>
            </a:r>
          </a:p>
          <a:p>
            <a:pPr marL="770400" lvl="1" indent="-457200">
              <a:buFont typeface="+mj-lt"/>
              <a:buAutoNum type="arabicPeriod"/>
            </a:pPr>
            <a:r>
              <a:rPr lang="nl-NL">
                <a:solidFill>
                  <a:srgbClr val="017BC6"/>
                </a:solidFill>
              </a:rPr>
              <a:t>Verrijking met domeinkennis </a:t>
            </a:r>
            <a:r>
              <a:rPr lang="nl-NL"/>
              <a:t>- PROV-objecten kunnen worden aangevuld met </a:t>
            </a:r>
            <a:r>
              <a:rPr lang="nl-NL" err="1"/>
              <a:t>domeinspecifieke</a:t>
            </a:r>
            <a:r>
              <a:rPr lang="nl-NL"/>
              <a:t> labels, attributen en classificaties.</a:t>
            </a:r>
          </a:p>
          <a:p>
            <a:pPr marL="770400" lvl="1" indent="-457200">
              <a:buFont typeface="+mj-lt"/>
              <a:buAutoNum type="arabicPeriod"/>
            </a:pPr>
            <a:r>
              <a:rPr lang="nl-NL" err="1">
                <a:solidFill>
                  <a:srgbClr val="017BC6"/>
                </a:solidFill>
              </a:rPr>
              <a:t>Ketenbrede</a:t>
            </a:r>
            <a:r>
              <a:rPr lang="nl-NL">
                <a:solidFill>
                  <a:srgbClr val="017BC6"/>
                </a:solidFill>
              </a:rPr>
              <a:t> uitwisselbaarheid van context </a:t>
            </a:r>
            <a:r>
              <a:rPr lang="nl-NL"/>
              <a:t>– Data wordt altijd geleverd mét herkomst en bewerkingscontext, uniform interpreteerbaar.</a:t>
            </a:r>
          </a:p>
          <a:p>
            <a:pPr marL="770400" lvl="1" indent="-457200">
              <a:buFont typeface="+mj-lt"/>
              <a:buAutoNum type="arabicPeriod"/>
            </a:pPr>
            <a:endParaRPr lang="nl-NL"/>
          </a:p>
          <a:p>
            <a:pPr marL="313200" lvl="1" indent="0">
              <a:buNone/>
            </a:pPr>
            <a:endParaRPr lang="nl-NL"/>
          </a:p>
        </p:txBody>
      </p:sp>
      <p:sp>
        <p:nvSpPr>
          <p:cNvPr id="3" name="Titel 2">
            <a:extLst>
              <a:ext uri="{FF2B5EF4-FFF2-40B4-BE49-F238E27FC236}">
                <a16:creationId xmlns:a16="http://schemas.microsoft.com/office/drawing/2014/main" id="{C521F8FE-AA75-F1B7-CAD3-9A1ACD412A6D}"/>
              </a:ext>
            </a:extLst>
          </p:cNvPr>
          <p:cNvSpPr>
            <a:spLocks noGrp="1"/>
          </p:cNvSpPr>
          <p:nvPr>
            <p:ph type="title"/>
          </p:nvPr>
        </p:nvSpPr>
        <p:spPr>
          <a:xfrm>
            <a:off x="634206" y="856880"/>
            <a:ext cx="10923588" cy="948047"/>
          </a:xfrm>
        </p:spPr>
        <p:txBody>
          <a:bodyPr/>
          <a:lstStyle/>
          <a:p>
            <a:r>
              <a:rPr lang="nl-NL"/>
              <a:t>Waarom </a:t>
            </a:r>
            <a:r>
              <a:rPr lang="nl-NL" err="1"/>
              <a:t>Provenance</a:t>
            </a:r>
            <a:r>
              <a:rPr lang="nl-NL"/>
              <a:t>?</a:t>
            </a:r>
          </a:p>
        </p:txBody>
      </p:sp>
      <p:sp>
        <p:nvSpPr>
          <p:cNvPr id="4" name="Tijdelijke aanduiding voor dianummer 3">
            <a:extLst>
              <a:ext uri="{FF2B5EF4-FFF2-40B4-BE49-F238E27FC236}">
                <a16:creationId xmlns:a16="http://schemas.microsoft.com/office/drawing/2014/main" id="{5679F662-CC64-D36C-15E9-8556BED6D960}"/>
              </a:ext>
            </a:extLst>
          </p:cNvPr>
          <p:cNvSpPr>
            <a:spLocks noGrp="1"/>
          </p:cNvSpPr>
          <p:nvPr>
            <p:ph type="sldNum" sz="quarter" idx="12"/>
          </p:nvPr>
        </p:nvSpPr>
        <p:spPr>
          <a:xfrm>
            <a:off x="6675939" y="6382450"/>
            <a:ext cx="5005389" cy="322075"/>
          </a:xfrm>
        </p:spPr>
        <p:txBody>
          <a:bodyPr/>
          <a:lstStyle/>
          <a:p>
            <a:fld id="{10A0A6AF-03C5-477E-939A-E28F7E7F05EA}" type="slidenum">
              <a:rPr lang="nl-NL" smtClean="0"/>
              <a:pPr/>
              <a:t>11</a:t>
            </a:fld>
            <a:endParaRPr lang="nl-NL"/>
          </a:p>
        </p:txBody>
      </p:sp>
      <p:sp>
        <p:nvSpPr>
          <p:cNvPr id="5" name="Tijdelijke aanduiding voor voettekst 4">
            <a:extLst>
              <a:ext uri="{FF2B5EF4-FFF2-40B4-BE49-F238E27FC236}">
                <a16:creationId xmlns:a16="http://schemas.microsoft.com/office/drawing/2014/main" id="{E23CBFCC-1536-F945-D51A-1E9A99C85AED}"/>
              </a:ext>
            </a:extLst>
          </p:cNvPr>
          <p:cNvSpPr>
            <a:spLocks noGrp="1"/>
          </p:cNvSpPr>
          <p:nvPr>
            <p:ph type="ftr" sz="quarter" idx="3"/>
          </p:nvPr>
        </p:nvSpPr>
        <p:spPr/>
        <p:txBody>
          <a:bodyPr/>
          <a:lstStyle/>
          <a:p>
            <a:fld id="{87D34612-DF11-4FD6-9B67-AF4303590F80}" type="datetime4">
              <a:rPr lang="nl-NL" smtClean="0"/>
              <a:pPr/>
              <a:t>25 september 2026</a:t>
            </a:fld>
            <a:r>
              <a:rPr lang="en-US"/>
              <a:t> | </a:t>
            </a:r>
            <a:r>
              <a:rPr lang="en-US" err="1"/>
              <a:t>Voettekst</a:t>
            </a:r>
            <a:endParaRPr lang="nl-NL"/>
          </a:p>
        </p:txBody>
      </p:sp>
    </p:spTree>
    <p:extLst>
      <p:ext uri="{BB962C8B-B14F-4D97-AF65-F5344CB8AC3E}">
        <p14:creationId xmlns:p14="http://schemas.microsoft.com/office/powerpoint/2010/main" val="1462827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 calcmode="lin" valueType="num">
                                      <p:cBhvr additive="base">
                                        <p:cTn id="2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B875DADD-236D-7AFF-4869-8D969682724B}"/>
              </a:ext>
            </a:extLst>
          </p:cNvPr>
          <p:cNvSpPr>
            <a:spLocks noGrp="1"/>
          </p:cNvSpPr>
          <p:nvPr>
            <p:ph idx="1"/>
          </p:nvPr>
        </p:nvSpPr>
        <p:spPr>
          <a:xfrm>
            <a:off x="634206" y="1765144"/>
            <a:ext cx="10923588" cy="3931928"/>
          </a:xfrm>
        </p:spPr>
        <p:txBody>
          <a:bodyPr vert="horz" lIns="91440" tIns="45720" rIns="91440" bIns="45720" numCol="1" spcCol="468000" rtlCol="0" anchor="t">
            <a:normAutofit/>
          </a:bodyPr>
          <a:lstStyle/>
          <a:p>
            <a:pPr marL="0" indent="0">
              <a:buNone/>
            </a:pPr>
            <a:r>
              <a:rPr lang="nl-NL" sz="2000"/>
              <a:t>De provenance graph is een zelf-vullende, continu actuele </a:t>
            </a:r>
            <a:r>
              <a:rPr lang="nl-NL" sz="2000">
                <a:solidFill>
                  <a:srgbClr val="017BC6"/>
                </a:solidFill>
              </a:rPr>
              <a:t>indexeringslaag</a:t>
            </a:r>
            <a:r>
              <a:rPr lang="nl-NL" sz="2000"/>
              <a:t> (operatonele meta gegevens) die de volledige keten doorzoekbaar maakt via datarelaties (lokalisatie gegevens).</a:t>
            </a:r>
          </a:p>
        </p:txBody>
      </p:sp>
      <p:sp>
        <p:nvSpPr>
          <p:cNvPr id="3" name="Titel 2">
            <a:extLst>
              <a:ext uri="{FF2B5EF4-FFF2-40B4-BE49-F238E27FC236}">
                <a16:creationId xmlns:a16="http://schemas.microsoft.com/office/drawing/2014/main" id="{08807937-B297-7644-3030-3107DD184D8D}"/>
              </a:ext>
            </a:extLst>
          </p:cNvPr>
          <p:cNvSpPr>
            <a:spLocks noGrp="1"/>
          </p:cNvSpPr>
          <p:nvPr>
            <p:ph type="title"/>
          </p:nvPr>
        </p:nvSpPr>
        <p:spPr>
          <a:xfrm>
            <a:off x="634206" y="817097"/>
            <a:ext cx="10923588" cy="948047"/>
          </a:xfrm>
        </p:spPr>
        <p:txBody>
          <a:bodyPr/>
          <a:lstStyle/>
          <a:p>
            <a:r>
              <a:rPr lang="nl-NL"/>
              <a:t>Waarom </a:t>
            </a:r>
            <a:r>
              <a:rPr lang="nl-NL" err="1"/>
              <a:t>Provenance</a:t>
            </a:r>
            <a:r>
              <a:rPr lang="nl-NL"/>
              <a:t>?</a:t>
            </a:r>
          </a:p>
        </p:txBody>
      </p:sp>
      <p:sp>
        <p:nvSpPr>
          <p:cNvPr id="4" name="Tijdelijke aanduiding voor dianummer 3">
            <a:extLst>
              <a:ext uri="{FF2B5EF4-FFF2-40B4-BE49-F238E27FC236}">
                <a16:creationId xmlns:a16="http://schemas.microsoft.com/office/drawing/2014/main" id="{3BB490A6-2ECB-8465-E588-7E2BB9EC4256}"/>
              </a:ext>
            </a:extLst>
          </p:cNvPr>
          <p:cNvSpPr>
            <a:spLocks noGrp="1"/>
          </p:cNvSpPr>
          <p:nvPr>
            <p:ph type="sldNum" sz="quarter" idx="12"/>
          </p:nvPr>
        </p:nvSpPr>
        <p:spPr/>
        <p:txBody>
          <a:bodyPr/>
          <a:lstStyle/>
          <a:p>
            <a:fld id="{10A0A6AF-03C5-477E-939A-E28F7E7F05EA}" type="slidenum">
              <a:rPr lang="nl-NL" smtClean="0"/>
              <a:pPr/>
              <a:t>12</a:t>
            </a:fld>
            <a:endParaRPr lang="nl-NL"/>
          </a:p>
        </p:txBody>
      </p:sp>
      <p:sp>
        <p:nvSpPr>
          <p:cNvPr id="5" name="Tijdelijke aanduiding voor voettekst 4">
            <a:extLst>
              <a:ext uri="{FF2B5EF4-FFF2-40B4-BE49-F238E27FC236}">
                <a16:creationId xmlns:a16="http://schemas.microsoft.com/office/drawing/2014/main" id="{A5C6BB5D-A7AF-D043-774A-24EE68B5C05B}"/>
              </a:ext>
            </a:extLst>
          </p:cNvPr>
          <p:cNvSpPr>
            <a:spLocks noGrp="1"/>
          </p:cNvSpPr>
          <p:nvPr>
            <p:ph type="ftr" sz="quarter" idx="3"/>
          </p:nvPr>
        </p:nvSpPr>
        <p:spPr/>
        <p:txBody>
          <a:bodyPr/>
          <a:lstStyle/>
          <a:p>
            <a:fld id="{87D34612-DF11-4FD6-9B67-AF4303590F80}" type="datetime4">
              <a:rPr lang="nl-NL" smtClean="0"/>
              <a:pPr/>
              <a:t>25 september 2026</a:t>
            </a:fld>
            <a:r>
              <a:rPr lang="en-US"/>
              <a:t> | </a:t>
            </a:r>
            <a:r>
              <a:rPr lang="en-US" err="1"/>
              <a:t>Voettekst</a:t>
            </a:r>
            <a:endParaRPr lang="nl-NL"/>
          </a:p>
        </p:txBody>
      </p:sp>
      <p:sp>
        <p:nvSpPr>
          <p:cNvPr id="7" name="Tekstvak 6">
            <a:extLst>
              <a:ext uri="{FF2B5EF4-FFF2-40B4-BE49-F238E27FC236}">
                <a16:creationId xmlns:a16="http://schemas.microsoft.com/office/drawing/2014/main" id="{16228038-9782-0B0C-B168-63424B619F9B}"/>
              </a:ext>
            </a:extLst>
          </p:cNvPr>
          <p:cNvSpPr txBox="1"/>
          <p:nvPr/>
        </p:nvSpPr>
        <p:spPr>
          <a:xfrm>
            <a:off x="633412" y="2450060"/>
            <a:ext cx="7359595" cy="3477875"/>
          </a:xfrm>
          <a:prstGeom prst="rect">
            <a:avLst/>
          </a:prstGeom>
          <a:noFill/>
        </p:spPr>
        <p:txBody>
          <a:bodyPr wrap="square">
            <a:spAutoFit/>
          </a:bodyPr>
          <a:lstStyle/>
          <a:p>
            <a:pPr marL="770400" lvl="1" indent="-457200">
              <a:buFont typeface="+mj-lt"/>
              <a:buAutoNum type="arabicPeriod"/>
            </a:pPr>
            <a:r>
              <a:rPr lang="nl-NL" sz="2000">
                <a:solidFill>
                  <a:srgbClr val="017BC6"/>
                </a:solidFill>
              </a:rPr>
              <a:t>Zelf-vullend en actueel </a:t>
            </a:r>
            <a:r>
              <a:rPr lang="nl-NL" sz="2000"/>
              <a:t>- De </a:t>
            </a:r>
            <a:r>
              <a:rPr lang="nl-NL" sz="2000" err="1"/>
              <a:t>graph</a:t>
            </a:r>
            <a:r>
              <a:rPr lang="nl-NL" sz="2000"/>
              <a:t> bouwt zichzelf op uit datastromen en blijft continu up-to-date. </a:t>
            </a:r>
          </a:p>
          <a:p>
            <a:pPr marL="770400" lvl="1" indent="-457200">
              <a:buFont typeface="+mj-lt"/>
              <a:buAutoNum type="arabicPeriod"/>
            </a:pPr>
            <a:r>
              <a:rPr lang="nl-NL" sz="2000" err="1">
                <a:solidFill>
                  <a:srgbClr val="017BC6"/>
                </a:solidFill>
              </a:rPr>
              <a:t>Ketenbrede</a:t>
            </a:r>
            <a:r>
              <a:rPr lang="nl-NL" sz="2000">
                <a:solidFill>
                  <a:srgbClr val="017BC6"/>
                </a:solidFill>
              </a:rPr>
              <a:t> index </a:t>
            </a:r>
            <a:r>
              <a:rPr lang="nl-NL" sz="2000"/>
              <a:t>- Eén (virtuele) uniforme index over alle systemen en organisaties heen. </a:t>
            </a:r>
          </a:p>
          <a:p>
            <a:pPr marL="770400" lvl="1" indent="-457200">
              <a:buFont typeface="+mj-lt"/>
              <a:buAutoNum type="arabicPeriod"/>
            </a:pPr>
            <a:r>
              <a:rPr lang="nl-NL" sz="2000">
                <a:solidFill>
                  <a:srgbClr val="017BC6"/>
                </a:solidFill>
              </a:rPr>
              <a:t>Vindbaarheid via relaties </a:t>
            </a:r>
            <a:r>
              <a:rPr lang="nl-NL" sz="2000" b="1"/>
              <a:t>- </a:t>
            </a:r>
            <a:r>
              <a:rPr lang="nl-NL" sz="2000"/>
              <a:t>Data wordt gevonden via herkomst- en afleidingsrelaties.</a:t>
            </a:r>
          </a:p>
          <a:p>
            <a:pPr marL="770400" lvl="1" indent="-457200">
              <a:buFont typeface="+mj-lt"/>
              <a:buAutoNum type="arabicPeriod"/>
            </a:pPr>
            <a:r>
              <a:rPr lang="nl-NL" sz="2000">
                <a:solidFill>
                  <a:srgbClr val="017BC6"/>
                </a:solidFill>
              </a:rPr>
              <a:t>Geen statische catalogus </a:t>
            </a:r>
            <a:r>
              <a:rPr lang="nl-NL" sz="2000" b="1"/>
              <a:t>- </a:t>
            </a:r>
            <a:r>
              <a:rPr lang="nl-NL" sz="2000"/>
              <a:t>De index evolueert mee met de keten, zonder handmatig beheer. </a:t>
            </a:r>
          </a:p>
          <a:p>
            <a:pPr marL="770400" lvl="1" indent="-457200">
              <a:buFont typeface="+mj-lt"/>
              <a:buAutoNum type="arabicPeriod"/>
            </a:pPr>
            <a:r>
              <a:rPr lang="nl-NL" sz="2000">
                <a:solidFill>
                  <a:srgbClr val="017BC6"/>
                </a:solidFill>
              </a:rPr>
              <a:t>Ad-hoc ketenvragen mogelijk </a:t>
            </a:r>
            <a:r>
              <a:rPr lang="nl-NL" sz="2000" b="1"/>
              <a:t>- </a:t>
            </a:r>
            <a:r>
              <a:rPr lang="nl-NL" sz="2000"/>
              <a:t>Bijvoorbeeld: “waar komt dit vandaan?” of “welke bronnen hebben vergelijkbare data?”</a:t>
            </a:r>
            <a:endParaRPr lang="nl-NL" sz="2000">
              <a:solidFill>
                <a:srgbClr val="017BC6"/>
              </a:solidFill>
            </a:endParaRPr>
          </a:p>
        </p:txBody>
      </p:sp>
      <p:pic>
        <p:nvPicPr>
          <p:cNvPr id="8" name="Afbeelding 7">
            <a:extLst>
              <a:ext uri="{FF2B5EF4-FFF2-40B4-BE49-F238E27FC236}">
                <a16:creationId xmlns:a16="http://schemas.microsoft.com/office/drawing/2014/main" id="{97BB6C13-2C28-C43D-F567-8A4C3505DA6E}"/>
              </a:ext>
            </a:extLst>
          </p:cNvPr>
          <p:cNvPicPr>
            <a:picLocks noChangeAspect="1"/>
          </p:cNvPicPr>
          <p:nvPr/>
        </p:nvPicPr>
        <p:blipFill>
          <a:blip r:embed="rId2"/>
          <a:stretch>
            <a:fillRect/>
          </a:stretch>
        </p:blipFill>
        <p:spPr>
          <a:xfrm>
            <a:off x="8183242" y="2800915"/>
            <a:ext cx="3683363" cy="3004572"/>
          </a:xfrm>
          <a:prstGeom prst="rect">
            <a:avLst/>
          </a:prstGeom>
        </p:spPr>
      </p:pic>
    </p:spTree>
    <p:extLst>
      <p:ext uri="{BB962C8B-B14F-4D97-AF65-F5344CB8AC3E}">
        <p14:creationId xmlns:p14="http://schemas.microsoft.com/office/powerpoint/2010/main" val="3913270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 calcmode="lin" valueType="num">
                                      <p:cBhvr additive="base">
                                        <p:cTn id="25"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anim calcmode="lin" valueType="num">
                                      <p:cBhvr additive="base">
                                        <p:cTn id="31"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1A23D-8D17-4D2A-10BC-098B45905F4A}"/>
            </a:ext>
          </a:extLst>
        </p:cNvPr>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8EF68D90-5D3F-0C25-AA5E-2D6100AD958E}"/>
              </a:ext>
            </a:extLst>
          </p:cNvPr>
          <p:cNvSpPr>
            <a:spLocks noGrp="1"/>
          </p:cNvSpPr>
          <p:nvPr>
            <p:ph idx="1"/>
          </p:nvPr>
        </p:nvSpPr>
        <p:spPr>
          <a:xfrm>
            <a:off x="635001" y="2289485"/>
            <a:ext cx="4935105" cy="3931928"/>
          </a:xfrm>
        </p:spPr>
        <p:txBody>
          <a:bodyPr vert="horz" lIns="91440" tIns="45720" rIns="91440" bIns="45720" numCol="1" spcCol="468000" rtlCol="0" anchor="t">
            <a:normAutofit/>
          </a:bodyPr>
          <a:lstStyle/>
          <a:p>
            <a:pPr marL="0" indent="0">
              <a:buNone/>
            </a:pPr>
            <a:r>
              <a:rPr lang="nl-NL"/>
              <a:t>Een </a:t>
            </a:r>
            <a:r>
              <a:rPr lang="nl-NL" b="1">
                <a:solidFill>
                  <a:schemeClr val="tx2"/>
                </a:solidFill>
              </a:rPr>
              <a:t>provenance event </a:t>
            </a:r>
            <a:r>
              <a:rPr lang="nl-NL"/>
              <a:t>is een vastlegging van een toestandsverandering die de transactie en de causale afhankelijkheden met alle gerelateerde entiteiten (processen en verantwoordelijken) integraal vastlegt.</a:t>
            </a:r>
            <a:endParaRPr lang="en-US"/>
          </a:p>
          <a:p>
            <a:pPr marL="0" indent="0">
              <a:buNone/>
            </a:pPr>
            <a:endParaRPr lang="nl-NL"/>
          </a:p>
          <a:p>
            <a:pPr marL="0" indent="0">
              <a:buNone/>
            </a:pPr>
            <a:r>
              <a:rPr lang="nl-NL"/>
              <a:t>(Combinatie 2 / 3 standaarden)</a:t>
            </a:r>
          </a:p>
          <a:p>
            <a:pPr marL="0" indent="0">
              <a:buNone/>
            </a:pPr>
            <a:endParaRPr lang="nl-NL"/>
          </a:p>
        </p:txBody>
      </p:sp>
      <p:sp>
        <p:nvSpPr>
          <p:cNvPr id="3" name="Titel 2">
            <a:extLst>
              <a:ext uri="{FF2B5EF4-FFF2-40B4-BE49-F238E27FC236}">
                <a16:creationId xmlns:a16="http://schemas.microsoft.com/office/drawing/2014/main" id="{CDF1EF6A-52C7-8934-81F4-2E14E27E2DAC}"/>
              </a:ext>
            </a:extLst>
          </p:cNvPr>
          <p:cNvSpPr>
            <a:spLocks noGrp="1"/>
          </p:cNvSpPr>
          <p:nvPr>
            <p:ph type="title"/>
          </p:nvPr>
        </p:nvSpPr>
        <p:spPr/>
        <p:txBody>
          <a:bodyPr/>
          <a:lstStyle/>
          <a:p>
            <a:r>
              <a:rPr lang="nl-NL"/>
              <a:t>Het </a:t>
            </a:r>
            <a:r>
              <a:rPr lang="nl-NL" err="1"/>
              <a:t>Provenance</a:t>
            </a:r>
            <a:r>
              <a:rPr lang="nl-NL"/>
              <a:t> Cloudevent (best of </a:t>
            </a:r>
            <a:r>
              <a:rPr lang="nl-NL" err="1"/>
              <a:t>both</a:t>
            </a:r>
            <a:r>
              <a:rPr lang="nl-NL"/>
              <a:t> </a:t>
            </a:r>
            <a:r>
              <a:rPr lang="nl-NL" err="1"/>
              <a:t>worlds</a:t>
            </a:r>
            <a:r>
              <a:rPr lang="nl-NL"/>
              <a:t>)</a:t>
            </a:r>
          </a:p>
        </p:txBody>
      </p:sp>
      <p:sp>
        <p:nvSpPr>
          <p:cNvPr id="4" name="Tijdelijke aanduiding voor dianummer 3">
            <a:extLst>
              <a:ext uri="{FF2B5EF4-FFF2-40B4-BE49-F238E27FC236}">
                <a16:creationId xmlns:a16="http://schemas.microsoft.com/office/drawing/2014/main" id="{6BF990CE-645E-BB43-9C9C-77F475A076D8}"/>
              </a:ext>
            </a:extLst>
          </p:cNvPr>
          <p:cNvSpPr>
            <a:spLocks noGrp="1"/>
          </p:cNvSpPr>
          <p:nvPr>
            <p:ph type="sldNum" sz="quarter" idx="12"/>
          </p:nvPr>
        </p:nvSpPr>
        <p:spPr/>
        <p:txBody>
          <a:bodyPr/>
          <a:lstStyle/>
          <a:p>
            <a:fld id="{10A0A6AF-03C5-477E-939A-E28F7E7F05EA}" type="slidenum">
              <a:rPr lang="nl-NL" smtClean="0"/>
              <a:pPr/>
              <a:t>13</a:t>
            </a:fld>
            <a:endParaRPr lang="nl-NL"/>
          </a:p>
        </p:txBody>
      </p:sp>
      <p:sp>
        <p:nvSpPr>
          <p:cNvPr id="5" name="Tijdelijke aanduiding voor voettekst 4">
            <a:extLst>
              <a:ext uri="{FF2B5EF4-FFF2-40B4-BE49-F238E27FC236}">
                <a16:creationId xmlns:a16="http://schemas.microsoft.com/office/drawing/2014/main" id="{4402A763-CDE4-7D40-25EE-AABB7680B852}"/>
              </a:ext>
            </a:extLst>
          </p:cNvPr>
          <p:cNvSpPr>
            <a:spLocks noGrp="1"/>
          </p:cNvSpPr>
          <p:nvPr>
            <p:ph type="ftr" sz="quarter" idx="3"/>
          </p:nvPr>
        </p:nvSpPr>
        <p:spPr/>
        <p:txBody>
          <a:bodyPr/>
          <a:lstStyle/>
          <a:p>
            <a:fld id="{87D34612-DF11-4FD6-9B67-AF4303590F80}" type="datetime4">
              <a:rPr lang="nl-NL" smtClean="0"/>
              <a:pPr/>
              <a:t>25 september 2026</a:t>
            </a:fld>
            <a:r>
              <a:rPr lang="en-US"/>
              <a:t> | </a:t>
            </a:r>
            <a:r>
              <a:rPr lang="en-US" err="1"/>
              <a:t>Voettekst</a:t>
            </a:r>
            <a:endParaRPr lang="nl-NL"/>
          </a:p>
        </p:txBody>
      </p:sp>
      <p:sp>
        <p:nvSpPr>
          <p:cNvPr id="6" name="Rechthoek: afgeronde hoeken 5">
            <a:extLst>
              <a:ext uri="{FF2B5EF4-FFF2-40B4-BE49-F238E27FC236}">
                <a16:creationId xmlns:a16="http://schemas.microsoft.com/office/drawing/2014/main" id="{DF9B70C8-EB03-3C9F-017B-0DC6847ED2BD}"/>
              </a:ext>
            </a:extLst>
          </p:cNvPr>
          <p:cNvSpPr/>
          <p:nvPr/>
        </p:nvSpPr>
        <p:spPr>
          <a:xfrm>
            <a:off x="5949914" y="2289484"/>
            <a:ext cx="6013486" cy="4374205"/>
          </a:xfrm>
          <a:prstGeom prst="roundRect">
            <a:avLst>
              <a:gd name="adj" fmla="val 5958"/>
            </a:avLst>
          </a:prstGeom>
          <a:solidFill>
            <a:schemeClr val="bg2"/>
          </a:solidFill>
          <a:ln>
            <a:solidFill>
              <a:srgbClr val="164373"/>
            </a:solidFill>
            <a:prstDash val="dash"/>
          </a:ln>
        </p:spPr>
        <p:style>
          <a:lnRef idx="3">
            <a:schemeClr val="lt1"/>
          </a:lnRef>
          <a:fillRef idx="1">
            <a:schemeClr val="accent3"/>
          </a:fillRef>
          <a:effectRef idx="1">
            <a:schemeClr val="accent3"/>
          </a:effectRef>
          <a:fontRef idx="minor">
            <a:schemeClr val="lt1"/>
          </a:fontRef>
        </p:style>
        <p:txBody>
          <a:bodyPr rtlCol="0" anchor="t"/>
          <a:lstStyle/>
          <a:p>
            <a:pPr algn="ctr"/>
            <a:r>
              <a:rPr lang="nl-NL">
                <a:solidFill>
                  <a:schemeClr val="tx1"/>
                </a:solidFill>
              </a:rPr>
              <a:t>Cloudevent</a:t>
            </a:r>
          </a:p>
        </p:txBody>
      </p:sp>
      <p:sp>
        <p:nvSpPr>
          <p:cNvPr id="7" name="Rechthoek: afgeronde hoeken 6">
            <a:extLst>
              <a:ext uri="{FF2B5EF4-FFF2-40B4-BE49-F238E27FC236}">
                <a16:creationId xmlns:a16="http://schemas.microsoft.com/office/drawing/2014/main" id="{A6B20AF8-2991-ACFD-0FFA-3D6085C76D67}"/>
              </a:ext>
            </a:extLst>
          </p:cNvPr>
          <p:cNvSpPr/>
          <p:nvPr/>
        </p:nvSpPr>
        <p:spPr>
          <a:xfrm>
            <a:off x="6218406" y="2785906"/>
            <a:ext cx="3416450" cy="516094"/>
          </a:xfrm>
          <a:prstGeom prst="roundRect">
            <a:avLst>
              <a:gd name="adj" fmla="val 5958"/>
            </a:avLst>
          </a:prstGeom>
          <a:solidFill>
            <a:schemeClr val="bg2">
              <a:lumMod val="90000"/>
            </a:schemeClr>
          </a:solidFill>
          <a:ln>
            <a:solidFill>
              <a:srgbClr val="164373"/>
            </a:solidFill>
            <a:prstDash val="dash"/>
          </a:ln>
        </p:spPr>
        <p:style>
          <a:lnRef idx="3">
            <a:schemeClr val="lt1"/>
          </a:lnRef>
          <a:fillRef idx="1">
            <a:schemeClr val="accent3"/>
          </a:fillRef>
          <a:effectRef idx="1">
            <a:schemeClr val="accent3"/>
          </a:effectRef>
          <a:fontRef idx="minor">
            <a:schemeClr val="lt1"/>
          </a:fontRef>
        </p:style>
        <p:txBody>
          <a:bodyPr rtlCol="0" anchor="t"/>
          <a:lstStyle/>
          <a:p>
            <a:pPr algn="ctr"/>
            <a:r>
              <a:rPr lang="nl-NL">
                <a:solidFill>
                  <a:schemeClr val="tx1"/>
                </a:solidFill>
              </a:rPr>
              <a:t>Context</a:t>
            </a:r>
          </a:p>
        </p:txBody>
      </p:sp>
      <p:sp>
        <p:nvSpPr>
          <p:cNvPr id="8" name="Rechthoek: afgeronde hoeken 7">
            <a:extLst>
              <a:ext uri="{FF2B5EF4-FFF2-40B4-BE49-F238E27FC236}">
                <a16:creationId xmlns:a16="http://schemas.microsoft.com/office/drawing/2014/main" id="{200EA8DD-18C4-B8E3-C7F1-A2E57860C811}"/>
              </a:ext>
            </a:extLst>
          </p:cNvPr>
          <p:cNvSpPr/>
          <p:nvPr/>
        </p:nvSpPr>
        <p:spPr>
          <a:xfrm>
            <a:off x="6218406" y="3440431"/>
            <a:ext cx="3416450" cy="674369"/>
          </a:xfrm>
          <a:prstGeom prst="roundRect">
            <a:avLst>
              <a:gd name="adj" fmla="val 5958"/>
            </a:avLst>
          </a:prstGeom>
          <a:solidFill>
            <a:schemeClr val="bg2">
              <a:lumMod val="90000"/>
            </a:schemeClr>
          </a:solidFill>
          <a:ln>
            <a:solidFill>
              <a:srgbClr val="164373"/>
            </a:solidFill>
            <a:prstDash val="dash"/>
          </a:ln>
        </p:spPr>
        <p:style>
          <a:lnRef idx="3">
            <a:schemeClr val="lt1"/>
          </a:lnRef>
          <a:fillRef idx="1">
            <a:schemeClr val="accent3"/>
          </a:fillRef>
          <a:effectRef idx="1">
            <a:schemeClr val="accent3"/>
          </a:effectRef>
          <a:fontRef idx="minor">
            <a:schemeClr val="lt1"/>
          </a:fontRef>
        </p:style>
        <p:txBody>
          <a:bodyPr rtlCol="0" anchor="t"/>
          <a:lstStyle/>
          <a:p>
            <a:pPr algn="ctr"/>
            <a:r>
              <a:rPr lang="nl-NL">
                <a:solidFill>
                  <a:schemeClr val="tx1"/>
                </a:solidFill>
              </a:rPr>
              <a:t>Data</a:t>
            </a:r>
          </a:p>
        </p:txBody>
      </p:sp>
      <p:pic>
        <p:nvPicPr>
          <p:cNvPr id="1026" name="Picture 2" descr="Logo Improvements · Issue #259 · cloudevents/spec">
            <a:extLst>
              <a:ext uri="{FF2B5EF4-FFF2-40B4-BE49-F238E27FC236}">
                <a16:creationId xmlns:a16="http://schemas.microsoft.com/office/drawing/2014/main" id="{CB141E93-2A37-6FBE-4921-9483D3D1E56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92323" y="2473513"/>
            <a:ext cx="1692910" cy="669889"/>
          </a:xfrm>
          <a:prstGeom prst="rect">
            <a:avLst/>
          </a:prstGeom>
          <a:noFill/>
          <a:extLst>
            <a:ext uri="{909E8E84-426E-40DD-AFC4-6F175D3DCCD1}">
              <a14:hiddenFill xmlns:a14="http://schemas.microsoft.com/office/drawing/2010/main">
                <a:solidFill>
                  <a:srgbClr val="FFFFFF"/>
                </a:solidFill>
              </a14:hiddenFill>
            </a:ext>
          </a:extLst>
        </p:spPr>
      </p:pic>
      <p:sp>
        <p:nvSpPr>
          <p:cNvPr id="10" name="Rechthoek: afgeronde hoeken 9">
            <a:extLst>
              <a:ext uri="{FF2B5EF4-FFF2-40B4-BE49-F238E27FC236}">
                <a16:creationId xmlns:a16="http://schemas.microsoft.com/office/drawing/2014/main" id="{F9575C00-FF9C-3C3C-F859-5B00115447A5}"/>
              </a:ext>
            </a:extLst>
          </p:cNvPr>
          <p:cNvSpPr/>
          <p:nvPr/>
        </p:nvSpPr>
        <p:spPr>
          <a:xfrm>
            <a:off x="6218406" y="4259416"/>
            <a:ext cx="3416450" cy="2103119"/>
          </a:xfrm>
          <a:prstGeom prst="roundRect">
            <a:avLst>
              <a:gd name="adj" fmla="val 5958"/>
            </a:avLst>
          </a:prstGeom>
          <a:solidFill>
            <a:schemeClr val="bg2">
              <a:lumMod val="90000"/>
            </a:schemeClr>
          </a:solidFill>
          <a:ln>
            <a:solidFill>
              <a:srgbClr val="164373"/>
            </a:solidFill>
            <a:prstDash val="dash"/>
          </a:ln>
        </p:spPr>
        <p:style>
          <a:lnRef idx="3">
            <a:schemeClr val="lt1"/>
          </a:lnRef>
          <a:fillRef idx="1">
            <a:schemeClr val="accent3"/>
          </a:fillRef>
          <a:effectRef idx="1">
            <a:schemeClr val="accent3"/>
          </a:effectRef>
          <a:fontRef idx="minor">
            <a:schemeClr val="lt1"/>
          </a:fontRef>
        </p:style>
        <p:txBody>
          <a:bodyPr rtlCol="0" anchor="t"/>
          <a:lstStyle/>
          <a:p>
            <a:pPr algn="ctr"/>
            <a:r>
              <a:rPr lang="nl-NL">
                <a:solidFill>
                  <a:schemeClr val="tx1"/>
                </a:solidFill>
              </a:rPr>
              <a:t>Extensie</a:t>
            </a:r>
          </a:p>
        </p:txBody>
      </p:sp>
      <p:sp>
        <p:nvSpPr>
          <p:cNvPr id="9" name="Rechthoek: afgeronde hoeken 8">
            <a:extLst>
              <a:ext uri="{FF2B5EF4-FFF2-40B4-BE49-F238E27FC236}">
                <a16:creationId xmlns:a16="http://schemas.microsoft.com/office/drawing/2014/main" id="{9C384E94-4AAC-C4A2-7CC5-9208C6A16176}"/>
              </a:ext>
            </a:extLst>
          </p:cNvPr>
          <p:cNvSpPr/>
          <p:nvPr/>
        </p:nvSpPr>
        <p:spPr>
          <a:xfrm>
            <a:off x="6553199" y="4753606"/>
            <a:ext cx="2742079" cy="1367872"/>
          </a:xfrm>
          <a:prstGeom prst="roundRect">
            <a:avLst>
              <a:gd name="adj" fmla="val 5958"/>
            </a:avLst>
          </a:prstGeom>
          <a:solidFill>
            <a:schemeClr val="accent2">
              <a:lumMod val="40000"/>
              <a:lumOff val="60000"/>
            </a:schemeClr>
          </a:solidFill>
          <a:ln>
            <a:solidFill>
              <a:srgbClr val="164373"/>
            </a:solidFill>
            <a:prstDash val="dash"/>
          </a:ln>
        </p:spPr>
        <p:style>
          <a:lnRef idx="3">
            <a:schemeClr val="lt1"/>
          </a:lnRef>
          <a:fillRef idx="1">
            <a:schemeClr val="accent3"/>
          </a:fillRef>
          <a:effectRef idx="1">
            <a:schemeClr val="accent3"/>
          </a:effectRef>
          <a:fontRef idx="minor">
            <a:schemeClr val="lt1"/>
          </a:fontRef>
        </p:style>
        <p:txBody>
          <a:bodyPr rtlCol="0" anchor="t"/>
          <a:lstStyle/>
          <a:p>
            <a:pPr algn="ctr"/>
            <a:r>
              <a:rPr lang="nl-NL">
                <a:solidFill>
                  <a:schemeClr val="tx1"/>
                </a:solidFill>
              </a:rPr>
              <a:t>Provenance data</a:t>
            </a:r>
          </a:p>
        </p:txBody>
      </p:sp>
      <p:pic>
        <p:nvPicPr>
          <p:cNvPr id="13" name="Afbeelding 12">
            <a:extLst>
              <a:ext uri="{FF2B5EF4-FFF2-40B4-BE49-F238E27FC236}">
                <a16:creationId xmlns:a16="http://schemas.microsoft.com/office/drawing/2014/main" id="{14944014-1359-41F0-4314-181DD500D707}"/>
              </a:ext>
            </a:extLst>
          </p:cNvPr>
          <p:cNvPicPr>
            <a:picLocks noChangeAspect="1"/>
          </p:cNvPicPr>
          <p:nvPr/>
        </p:nvPicPr>
        <p:blipFill>
          <a:blip r:embed="rId4"/>
          <a:stretch>
            <a:fillRect/>
          </a:stretch>
        </p:blipFill>
        <p:spPr>
          <a:xfrm>
            <a:off x="10530468" y="5131420"/>
            <a:ext cx="609600" cy="609600"/>
          </a:xfrm>
          <a:prstGeom prst="rect">
            <a:avLst/>
          </a:prstGeom>
        </p:spPr>
      </p:pic>
      <p:pic>
        <p:nvPicPr>
          <p:cNvPr id="14" name="Afbeelding 13" descr="Afbeelding met Graphics, Lettertype, grafische vormgeving, logo&#10;&#10;Door AI gegenereerde inhoud is mogelijk onjuist.">
            <a:extLst>
              <a:ext uri="{FF2B5EF4-FFF2-40B4-BE49-F238E27FC236}">
                <a16:creationId xmlns:a16="http://schemas.microsoft.com/office/drawing/2014/main" id="{9DAEE680-36B8-85DA-3E05-9900A72332A6}"/>
              </a:ext>
            </a:extLst>
          </p:cNvPr>
          <p:cNvPicPr>
            <a:picLocks noChangeAspect="1"/>
          </p:cNvPicPr>
          <p:nvPr/>
        </p:nvPicPr>
        <p:blipFill>
          <a:blip r:embed="rId5"/>
          <a:srcRect/>
          <a:stretch>
            <a:fillRect/>
          </a:stretch>
        </p:blipFill>
        <p:spPr>
          <a:xfrm>
            <a:off x="10282586" y="4457817"/>
            <a:ext cx="1123950" cy="600075"/>
          </a:xfrm>
          <a:prstGeom prst="rect">
            <a:avLst/>
          </a:prstGeom>
        </p:spPr>
      </p:pic>
    </p:spTree>
    <p:extLst>
      <p:ext uri="{BB962C8B-B14F-4D97-AF65-F5344CB8AC3E}">
        <p14:creationId xmlns:p14="http://schemas.microsoft.com/office/powerpoint/2010/main" val="33940008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8FFA4-09B8-696A-C6D6-4AFC8641C43B}"/>
            </a:ext>
          </a:extLst>
        </p:cNvPr>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BB2E04C1-8BCB-9AB4-120C-64764F03E1F0}"/>
              </a:ext>
            </a:extLst>
          </p:cNvPr>
          <p:cNvSpPr>
            <a:spLocks noGrp="1"/>
          </p:cNvSpPr>
          <p:nvPr>
            <p:ph idx="1"/>
          </p:nvPr>
        </p:nvSpPr>
        <p:spPr>
          <a:xfrm>
            <a:off x="635001" y="2289485"/>
            <a:ext cx="4935105" cy="3931928"/>
          </a:xfrm>
        </p:spPr>
        <p:txBody>
          <a:bodyPr vert="horz" lIns="91440" tIns="45720" rIns="91440" bIns="45720" numCol="1" spcCol="468000" rtlCol="0" anchor="t">
            <a:normAutofit/>
          </a:bodyPr>
          <a:lstStyle/>
          <a:p>
            <a:pPr marL="457200" indent="-457200">
              <a:buAutoNum type="arabicPeriod"/>
            </a:pPr>
            <a:r>
              <a:rPr lang="nl-NL"/>
              <a:t>Cloudevent</a:t>
            </a:r>
          </a:p>
          <a:p>
            <a:pPr marL="457200" indent="-457200">
              <a:buAutoNum type="arabicPeriod"/>
            </a:pPr>
            <a:endParaRPr lang="nl-NL"/>
          </a:p>
          <a:p>
            <a:pPr marL="457200" indent="-457200">
              <a:buAutoNum type="arabicPeriod"/>
            </a:pPr>
            <a:endParaRPr lang="nl-NL"/>
          </a:p>
          <a:p>
            <a:pPr marL="457200" indent="-457200">
              <a:buAutoNum type="arabicPeriod"/>
            </a:pPr>
            <a:r>
              <a:rPr lang="nl-NL"/>
              <a:t>W3C PROV JSON-LD</a:t>
            </a:r>
          </a:p>
          <a:p>
            <a:pPr marL="457200" indent="-457200">
              <a:buAutoNum type="arabicPeriod"/>
            </a:pPr>
            <a:endParaRPr lang="nl-NL"/>
          </a:p>
          <a:p>
            <a:pPr marL="457200" indent="-457200">
              <a:buAutoNum type="arabicPeriod"/>
            </a:pPr>
            <a:endParaRPr lang="nl-NL"/>
          </a:p>
          <a:p>
            <a:pPr marL="457200" indent="-457200">
              <a:buAutoNum type="arabicPeriod"/>
            </a:pPr>
            <a:r>
              <a:rPr lang="nl-NL"/>
              <a:t>(Domein kennis)</a:t>
            </a:r>
          </a:p>
          <a:p>
            <a:pPr marL="0" indent="0">
              <a:buNone/>
            </a:pPr>
            <a:endParaRPr lang="nl-NL"/>
          </a:p>
        </p:txBody>
      </p:sp>
      <p:sp>
        <p:nvSpPr>
          <p:cNvPr id="3" name="Titel 2">
            <a:extLst>
              <a:ext uri="{FF2B5EF4-FFF2-40B4-BE49-F238E27FC236}">
                <a16:creationId xmlns:a16="http://schemas.microsoft.com/office/drawing/2014/main" id="{5CAA8000-CD85-402C-E923-551377A6FA9C}"/>
              </a:ext>
            </a:extLst>
          </p:cNvPr>
          <p:cNvSpPr>
            <a:spLocks noGrp="1"/>
          </p:cNvSpPr>
          <p:nvPr>
            <p:ph type="title"/>
          </p:nvPr>
        </p:nvSpPr>
        <p:spPr/>
        <p:txBody>
          <a:bodyPr/>
          <a:lstStyle/>
          <a:p>
            <a:r>
              <a:rPr lang="nl-NL"/>
              <a:t>Het </a:t>
            </a:r>
            <a:r>
              <a:rPr lang="nl-NL" err="1"/>
              <a:t>Provenance</a:t>
            </a:r>
            <a:r>
              <a:rPr lang="nl-NL"/>
              <a:t> Cloudevent (best of </a:t>
            </a:r>
            <a:r>
              <a:rPr lang="nl-NL" err="1"/>
              <a:t>both</a:t>
            </a:r>
            <a:r>
              <a:rPr lang="nl-NL"/>
              <a:t> </a:t>
            </a:r>
            <a:r>
              <a:rPr lang="nl-NL" err="1"/>
              <a:t>worlds</a:t>
            </a:r>
            <a:r>
              <a:rPr lang="nl-NL"/>
              <a:t>)</a:t>
            </a:r>
          </a:p>
        </p:txBody>
      </p:sp>
      <p:sp>
        <p:nvSpPr>
          <p:cNvPr id="4" name="Tijdelijke aanduiding voor dianummer 3">
            <a:extLst>
              <a:ext uri="{FF2B5EF4-FFF2-40B4-BE49-F238E27FC236}">
                <a16:creationId xmlns:a16="http://schemas.microsoft.com/office/drawing/2014/main" id="{DF47E35A-59AF-DE6E-C71F-22771A61443C}"/>
              </a:ext>
            </a:extLst>
          </p:cNvPr>
          <p:cNvSpPr>
            <a:spLocks noGrp="1"/>
          </p:cNvSpPr>
          <p:nvPr>
            <p:ph type="sldNum" sz="quarter" idx="12"/>
          </p:nvPr>
        </p:nvSpPr>
        <p:spPr/>
        <p:txBody>
          <a:bodyPr/>
          <a:lstStyle/>
          <a:p>
            <a:fld id="{10A0A6AF-03C5-477E-939A-E28F7E7F05EA}" type="slidenum">
              <a:rPr lang="nl-NL" smtClean="0"/>
              <a:pPr/>
              <a:t>14</a:t>
            </a:fld>
            <a:endParaRPr lang="nl-NL"/>
          </a:p>
        </p:txBody>
      </p:sp>
      <p:sp>
        <p:nvSpPr>
          <p:cNvPr id="5" name="Tijdelijke aanduiding voor voettekst 4">
            <a:extLst>
              <a:ext uri="{FF2B5EF4-FFF2-40B4-BE49-F238E27FC236}">
                <a16:creationId xmlns:a16="http://schemas.microsoft.com/office/drawing/2014/main" id="{038D4F1D-1D66-85A8-91DC-4D2EE660B8F3}"/>
              </a:ext>
            </a:extLst>
          </p:cNvPr>
          <p:cNvSpPr>
            <a:spLocks noGrp="1"/>
          </p:cNvSpPr>
          <p:nvPr>
            <p:ph type="ftr" sz="quarter" idx="3"/>
          </p:nvPr>
        </p:nvSpPr>
        <p:spPr/>
        <p:txBody>
          <a:bodyPr/>
          <a:lstStyle/>
          <a:p>
            <a:fld id="{87D34612-DF11-4FD6-9B67-AF4303590F80}" type="datetime4">
              <a:rPr lang="nl-NL" smtClean="0"/>
              <a:pPr/>
              <a:t>25 september 2026</a:t>
            </a:fld>
            <a:r>
              <a:rPr lang="en-US"/>
              <a:t> | </a:t>
            </a:r>
            <a:r>
              <a:rPr lang="en-US" err="1"/>
              <a:t>Voettekst</a:t>
            </a:r>
            <a:endParaRPr lang="nl-NL"/>
          </a:p>
        </p:txBody>
      </p:sp>
      <p:sp>
        <p:nvSpPr>
          <p:cNvPr id="6" name="Rechthoek: afgeronde hoeken 5">
            <a:extLst>
              <a:ext uri="{FF2B5EF4-FFF2-40B4-BE49-F238E27FC236}">
                <a16:creationId xmlns:a16="http://schemas.microsoft.com/office/drawing/2014/main" id="{ED762BA2-9D4E-ADDE-586E-43FD395B87D0}"/>
              </a:ext>
            </a:extLst>
          </p:cNvPr>
          <p:cNvSpPr/>
          <p:nvPr/>
        </p:nvSpPr>
        <p:spPr>
          <a:xfrm>
            <a:off x="5949914" y="2289484"/>
            <a:ext cx="6013486" cy="4374205"/>
          </a:xfrm>
          <a:prstGeom prst="roundRect">
            <a:avLst>
              <a:gd name="adj" fmla="val 5958"/>
            </a:avLst>
          </a:prstGeom>
          <a:solidFill>
            <a:schemeClr val="bg2"/>
          </a:solidFill>
          <a:ln>
            <a:solidFill>
              <a:srgbClr val="164373"/>
            </a:solidFill>
            <a:prstDash val="dash"/>
          </a:ln>
        </p:spPr>
        <p:style>
          <a:lnRef idx="3">
            <a:schemeClr val="lt1"/>
          </a:lnRef>
          <a:fillRef idx="1">
            <a:schemeClr val="accent3"/>
          </a:fillRef>
          <a:effectRef idx="1">
            <a:schemeClr val="accent3"/>
          </a:effectRef>
          <a:fontRef idx="minor">
            <a:schemeClr val="lt1"/>
          </a:fontRef>
        </p:style>
        <p:txBody>
          <a:bodyPr rtlCol="0" anchor="t"/>
          <a:lstStyle/>
          <a:p>
            <a:pPr algn="ctr"/>
            <a:r>
              <a:rPr lang="nl-NL">
                <a:solidFill>
                  <a:schemeClr val="tx1"/>
                </a:solidFill>
              </a:rPr>
              <a:t>Cloudevent</a:t>
            </a:r>
          </a:p>
        </p:txBody>
      </p:sp>
      <p:sp>
        <p:nvSpPr>
          <p:cNvPr id="7" name="Rechthoek: afgeronde hoeken 6">
            <a:extLst>
              <a:ext uri="{FF2B5EF4-FFF2-40B4-BE49-F238E27FC236}">
                <a16:creationId xmlns:a16="http://schemas.microsoft.com/office/drawing/2014/main" id="{E9372312-1DF8-00E3-7DCE-0667F5FA6167}"/>
              </a:ext>
            </a:extLst>
          </p:cNvPr>
          <p:cNvSpPr/>
          <p:nvPr/>
        </p:nvSpPr>
        <p:spPr>
          <a:xfrm>
            <a:off x="6218406" y="2785906"/>
            <a:ext cx="3416450" cy="516094"/>
          </a:xfrm>
          <a:prstGeom prst="roundRect">
            <a:avLst>
              <a:gd name="adj" fmla="val 5958"/>
            </a:avLst>
          </a:prstGeom>
          <a:solidFill>
            <a:schemeClr val="bg2">
              <a:lumMod val="90000"/>
            </a:schemeClr>
          </a:solidFill>
          <a:ln>
            <a:solidFill>
              <a:srgbClr val="164373"/>
            </a:solidFill>
            <a:prstDash val="dash"/>
          </a:ln>
        </p:spPr>
        <p:style>
          <a:lnRef idx="3">
            <a:schemeClr val="lt1"/>
          </a:lnRef>
          <a:fillRef idx="1">
            <a:schemeClr val="accent3"/>
          </a:fillRef>
          <a:effectRef idx="1">
            <a:schemeClr val="accent3"/>
          </a:effectRef>
          <a:fontRef idx="minor">
            <a:schemeClr val="lt1"/>
          </a:fontRef>
        </p:style>
        <p:txBody>
          <a:bodyPr rtlCol="0" anchor="t"/>
          <a:lstStyle/>
          <a:p>
            <a:pPr algn="ctr"/>
            <a:r>
              <a:rPr lang="nl-NL">
                <a:solidFill>
                  <a:schemeClr val="tx1"/>
                </a:solidFill>
              </a:rPr>
              <a:t>Context</a:t>
            </a:r>
          </a:p>
        </p:txBody>
      </p:sp>
      <p:sp>
        <p:nvSpPr>
          <p:cNvPr id="8" name="Rechthoek: afgeronde hoeken 7">
            <a:extLst>
              <a:ext uri="{FF2B5EF4-FFF2-40B4-BE49-F238E27FC236}">
                <a16:creationId xmlns:a16="http://schemas.microsoft.com/office/drawing/2014/main" id="{34AA7AC9-0FCD-1E56-4223-1D3C0A73C7C5}"/>
              </a:ext>
            </a:extLst>
          </p:cNvPr>
          <p:cNvSpPr/>
          <p:nvPr/>
        </p:nvSpPr>
        <p:spPr>
          <a:xfrm>
            <a:off x="6218406" y="3440431"/>
            <a:ext cx="3416450" cy="674369"/>
          </a:xfrm>
          <a:prstGeom prst="roundRect">
            <a:avLst>
              <a:gd name="adj" fmla="val 5958"/>
            </a:avLst>
          </a:prstGeom>
          <a:solidFill>
            <a:schemeClr val="bg2">
              <a:lumMod val="90000"/>
            </a:schemeClr>
          </a:solidFill>
          <a:ln>
            <a:solidFill>
              <a:srgbClr val="164373"/>
            </a:solidFill>
            <a:prstDash val="dash"/>
          </a:ln>
        </p:spPr>
        <p:style>
          <a:lnRef idx="3">
            <a:schemeClr val="lt1"/>
          </a:lnRef>
          <a:fillRef idx="1">
            <a:schemeClr val="accent3"/>
          </a:fillRef>
          <a:effectRef idx="1">
            <a:schemeClr val="accent3"/>
          </a:effectRef>
          <a:fontRef idx="minor">
            <a:schemeClr val="lt1"/>
          </a:fontRef>
        </p:style>
        <p:txBody>
          <a:bodyPr rtlCol="0" anchor="t"/>
          <a:lstStyle/>
          <a:p>
            <a:pPr algn="ctr"/>
            <a:r>
              <a:rPr lang="nl-NL">
                <a:solidFill>
                  <a:schemeClr val="tx1"/>
                </a:solidFill>
              </a:rPr>
              <a:t>Data</a:t>
            </a:r>
          </a:p>
        </p:txBody>
      </p:sp>
      <p:pic>
        <p:nvPicPr>
          <p:cNvPr id="1026" name="Picture 2" descr="Logo Improvements · Issue #259 · cloudevents/spec">
            <a:extLst>
              <a:ext uri="{FF2B5EF4-FFF2-40B4-BE49-F238E27FC236}">
                <a16:creationId xmlns:a16="http://schemas.microsoft.com/office/drawing/2014/main" id="{27558E46-AD47-4DCD-8A5E-D1F78D95C71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92323" y="2473513"/>
            <a:ext cx="1692910" cy="669889"/>
          </a:xfrm>
          <a:prstGeom prst="rect">
            <a:avLst/>
          </a:prstGeom>
          <a:noFill/>
          <a:extLst>
            <a:ext uri="{909E8E84-426E-40DD-AFC4-6F175D3DCCD1}">
              <a14:hiddenFill xmlns:a14="http://schemas.microsoft.com/office/drawing/2010/main">
                <a:solidFill>
                  <a:srgbClr val="FFFFFF"/>
                </a:solidFill>
              </a14:hiddenFill>
            </a:ext>
          </a:extLst>
        </p:spPr>
      </p:pic>
      <p:sp>
        <p:nvSpPr>
          <p:cNvPr id="10" name="Rechthoek: afgeronde hoeken 9">
            <a:extLst>
              <a:ext uri="{FF2B5EF4-FFF2-40B4-BE49-F238E27FC236}">
                <a16:creationId xmlns:a16="http://schemas.microsoft.com/office/drawing/2014/main" id="{223D18C5-7DB9-3D2E-175C-935B9ECB5550}"/>
              </a:ext>
            </a:extLst>
          </p:cNvPr>
          <p:cNvSpPr/>
          <p:nvPr/>
        </p:nvSpPr>
        <p:spPr>
          <a:xfrm>
            <a:off x="6218406" y="4259416"/>
            <a:ext cx="3416450" cy="2103119"/>
          </a:xfrm>
          <a:prstGeom prst="roundRect">
            <a:avLst>
              <a:gd name="adj" fmla="val 5958"/>
            </a:avLst>
          </a:prstGeom>
          <a:solidFill>
            <a:schemeClr val="bg2">
              <a:lumMod val="90000"/>
            </a:schemeClr>
          </a:solidFill>
          <a:ln>
            <a:solidFill>
              <a:srgbClr val="164373"/>
            </a:solidFill>
            <a:prstDash val="dash"/>
          </a:ln>
        </p:spPr>
        <p:style>
          <a:lnRef idx="3">
            <a:schemeClr val="lt1"/>
          </a:lnRef>
          <a:fillRef idx="1">
            <a:schemeClr val="accent3"/>
          </a:fillRef>
          <a:effectRef idx="1">
            <a:schemeClr val="accent3"/>
          </a:effectRef>
          <a:fontRef idx="minor">
            <a:schemeClr val="lt1"/>
          </a:fontRef>
        </p:style>
        <p:txBody>
          <a:bodyPr rtlCol="0" anchor="t"/>
          <a:lstStyle/>
          <a:p>
            <a:pPr algn="ctr"/>
            <a:r>
              <a:rPr lang="nl-NL">
                <a:solidFill>
                  <a:schemeClr val="tx1"/>
                </a:solidFill>
              </a:rPr>
              <a:t>Extensie</a:t>
            </a:r>
          </a:p>
        </p:txBody>
      </p:sp>
      <p:sp>
        <p:nvSpPr>
          <p:cNvPr id="9" name="Rechthoek: afgeronde hoeken 8">
            <a:extLst>
              <a:ext uri="{FF2B5EF4-FFF2-40B4-BE49-F238E27FC236}">
                <a16:creationId xmlns:a16="http://schemas.microsoft.com/office/drawing/2014/main" id="{2ADF1724-7F95-5442-5FFF-07533D85EBC7}"/>
              </a:ext>
            </a:extLst>
          </p:cNvPr>
          <p:cNvSpPr/>
          <p:nvPr/>
        </p:nvSpPr>
        <p:spPr>
          <a:xfrm>
            <a:off x="6553199" y="4753606"/>
            <a:ext cx="2742079" cy="1367872"/>
          </a:xfrm>
          <a:prstGeom prst="roundRect">
            <a:avLst>
              <a:gd name="adj" fmla="val 5958"/>
            </a:avLst>
          </a:prstGeom>
          <a:solidFill>
            <a:schemeClr val="accent2">
              <a:lumMod val="40000"/>
              <a:lumOff val="60000"/>
            </a:schemeClr>
          </a:solidFill>
          <a:ln>
            <a:solidFill>
              <a:srgbClr val="164373"/>
            </a:solidFill>
            <a:prstDash val="dash"/>
          </a:ln>
        </p:spPr>
        <p:style>
          <a:lnRef idx="3">
            <a:schemeClr val="lt1"/>
          </a:lnRef>
          <a:fillRef idx="1">
            <a:schemeClr val="accent3"/>
          </a:fillRef>
          <a:effectRef idx="1">
            <a:schemeClr val="accent3"/>
          </a:effectRef>
          <a:fontRef idx="minor">
            <a:schemeClr val="lt1"/>
          </a:fontRef>
        </p:style>
        <p:txBody>
          <a:bodyPr rtlCol="0" anchor="t"/>
          <a:lstStyle/>
          <a:p>
            <a:pPr algn="ctr"/>
            <a:r>
              <a:rPr lang="nl-NL">
                <a:solidFill>
                  <a:schemeClr val="tx1"/>
                </a:solidFill>
              </a:rPr>
              <a:t>Provenance data</a:t>
            </a:r>
          </a:p>
        </p:txBody>
      </p:sp>
      <p:pic>
        <p:nvPicPr>
          <p:cNvPr id="13" name="Afbeelding 12">
            <a:extLst>
              <a:ext uri="{FF2B5EF4-FFF2-40B4-BE49-F238E27FC236}">
                <a16:creationId xmlns:a16="http://schemas.microsoft.com/office/drawing/2014/main" id="{5C74744C-BA1D-C1DF-4B92-AB3AB8B2EFAE}"/>
              </a:ext>
            </a:extLst>
          </p:cNvPr>
          <p:cNvPicPr>
            <a:picLocks noChangeAspect="1"/>
          </p:cNvPicPr>
          <p:nvPr/>
        </p:nvPicPr>
        <p:blipFill>
          <a:blip r:embed="rId4"/>
          <a:stretch>
            <a:fillRect/>
          </a:stretch>
        </p:blipFill>
        <p:spPr>
          <a:xfrm>
            <a:off x="10530468" y="5131420"/>
            <a:ext cx="609600" cy="609600"/>
          </a:xfrm>
          <a:prstGeom prst="rect">
            <a:avLst/>
          </a:prstGeom>
        </p:spPr>
      </p:pic>
      <p:pic>
        <p:nvPicPr>
          <p:cNvPr id="14" name="Afbeelding 13" descr="Afbeelding met Graphics, Lettertype, grafische vormgeving, logo&#10;&#10;Door AI gegenereerde inhoud is mogelijk onjuist.">
            <a:extLst>
              <a:ext uri="{FF2B5EF4-FFF2-40B4-BE49-F238E27FC236}">
                <a16:creationId xmlns:a16="http://schemas.microsoft.com/office/drawing/2014/main" id="{BDEBB622-8A6A-88FF-3D1D-8CF3A6C96123}"/>
              </a:ext>
            </a:extLst>
          </p:cNvPr>
          <p:cNvPicPr>
            <a:picLocks noChangeAspect="1"/>
          </p:cNvPicPr>
          <p:nvPr/>
        </p:nvPicPr>
        <p:blipFill>
          <a:blip r:embed="rId5"/>
          <a:srcRect/>
          <a:stretch>
            <a:fillRect/>
          </a:stretch>
        </p:blipFill>
        <p:spPr>
          <a:xfrm>
            <a:off x="10282586" y="4457817"/>
            <a:ext cx="1123950" cy="600075"/>
          </a:xfrm>
          <a:prstGeom prst="rect">
            <a:avLst/>
          </a:prstGeom>
        </p:spPr>
      </p:pic>
    </p:spTree>
    <p:extLst>
      <p:ext uri="{BB962C8B-B14F-4D97-AF65-F5344CB8AC3E}">
        <p14:creationId xmlns:p14="http://schemas.microsoft.com/office/powerpoint/2010/main" val="99768409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7B2C9-5BB7-F8BE-F155-F750C1A1EA52}"/>
            </a:ext>
          </a:extLst>
        </p:cNvPr>
        <p:cNvGrpSpPr/>
        <p:nvPr/>
      </p:nvGrpSpPr>
      <p:grpSpPr>
        <a:xfrm>
          <a:off x="0" y="0"/>
          <a:ext cx="0" cy="0"/>
          <a:chOff x="0" y="0"/>
          <a:chExt cx="0" cy="0"/>
        </a:xfrm>
      </p:grpSpPr>
      <p:pic>
        <p:nvPicPr>
          <p:cNvPr id="18" name="Afbeelding 17">
            <a:extLst>
              <a:ext uri="{FF2B5EF4-FFF2-40B4-BE49-F238E27FC236}">
                <a16:creationId xmlns:a16="http://schemas.microsoft.com/office/drawing/2014/main" id="{4C34DF2B-4D1A-AA87-A0AA-E79C2D0896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0302" y="723159"/>
            <a:ext cx="7391395" cy="6092730"/>
          </a:xfrm>
          <a:prstGeom prst="rect">
            <a:avLst/>
          </a:prstGeom>
        </p:spPr>
      </p:pic>
      <p:sp>
        <p:nvSpPr>
          <p:cNvPr id="2" name="Tekstvak 1">
            <a:extLst>
              <a:ext uri="{FF2B5EF4-FFF2-40B4-BE49-F238E27FC236}">
                <a16:creationId xmlns:a16="http://schemas.microsoft.com/office/drawing/2014/main" id="{2D92C8FC-809E-B37A-056D-0D9EEC289CD0}"/>
              </a:ext>
            </a:extLst>
          </p:cNvPr>
          <p:cNvSpPr txBox="1"/>
          <p:nvPr/>
        </p:nvSpPr>
        <p:spPr>
          <a:xfrm>
            <a:off x="287749" y="191832"/>
            <a:ext cx="4785092" cy="523220"/>
          </a:xfrm>
          <a:prstGeom prst="rect">
            <a:avLst/>
          </a:prstGeom>
          <a:noFill/>
        </p:spPr>
        <p:txBody>
          <a:bodyPr wrap="none" rtlCol="0">
            <a:spAutoFit/>
          </a:bodyPr>
          <a:lstStyle/>
          <a:p>
            <a:r>
              <a:rPr lang="nl-NL" sz="2800">
                <a:solidFill>
                  <a:schemeClr val="tx2"/>
                </a:solidFill>
                <a:latin typeface="+mj-lt"/>
                <a:ea typeface="+mj-ea"/>
                <a:cs typeface="+mj-cs"/>
              </a:rPr>
              <a:t>CORV 2.0 datamodel (Concept)</a:t>
            </a:r>
          </a:p>
        </p:txBody>
      </p:sp>
    </p:spTree>
    <p:extLst>
      <p:ext uri="{BB962C8B-B14F-4D97-AF65-F5344CB8AC3E}">
        <p14:creationId xmlns:p14="http://schemas.microsoft.com/office/powerpoint/2010/main" val="217145378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3ED82-8242-7E67-925C-8FAD2E96A90E}"/>
            </a:ext>
          </a:extLst>
        </p:cNvPr>
        <p:cNvGrpSpPr/>
        <p:nvPr/>
      </p:nvGrpSpPr>
      <p:grpSpPr>
        <a:xfrm>
          <a:off x="0" y="0"/>
          <a:ext cx="0" cy="0"/>
          <a:chOff x="0" y="0"/>
          <a:chExt cx="0" cy="0"/>
        </a:xfrm>
      </p:grpSpPr>
      <p:sp>
        <p:nvSpPr>
          <p:cNvPr id="2" name="Tekstvak 1">
            <a:extLst>
              <a:ext uri="{FF2B5EF4-FFF2-40B4-BE49-F238E27FC236}">
                <a16:creationId xmlns:a16="http://schemas.microsoft.com/office/drawing/2014/main" id="{7AFC17BC-80D0-4D53-31C6-E717E92779AA}"/>
              </a:ext>
            </a:extLst>
          </p:cNvPr>
          <p:cNvSpPr txBox="1"/>
          <p:nvPr/>
        </p:nvSpPr>
        <p:spPr>
          <a:xfrm>
            <a:off x="287749" y="191832"/>
            <a:ext cx="4785092" cy="523220"/>
          </a:xfrm>
          <a:prstGeom prst="rect">
            <a:avLst/>
          </a:prstGeom>
          <a:noFill/>
        </p:spPr>
        <p:txBody>
          <a:bodyPr wrap="none" rtlCol="0">
            <a:spAutoFit/>
          </a:bodyPr>
          <a:lstStyle/>
          <a:p>
            <a:r>
              <a:rPr lang="nl-NL" sz="2800">
                <a:solidFill>
                  <a:schemeClr val="tx2"/>
                </a:solidFill>
                <a:latin typeface="+mj-lt"/>
                <a:ea typeface="+mj-ea"/>
                <a:cs typeface="+mj-cs"/>
              </a:rPr>
              <a:t>CORV 2.0 datamodel (Concept)</a:t>
            </a:r>
          </a:p>
        </p:txBody>
      </p:sp>
      <p:pic>
        <p:nvPicPr>
          <p:cNvPr id="6" name="Afbeelding 5">
            <a:extLst>
              <a:ext uri="{FF2B5EF4-FFF2-40B4-BE49-F238E27FC236}">
                <a16:creationId xmlns:a16="http://schemas.microsoft.com/office/drawing/2014/main" id="{23D4D1F2-E7C0-8FA0-DAD8-813D9815C7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2864" y="996696"/>
            <a:ext cx="8001045" cy="5541264"/>
          </a:xfrm>
          <a:prstGeom prst="rect">
            <a:avLst/>
          </a:prstGeom>
        </p:spPr>
      </p:pic>
    </p:spTree>
    <p:extLst>
      <p:ext uri="{BB962C8B-B14F-4D97-AF65-F5344CB8AC3E}">
        <p14:creationId xmlns:p14="http://schemas.microsoft.com/office/powerpoint/2010/main" val="55872448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942922F4-B445-7602-6706-2653EA09EEEF}"/>
              </a:ext>
            </a:extLst>
          </p:cNvPr>
          <p:cNvSpPr>
            <a:spLocks noGrp="1"/>
          </p:cNvSpPr>
          <p:nvPr>
            <p:ph type="title"/>
          </p:nvPr>
        </p:nvSpPr>
        <p:spPr/>
        <p:txBody>
          <a:bodyPr/>
          <a:lstStyle/>
          <a:p>
            <a:r>
              <a:rPr lang="nl-NL"/>
              <a:t>Voorbeeld (excuses niet gekeken naar Ontologie)</a:t>
            </a:r>
          </a:p>
        </p:txBody>
      </p:sp>
      <p:sp>
        <p:nvSpPr>
          <p:cNvPr id="4" name="Tijdelijke aanduiding voor dianummer 3">
            <a:extLst>
              <a:ext uri="{FF2B5EF4-FFF2-40B4-BE49-F238E27FC236}">
                <a16:creationId xmlns:a16="http://schemas.microsoft.com/office/drawing/2014/main" id="{601C44E4-9886-0F0F-DE10-B62FF668DF13}"/>
              </a:ext>
            </a:extLst>
          </p:cNvPr>
          <p:cNvSpPr>
            <a:spLocks noGrp="1"/>
          </p:cNvSpPr>
          <p:nvPr>
            <p:ph type="sldNum" sz="quarter" idx="12"/>
          </p:nvPr>
        </p:nvSpPr>
        <p:spPr/>
        <p:txBody>
          <a:bodyPr/>
          <a:lstStyle/>
          <a:p>
            <a:fld id="{10A0A6AF-03C5-477E-939A-E28F7E7F05EA}" type="slidenum">
              <a:rPr lang="nl-NL" smtClean="0"/>
              <a:pPr/>
              <a:t>17</a:t>
            </a:fld>
            <a:endParaRPr lang="nl-NL"/>
          </a:p>
        </p:txBody>
      </p:sp>
      <p:sp>
        <p:nvSpPr>
          <p:cNvPr id="5" name="Tijdelijke aanduiding voor voettekst 4">
            <a:extLst>
              <a:ext uri="{FF2B5EF4-FFF2-40B4-BE49-F238E27FC236}">
                <a16:creationId xmlns:a16="http://schemas.microsoft.com/office/drawing/2014/main" id="{FCB6D93B-7AF7-CBA6-B22F-D63D08533462}"/>
              </a:ext>
            </a:extLst>
          </p:cNvPr>
          <p:cNvSpPr>
            <a:spLocks noGrp="1"/>
          </p:cNvSpPr>
          <p:nvPr>
            <p:ph type="ftr" sz="quarter" idx="3"/>
          </p:nvPr>
        </p:nvSpPr>
        <p:spPr/>
        <p:txBody>
          <a:bodyPr/>
          <a:lstStyle/>
          <a:p>
            <a:fld id="{87D34612-DF11-4FD6-9B67-AF4303590F80}" type="datetime4">
              <a:rPr lang="nl-NL" smtClean="0"/>
              <a:pPr/>
              <a:t>25 september 2026</a:t>
            </a:fld>
            <a:r>
              <a:rPr lang="en-US"/>
              <a:t> | </a:t>
            </a:r>
            <a:r>
              <a:rPr lang="en-US" err="1"/>
              <a:t>Voettekst</a:t>
            </a:r>
            <a:endParaRPr lang="nl-NL"/>
          </a:p>
        </p:txBody>
      </p:sp>
      <p:pic>
        <p:nvPicPr>
          <p:cNvPr id="6" name="Afbeelding 5" descr="Afbeelding met tekst, diagram, schermopname, lijn&#10;&#10;Door AI gegenereerde inhoud is mogelijk onjuist.">
            <a:extLst>
              <a:ext uri="{FF2B5EF4-FFF2-40B4-BE49-F238E27FC236}">
                <a16:creationId xmlns:a16="http://schemas.microsoft.com/office/drawing/2014/main" id="{E04CE9C5-8E12-1ECF-B2ED-2E3362264148}"/>
              </a:ext>
            </a:extLst>
          </p:cNvPr>
          <p:cNvPicPr>
            <a:picLocks noChangeAspect="1"/>
          </p:cNvPicPr>
          <p:nvPr/>
        </p:nvPicPr>
        <p:blipFill>
          <a:blip r:embed="rId2"/>
          <a:stretch>
            <a:fillRect/>
          </a:stretch>
        </p:blipFill>
        <p:spPr>
          <a:xfrm>
            <a:off x="0" y="2249518"/>
            <a:ext cx="12192000" cy="3970050"/>
          </a:xfrm>
          <a:prstGeom prst="rect">
            <a:avLst/>
          </a:prstGeom>
        </p:spPr>
      </p:pic>
      <p:grpSp>
        <p:nvGrpSpPr>
          <p:cNvPr id="9" name="Groep 8">
            <a:extLst>
              <a:ext uri="{FF2B5EF4-FFF2-40B4-BE49-F238E27FC236}">
                <a16:creationId xmlns:a16="http://schemas.microsoft.com/office/drawing/2014/main" id="{5C2E4FBA-B150-03A7-E2CC-9D258556B930}"/>
              </a:ext>
            </a:extLst>
          </p:cNvPr>
          <p:cNvGrpSpPr/>
          <p:nvPr/>
        </p:nvGrpSpPr>
        <p:grpSpPr>
          <a:xfrm>
            <a:off x="6501997" y="1616126"/>
            <a:ext cx="5537603" cy="914400"/>
            <a:chOff x="6501997" y="1616126"/>
            <a:chExt cx="5537603" cy="914400"/>
          </a:xfrm>
        </p:grpSpPr>
        <p:sp>
          <p:nvSpPr>
            <p:cNvPr id="7" name="Rechthoek: afgeronde hoeken 6">
              <a:extLst>
                <a:ext uri="{FF2B5EF4-FFF2-40B4-BE49-F238E27FC236}">
                  <a16:creationId xmlns:a16="http://schemas.microsoft.com/office/drawing/2014/main" id="{709F0F24-A0A2-465F-E5ED-A5577A6BE20F}"/>
                </a:ext>
              </a:extLst>
            </p:cNvPr>
            <p:cNvSpPr/>
            <p:nvPr/>
          </p:nvSpPr>
          <p:spPr>
            <a:xfrm>
              <a:off x="9673772" y="1616126"/>
              <a:ext cx="2365828" cy="914400"/>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a:solidFill>
                    <a:srgbClr val="000000"/>
                  </a:solidFill>
                </a:rPr>
                <a:t>Standaard PROV elementen</a:t>
              </a:r>
            </a:p>
          </p:txBody>
        </p:sp>
        <p:cxnSp>
          <p:nvCxnSpPr>
            <p:cNvPr id="8" name="Rechte verbindingslijn met pijl 7">
              <a:extLst>
                <a:ext uri="{FF2B5EF4-FFF2-40B4-BE49-F238E27FC236}">
                  <a16:creationId xmlns:a16="http://schemas.microsoft.com/office/drawing/2014/main" id="{3E97C38C-7B2F-361F-C76C-7720047922BD}"/>
                </a:ext>
              </a:extLst>
            </p:cNvPr>
            <p:cNvCxnSpPr/>
            <p:nvPr/>
          </p:nvCxnSpPr>
          <p:spPr>
            <a:xfrm flipH="1">
              <a:off x="6501997" y="2038249"/>
              <a:ext cx="3164114" cy="457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0" name="Groep 9">
            <a:extLst>
              <a:ext uri="{FF2B5EF4-FFF2-40B4-BE49-F238E27FC236}">
                <a16:creationId xmlns:a16="http://schemas.microsoft.com/office/drawing/2014/main" id="{EB7904FB-B10C-24AB-109D-75065689C4D4}"/>
              </a:ext>
            </a:extLst>
          </p:cNvPr>
          <p:cNvGrpSpPr/>
          <p:nvPr/>
        </p:nvGrpSpPr>
        <p:grpSpPr>
          <a:xfrm>
            <a:off x="5652911" y="5122534"/>
            <a:ext cx="5980288" cy="1370391"/>
            <a:chOff x="6059312" y="1160135"/>
            <a:chExt cx="5980288" cy="1370391"/>
          </a:xfrm>
        </p:grpSpPr>
        <p:sp>
          <p:nvSpPr>
            <p:cNvPr id="11" name="Rechthoek: afgeronde hoeken 10">
              <a:extLst>
                <a:ext uri="{FF2B5EF4-FFF2-40B4-BE49-F238E27FC236}">
                  <a16:creationId xmlns:a16="http://schemas.microsoft.com/office/drawing/2014/main" id="{19BB2FE5-BDD5-2A38-AF75-8B75009D608E}"/>
                </a:ext>
              </a:extLst>
            </p:cNvPr>
            <p:cNvSpPr/>
            <p:nvPr/>
          </p:nvSpPr>
          <p:spPr>
            <a:xfrm>
              <a:off x="9673772" y="1616126"/>
              <a:ext cx="2365828" cy="914400"/>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nl-NL">
                  <a:solidFill>
                    <a:srgbClr val="000000"/>
                  </a:solidFill>
                </a:rPr>
                <a:t>Domein elementen</a:t>
              </a:r>
              <a:endParaRPr lang="nl-NL"/>
            </a:p>
          </p:txBody>
        </p:sp>
        <p:cxnSp>
          <p:nvCxnSpPr>
            <p:cNvPr id="12" name="Rechte verbindingslijn met pijl 11">
              <a:extLst>
                <a:ext uri="{FF2B5EF4-FFF2-40B4-BE49-F238E27FC236}">
                  <a16:creationId xmlns:a16="http://schemas.microsoft.com/office/drawing/2014/main" id="{FC87C7FE-D7C1-03A5-3EBD-C6545784A301}"/>
                </a:ext>
              </a:extLst>
            </p:cNvPr>
            <p:cNvCxnSpPr>
              <a:cxnSpLocks/>
            </p:cNvCxnSpPr>
            <p:nvPr/>
          </p:nvCxnSpPr>
          <p:spPr>
            <a:xfrm flipH="1" flipV="1">
              <a:off x="6059312" y="1160135"/>
              <a:ext cx="3599542" cy="8781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12107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80DD7-8ABF-3EEF-8178-B6481844527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4733D4F-7969-CCC8-BE0A-263D69F70F98}"/>
              </a:ext>
            </a:extLst>
          </p:cNvPr>
          <p:cNvSpPr>
            <a:spLocks noGrp="1"/>
          </p:cNvSpPr>
          <p:nvPr>
            <p:ph type="title"/>
          </p:nvPr>
        </p:nvSpPr>
        <p:spPr>
          <a:xfrm>
            <a:off x="102870" y="2635249"/>
            <a:ext cx="5772150" cy="1584325"/>
          </a:xfrm>
        </p:spPr>
        <p:txBody>
          <a:bodyPr/>
          <a:lstStyle/>
          <a:p>
            <a:r>
              <a:rPr lang="nl-NL" b="1"/>
              <a:t>Event gedreven Provenance Store</a:t>
            </a:r>
          </a:p>
        </p:txBody>
      </p:sp>
      <p:sp>
        <p:nvSpPr>
          <p:cNvPr id="3" name="Tijdelijke aanduiding voor tekst 2">
            <a:extLst>
              <a:ext uri="{FF2B5EF4-FFF2-40B4-BE49-F238E27FC236}">
                <a16:creationId xmlns:a16="http://schemas.microsoft.com/office/drawing/2014/main" id="{B22112AC-6F83-2BCE-4E6F-22DF2E1EB4A9}"/>
              </a:ext>
            </a:extLst>
          </p:cNvPr>
          <p:cNvSpPr>
            <a:spLocks noGrp="1"/>
          </p:cNvSpPr>
          <p:nvPr>
            <p:ph type="body" idx="1"/>
          </p:nvPr>
        </p:nvSpPr>
        <p:spPr/>
        <p:txBody>
          <a:bodyPr>
            <a:normAutofit/>
          </a:bodyPr>
          <a:lstStyle/>
          <a:p>
            <a:r>
              <a:rPr lang="nl-NL"/>
              <a:t>‘The </a:t>
            </a:r>
            <a:r>
              <a:rPr lang="nl-NL" err="1"/>
              <a:t>proof</a:t>
            </a:r>
            <a:r>
              <a:rPr lang="nl-NL"/>
              <a:t> is in </a:t>
            </a:r>
            <a:r>
              <a:rPr lang="nl-NL" err="1"/>
              <a:t>the</a:t>
            </a:r>
            <a:r>
              <a:rPr lang="nl-NL"/>
              <a:t> pudding’</a:t>
            </a:r>
          </a:p>
        </p:txBody>
      </p:sp>
      <p:sp>
        <p:nvSpPr>
          <p:cNvPr id="4" name="Tijdelijke aanduiding voor tekst 3">
            <a:extLst>
              <a:ext uri="{FF2B5EF4-FFF2-40B4-BE49-F238E27FC236}">
                <a16:creationId xmlns:a16="http://schemas.microsoft.com/office/drawing/2014/main" id="{28FAD2A4-C1DA-24DF-174D-4925548FF227}"/>
              </a:ext>
            </a:extLst>
          </p:cNvPr>
          <p:cNvSpPr>
            <a:spLocks noGrp="1"/>
          </p:cNvSpPr>
          <p:nvPr>
            <p:ph type="body" sz="quarter" idx="13"/>
          </p:nvPr>
        </p:nvSpPr>
        <p:spPr/>
        <p:txBody>
          <a:bodyPr/>
          <a:lstStyle/>
          <a:p>
            <a:r>
              <a:rPr lang="nl-NL"/>
              <a:t>2</a:t>
            </a:r>
          </a:p>
        </p:txBody>
      </p:sp>
      <p:sp>
        <p:nvSpPr>
          <p:cNvPr id="5" name="Tijdelijke aanduiding voor dianummer 4">
            <a:extLst>
              <a:ext uri="{FF2B5EF4-FFF2-40B4-BE49-F238E27FC236}">
                <a16:creationId xmlns:a16="http://schemas.microsoft.com/office/drawing/2014/main" id="{2E65E708-8144-2141-BC52-119CCED26AAA}"/>
              </a:ext>
            </a:extLst>
          </p:cNvPr>
          <p:cNvSpPr>
            <a:spLocks noGrp="1"/>
          </p:cNvSpPr>
          <p:nvPr>
            <p:ph type="sldNum" sz="quarter" idx="16"/>
          </p:nvPr>
        </p:nvSpPr>
        <p:spPr/>
        <p:txBody>
          <a:bodyPr/>
          <a:lstStyle/>
          <a:p>
            <a:fld id="{10A0A6AF-03C5-477E-939A-E28F7E7F05EA}" type="slidenum">
              <a:rPr lang="nl-NL" smtClean="0"/>
              <a:pPr/>
              <a:t>18</a:t>
            </a:fld>
            <a:endParaRPr lang="nl-NL"/>
          </a:p>
        </p:txBody>
      </p:sp>
      <p:sp>
        <p:nvSpPr>
          <p:cNvPr id="6" name="Tijdelijke aanduiding voor voettekst 5">
            <a:extLst>
              <a:ext uri="{FF2B5EF4-FFF2-40B4-BE49-F238E27FC236}">
                <a16:creationId xmlns:a16="http://schemas.microsoft.com/office/drawing/2014/main" id="{B2F05DE3-588B-E13A-86CE-230E6B1FA34E}"/>
              </a:ext>
            </a:extLst>
          </p:cNvPr>
          <p:cNvSpPr>
            <a:spLocks noGrp="1"/>
          </p:cNvSpPr>
          <p:nvPr>
            <p:ph type="ftr" sz="quarter" idx="3"/>
          </p:nvPr>
        </p:nvSpPr>
        <p:spPr/>
        <p:txBody>
          <a:bodyPr/>
          <a:lstStyle/>
          <a:p>
            <a:fld id="{BC202EE1-32A0-4EA9-A629-9F30F6C31AA8}" type="datetime4">
              <a:rPr lang="nl-NL" smtClean="0"/>
              <a:pPr/>
              <a:t>25 september 2026</a:t>
            </a:fld>
            <a:r>
              <a:rPr lang="en-US"/>
              <a:t> | Voettekst</a:t>
            </a:r>
            <a:endParaRPr lang="nl-NL"/>
          </a:p>
        </p:txBody>
      </p:sp>
      <p:sp>
        <p:nvSpPr>
          <p:cNvPr id="7" name="Tekstvak 6">
            <a:extLst>
              <a:ext uri="{FF2B5EF4-FFF2-40B4-BE49-F238E27FC236}">
                <a16:creationId xmlns:a16="http://schemas.microsoft.com/office/drawing/2014/main" id="{F2EBDED9-26B7-F056-0C19-3FB039B05BF3}"/>
              </a:ext>
            </a:extLst>
          </p:cNvPr>
          <p:cNvSpPr txBox="1"/>
          <p:nvPr/>
        </p:nvSpPr>
        <p:spPr>
          <a:xfrm>
            <a:off x="6633209" y="2635249"/>
            <a:ext cx="5259558" cy="2554545"/>
          </a:xfrm>
          <a:prstGeom prst="rect">
            <a:avLst/>
          </a:prstGeom>
          <a:noFill/>
        </p:spPr>
        <p:txBody>
          <a:bodyPr wrap="square" rtlCol="0">
            <a:spAutoFit/>
          </a:bodyPr>
          <a:lstStyle/>
          <a:p>
            <a:r>
              <a:rPr lang="nl-NL" sz="2400"/>
              <a:t>“</a:t>
            </a:r>
            <a:r>
              <a:rPr lang="nl-NL" sz="2400" err="1"/>
              <a:t>Powerpoint</a:t>
            </a:r>
            <a:r>
              <a:rPr lang="nl-NL" sz="2400"/>
              <a:t> architectuur is gelijk aan dromen”</a:t>
            </a:r>
          </a:p>
          <a:p>
            <a:endParaRPr lang="nl-NL" sz="2400"/>
          </a:p>
          <a:p>
            <a:endParaRPr lang="nl-NL" sz="2400"/>
          </a:p>
          <a:p>
            <a:endParaRPr lang="nl-NL" sz="2400"/>
          </a:p>
          <a:p>
            <a:r>
              <a:rPr lang="nl-NL" sz="4000" i="1"/>
              <a:t>CPS is een GDD (DI&amp;I)</a:t>
            </a:r>
          </a:p>
        </p:txBody>
      </p:sp>
    </p:spTree>
    <p:extLst>
      <p:ext uri="{BB962C8B-B14F-4D97-AF65-F5344CB8AC3E}">
        <p14:creationId xmlns:p14="http://schemas.microsoft.com/office/powerpoint/2010/main" val="32439366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94E798D3-51A9-77CE-3A51-7C6D8752E4AA}"/>
              </a:ext>
            </a:extLst>
          </p:cNvPr>
          <p:cNvSpPr>
            <a:spLocks noGrp="1"/>
          </p:cNvSpPr>
          <p:nvPr>
            <p:ph idx="1"/>
          </p:nvPr>
        </p:nvSpPr>
        <p:spPr/>
        <p:txBody>
          <a:bodyPr>
            <a:normAutofit/>
          </a:bodyPr>
          <a:lstStyle/>
          <a:p>
            <a:pPr marL="0" indent="0">
              <a:buNone/>
            </a:pPr>
            <a:r>
              <a:rPr lang="nl-NL" b="1">
                <a:solidFill>
                  <a:srgbClr val="017BC6"/>
                </a:solidFill>
              </a:rPr>
              <a:t>Oplossingen in productie</a:t>
            </a:r>
          </a:p>
          <a:p>
            <a:pPr>
              <a:buFont typeface="Wingdings" panose="05000000000000000000" pitchFamily="2" charset="2"/>
              <a:buChar char="ü"/>
            </a:pPr>
            <a:r>
              <a:rPr lang="nl-NL">
                <a:solidFill>
                  <a:srgbClr val="017BC6"/>
                </a:solidFill>
              </a:rPr>
              <a:t>E-Akkoord </a:t>
            </a:r>
            <a:r>
              <a:rPr lang="nl-NL"/>
              <a:t>(digitale handtekening en workflow)</a:t>
            </a:r>
          </a:p>
          <a:p>
            <a:pPr>
              <a:buFont typeface="Wingdings" panose="05000000000000000000" pitchFamily="2" charset="2"/>
              <a:buChar char="ü"/>
            </a:pPr>
            <a:r>
              <a:rPr lang="nl-NL">
                <a:solidFill>
                  <a:srgbClr val="017BC6"/>
                </a:solidFill>
              </a:rPr>
              <a:t>GAAV </a:t>
            </a:r>
            <a:r>
              <a:rPr lang="nl-NL"/>
              <a:t>(Waarmerken en valideren (digitaal waarmerken en echtheidsvalidatie))</a:t>
            </a:r>
          </a:p>
          <a:p>
            <a:pPr>
              <a:buFont typeface="Wingdings" panose="05000000000000000000" pitchFamily="2" charset="2"/>
              <a:buChar char="ü"/>
            </a:pPr>
            <a:r>
              <a:rPr lang="nl-NL">
                <a:solidFill>
                  <a:srgbClr val="017BC6"/>
                </a:solidFill>
              </a:rPr>
              <a:t>Experiment wietteelt </a:t>
            </a:r>
            <a:r>
              <a:rPr lang="nl-NL"/>
              <a:t>(registreren handelen in wietteelt keten, controle en inzicht door exploratie)</a:t>
            </a:r>
          </a:p>
          <a:p>
            <a:pPr marL="0" indent="0">
              <a:buNone/>
            </a:pPr>
            <a:r>
              <a:rPr lang="nl-NL" b="1">
                <a:solidFill>
                  <a:srgbClr val="017BC6"/>
                </a:solidFill>
              </a:rPr>
              <a:t>Oplossing in ontwikkeling</a:t>
            </a:r>
          </a:p>
          <a:p>
            <a:pPr>
              <a:buFont typeface="Wingdings" panose="05000000000000000000" pitchFamily="2" charset="2"/>
              <a:buChar char="ü"/>
            </a:pPr>
            <a:r>
              <a:rPr lang="nl-NL">
                <a:solidFill>
                  <a:srgbClr val="017BC6"/>
                </a:solidFill>
              </a:rPr>
              <a:t>Beslag </a:t>
            </a:r>
            <a:r>
              <a:rPr lang="nl-NL"/>
              <a:t>(registreren handelen in context van in beslagname)</a:t>
            </a:r>
          </a:p>
          <a:p>
            <a:pPr>
              <a:buFont typeface="Wingdings" panose="05000000000000000000" pitchFamily="2" charset="2"/>
              <a:buChar char="ü"/>
            </a:pPr>
            <a:r>
              <a:rPr lang="nl-NL">
                <a:solidFill>
                  <a:srgbClr val="017BC6"/>
                </a:solidFill>
              </a:rPr>
              <a:t>CORV 2.0 </a:t>
            </a:r>
            <a:r>
              <a:rPr lang="nl-NL"/>
              <a:t>(opdracht routering en ketenindex)</a:t>
            </a:r>
          </a:p>
        </p:txBody>
      </p:sp>
      <p:sp>
        <p:nvSpPr>
          <p:cNvPr id="3" name="Titel 2">
            <a:extLst>
              <a:ext uri="{FF2B5EF4-FFF2-40B4-BE49-F238E27FC236}">
                <a16:creationId xmlns:a16="http://schemas.microsoft.com/office/drawing/2014/main" id="{2D6D0469-C879-1644-0FBB-46EF71D201C3}"/>
              </a:ext>
            </a:extLst>
          </p:cNvPr>
          <p:cNvSpPr>
            <a:spLocks noGrp="1"/>
          </p:cNvSpPr>
          <p:nvPr>
            <p:ph type="title"/>
          </p:nvPr>
        </p:nvSpPr>
        <p:spPr/>
        <p:txBody>
          <a:bodyPr/>
          <a:lstStyle/>
          <a:p>
            <a:r>
              <a:rPr lang="nl-NL"/>
              <a:t>Oplossingen met als kern CPS (+ Track en </a:t>
            </a:r>
            <a:r>
              <a:rPr lang="nl-NL" err="1"/>
              <a:t>Trace</a:t>
            </a:r>
            <a:r>
              <a:rPr lang="nl-NL"/>
              <a:t>)</a:t>
            </a:r>
          </a:p>
        </p:txBody>
      </p:sp>
      <p:sp>
        <p:nvSpPr>
          <p:cNvPr id="4" name="Tijdelijke aanduiding voor dianummer 3">
            <a:extLst>
              <a:ext uri="{FF2B5EF4-FFF2-40B4-BE49-F238E27FC236}">
                <a16:creationId xmlns:a16="http://schemas.microsoft.com/office/drawing/2014/main" id="{ABA583C2-34A1-88E6-2D60-4A657D09BB44}"/>
              </a:ext>
            </a:extLst>
          </p:cNvPr>
          <p:cNvSpPr>
            <a:spLocks noGrp="1"/>
          </p:cNvSpPr>
          <p:nvPr>
            <p:ph type="sldNum" sz="quarter" idx="12"/>
          </p:nvPr>
        </p:nvSpPr>
        <p:spPr/>
        <p:txBody>
          <a:bodyPr/>
          <a:lstStyle/>
          <a:p>
            <a:fld id="{10A0A6AF-03C5-477E-939A-E28F7E7F05EA}" type="slidenum">
              <a:rPr lang="nl-NL" smtClean="0"/>
              <a:pPr/>
              <a:t>19</a:t>
            </a:fld>
            <a:endParaRPr lang="nl-NL"/>
          </a:p>
        </p:txBody>
      </p:sp>
      <p:sp>
        <p:nvSpPr>
          <p:cNvPr id="5" name="Tijdelijke aanduiding voor voettekst 4">
            <a:extLst>
              <a:ext uri="{FF2B5EF4-FFF2-40B4-BE49-F238E27FC236}">
                <a16:creationId xmlns:a16="http://schemas.microsoft.com/office/drawing/2014/main" id="{202DE189-7E83-2E55-2521-319088A34CFB}"/>
              </a:ext>
            </a:extLst>
          </p:cNvPr>
          <p:cNvSpPr>
            <a:spLocks noGrp="1"/>
          </p:cNvSpPr>
          <p:nvPr>
            <p:ph type="ftr" sz="quarter" idx="3"/>
          </p:nvPr>
        </p:nvSpPr>
        <p:spPr/>
        <p:txBody>
          <a:bodyPr/>
          <a:lstStyle/>
          <a:p>
            <a:fld id="{87D34612-DF11-4FD6-9B67-AF4303590F80}" type="datetime4">
              <a:rPr lang="nl-NL" smtClean="0"/>
              <a:pPr/>
              <a:t>25 september 2026</a:t>
            </a:fld>
            <a:r>
              <a:rPr lang="en-US"/>
              <a:t> | Voettekst</a:t>
            </a:r>
            <a:endParaRPr lang="nl-NL"/>
          </a:p>
        </p:txBody>
      </p:sp>
      <p:grpSp>
        <p:nvGrpSpPr>
          <p:cNvPr id="19" name="Groep 18">
            <a:extLst>
              <a:ext uri="{FF2B5EF4-FFF2-40B4-BE49-F238E27FC236}">
                <a16:creationId xmlns:a16="http://schemas.microsoft.com/office/drawing/2014/main" id="{FB406CEF-0FA8-5EEF-A743-DA5CFBF0375F}"/>
              </a:ext>
            </a:extLst>
          </p:cNvPr>
          <p:cNvGrpSpPr/>
          <p:nvPr/>
        </p:nvGrpSpPr>
        <p:grpSpPr>
          <a:xfrm>
            <a:off x="6426199" y="4032250"/>
            <a:ext cx="4711362" cy="1301492"/>
            <a:chOff x="6426199" y="4032250"/>
            <a:chExt cx="4711362" cy="1301492"/>
          </a:xfrm>
        </p:grpSpPr>
        <p:grpSp>
          <p:nvGrpSpPr>
            <p:cNvPr id="13" name="Groep 12">
              <a:extLst>
                <a:ext uri="{FF2B5EF4-FFF2-40B4-BE49-F238E27FC236}">
                  <a16:creationId xmlns:a16="http://schemas.microsoft.com/office/drawing/2014/main" id="{A1C298D5-6662-9CC4-FA36-A272CB7DC15B}"/>
                </a:ext>
              </a:extLst>
            </p:cNvPr>
            <p:cNvGrpSpPr/>
            <p:nvPr/>
          </p:nvGrpSpPr>
          <p:grpSpPr>
            <a:xfrm>
              <a:off x="6426199" y="4419342"/>
              <a:ext cx="4711362" cy="914400"/>
              <a:chOff x="6508750" y="4584442"/>
              <a:chExt cx="4711362" cy="914400"/>
            </a:xfrm>
          </p:grpSpPr>
          <p:pic>
            <p:nvPicPr>
              <p:cNvPr id="11" name="Graphic 10" descr="Duim omhoog met effen opvulling">
                <a:extLst>
                  <a:ext uri="{FF2B5EF4-FFF2-40B4-BE49-F238E27FC236}">
                    <a16:creationId xmlns:a16="http://schemas.microsoft.com/office/drawing/2014/main" id="{E6620CBC-6C2C-55B9-27DB-AF3622362C3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08750" y="4584442"/>
                <a:ext cx="914400" cy="914400"/>
              </a:xfrm>
              <a:prstGeom prst="rect">
                <a:avLst/>
              </a:prstGeom>
            </p:spPr>
          </p:pic>
          <p:sp>
            <p:nvSpPr>
              <p:cNvPr id="12" name="Tekstvak 11">
                <a:extLst>
                  <a:ext uri="{FF2B5EF4-FFF2-40B4-BE49-F238E27FC236}">
                    <a16:creationId xmlns:a16="http://schemas.microsoft.com/office/drawing/2014/main" id="{95FC6B97-FCAC-9219-8E70-82BEEE5F1ED0}"/>
                  </a:ext>
                </a:extLst>
              </p:cNvPr>
              <p:cNvSpPr txBox="1"/>
              <p:nvPr/>
            </p:nvSpPr>
            <p:spPr>
              <a:xfrm>
                <a:off x="7499350" y="4971534"/>
                <a:ext cx="3720762" cy="369332"/>
              </a:xfrm>
              <a:prstGeom prst="rect">
                <a:avLst/>
              </a:prstGeom>
              <a:noFill/>
              <a:ln>
                <a:solidFill>
                  <a:srgbClr val="38870D"/>
                </a:solidFill>
              </a:ln>
            </p:spPr>
            <p:txBody>
              <a:bodyPr wrap="none" rtlCol="0">
                <a:spAutoFit/>
              </a:bodyPr>
              <a:lstStyle/>
              <a:p>
                <a:r>
                  <a:rPr lang="nl-NL"/>
                  <a:t>Cloudevent en W3C PROV JSON-LD</a:t>
                </a:r>
              </a:p>
            </p:txBody>
          </p:sp>
        </p:grpSp>
        <p:cxnSp>
          <p:nvCxnSpPr>
            <p:cNvPr id="15" name="Rechte verbindingslijn met pijl 14">
              <a:extLst>
                <a:ext uri="{FF2B5EF4-FFF2-40B4-BE49-F238E27FC236}">
                  <a16:creationId xmlns:a16="http://schemas.microsoft.com/office/drawing/2014/main" id="{E294C257-C84E-C33B-E22D-E573A26E3AF7}"/>
                </a:ext>
              </a:extLst>
            </p:cNvPr>
            <p:cNvCxnSpPr>
              <a:cxnSpLocks/>
            </p:cNvCxnSpPr>
            <p:nvPr/>
          </p:nvCxnSpPr>
          <p:spPr>
            <a:xfrm flipV="1">
              <a:off x="8858250" y="4032250"/>
              <a:ext cx="0" cy="774184"/>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grpSp>
    </p:spTree>
    <p:extLst>
      <p:ext uri="{BB962C8B-B14F-4D97-AF65-F5344CB8AC3E}">
        <p14:creationId xmlns:p14="http://schemas.microsoft.com/office/powerpoint/2010/main" val="2450776406"/>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14:presetBounceEnd="100000">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14:bounceEnd="100000">
                                          <p:cBhvr additive="base">
                                            <p:cTn id="7" dur="500" fill="hold"/>
                                            <p:tgtEl>
                                              <p:spTgt spid="19"/>
                                            </p:tgtEl>
                                            <p:attrNameLst>
                                              <p:attrName>ppt_x</p:attrName>
                                            </p:attrNameLst>
                                          </p:cBhvr>
                                          <p:tavLst>
                                            <p:tav tm="0">
                                              <p:val>
                                                <p:strVal val="#ppt_x"/>
                                              </p:val>
                                            </p:tav>
                                            <p:tav tm="100000">
                                              <p:val>
                                                <p:strVal val="#ppt_x"/>
                                              </p:val>
                                            </p:tav>
                                          </p:tavLst>
                                        </p:anim>
                                        <p:anim calcmode="lin" valueType="num" p14:bounceEnd="100000">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2516B39A-EEF3-FC79-687A-F279CFC4F140}"/>
              </a:ext>
            </a:extLst>
          </p:cNvPr>
          <p:cNvSpPr>
            <a:spLocks noGrp="1"/>
          </p:cNvSpPr>
          <p:nvPr>
            <p:ph idx="1"/>
          </p:nvPr>
        </p:nvSpPr>
        <p:spPr>
          <a:xfrm>
            <a:off x="635000" y="2289485"/>
            <a:ext cx="10788651" cy="3923991"/>
          </a:xfrm>
        </p:spPr>
        <p:txBody>
          <a:bodyPr vert="horz" lIns="91440" tIns="45720" rIns="91440" bIns="45720" numCol="2" spcCol="468000" rtlCol="0" anchor="t">
            <a:normAutofit fontScale="62500" lnSpcReduction="20000"/>
          </a:bodyPr>
          <a:lstStyle/>
          <a:p>
            <a:pPr marL="0" indent="0">
              <a:buNone/>
            </a:pPr>
            <a:r>
              <a:rPr lang="nl-NL" b="1"/>
              <a:t>Detentieverloop Michael P. (2019)</a:t>
            </a:r>
            <a:r>
              <a:rPr lang="nl-NL"/>
              <a:t>: Cruciale risico-informatie over het gewelddadige verleden was bekend bij Justitie, maar werd niet gedeeld met de kliniek. Hierdoor ontbrak een integraal beeld, wat leidde tot onverantwoorde vrijheden.</a:t>
            </a:r>
          </a:p>
          <a:p>
            <a:pPr marL="0" indent="0">
              <a:buNone/>
            </a:pPr>
            <a:r>
              <a:rPr lang="nl-NL" b="1"/>
              <a:t>Schietincident Utrecht / </a:t>
            </a:r>
            <a:r>
              <a:rPr lang="nl-NL" b="1" err="1"/>
              <a:t>Gökmen</a:t>
            </a:r>
            <a:r>
              <a:rPr lang="nl-NL" b="1"/>
              <a:t> T.</a:t>
            </a:r>
            <a:r>
              <a:rPr lang="nl-NL"/>
              <a:t> (2021): Signalen over radicalisering en geweld waren versnipperd aanwezig bij diverse instanties. Het uitblijven van actieve gegevensdeling verhinderde het vormen van een noodzakelijk gezamenlijk dreigingsbeeld</a:t>
            </a:r>
            <a:r>
              <a:rPr lang="nl-NL" b="1"/>
              <a:t>.</a:t>
            </a:r>
          </a:p>
          <a:p>
            <a:pPr marL="0" indent="0">
              <a:buNone/>
            </a:pPr>
            <a:r>
              <a:rPr lang="nl-NL" b="1"/>
              <a:t>Vreemdelingen in de Strafketen (2021)</a:t>
            </a:r>
            <a:r>
              <a:rPr lang="nl-NL"/>
              <a:t>: Strafrechtelijke gegevens zijn digitaal beschikbaar in de keten, maar de overdracht aan immigratiediensten faalt door het ontbreken van een geborgd proces en te grote afhankelijkheid van individuele acties.</a:t>
            </a:r>
          </a:p>
          <a:p>
            <a:pPr marL="0" indent="0">
              <a:buNone/>
            </a:pPr>
            <a:r>
              <a:rPr lang="nl-NL" b="1"/>
              <a:t>Incidentonderzoek Udo D. </a:t>
            </a:r>
            <a:r>
              <a:rPr lang="nl-NL"/>
              <a:t>(2016): Informatie over escalerend gedrag was voorhanden bij politie, OM en GGZ. Door versnippering en gebrekkige onderlinge uitwisseling werd dit niet tijdig samengevoegd om in te kunnen grijpen.</a:t>
            </a:r>
          </a:p>
          <a:p>
            <a:pPr marL="0" indent="0">
              <a:buNone/>
            </a:pPr>
            <a:r>
              <a:rPr lang="nl-NL" b="1"/>
              <a:t>Steekincident CTP Veldzicht (2023)</a:t>
            </a:r>
            <a:r>
              <a:rPr lang="nl-NL"/>
              <a:t>: Belangrijke dossierinformatie over de risicostatus van een patiënt was intern beschikbaar, maar werd niet effectief gedeeld met het personeel op de werkvloer, waardoor zij onvoorbereid waren op geweldsincidenten.</a:t>
            </a:r>
          </a:p>
          <a:p>
            <a:pPr marL="0" indent="0">
              <a:buNone/>
            </a:pPr>
            <a:r>
              <a:rPr lang="nl-NL" b="1"/>
              <a:t>Steekincident Erasmusbrug (2025)</a:t>
            </a:r>
            <a:r>
              <a:rPr lang="nl-NL"/>
              <a:t>: De Inspectie </a:t>
            </a:r>
            <a:r>
              <a:rPr lang="nl-NL" err="1"/>
              <a:t>JenV</a:t>
            </a:r>
            <a:r>
              <a:rPr lang="nl-NL"/>
              <a:t> concludeerde dat informatie over de verdachte bekend was bij betrokken instanties, maar dat de onderlinge samenwerking en informatieoverdracht tekortschoten in de aanloop naar het incident.</a:t>
            </a:r>
          </a:p>
          <a:p>
            <a:pPr marL="0" indent="0">
              <a:buNone/>
            </a:pPr>
            <a:r>
              <a:rPr lang="nl-NL" b="1"/>
              <a:t>Jaarbericht Inspectie </a:t>
            </a:r>
            <a:r>
              <a:rPr lang="nl-NL" b="1" err="1"/>
              <a:t>JenV</a:t>
            </a:r>
            <a:r>
              <a:rPr lang="nl-NL" b="1"/>
              <a:t> (2024, gepubliceerd mei 2025)</a:t>
            </a:r>
            <a:r>
              <a:rPr lang="nl-NL"/>
              <a:t>: De Inspectie stelt dat gebrekkige informatie-uitwisseling een structureel knelpunt blijft; gegevens zijn digitaal aanwezig, maar worden door niet-gekoppelde systemen en stroperige processen niet tijdig gevonden of gedeeld</a:t>
            </a:r>
          </a:p>
          <a:p>
            <a:pPr marL="0" indent="0">
              <a:buNone/>
            </a:pPr>
            <a:endParaRPr lang="nl-NL"/>
          </a:p>
        </p:txBody>
      </p:sp>
      <p:sp>
        <p:nvSpPr>
          <p:cNvPr id="3" name="Titel 2">
            <a:extLst>
              <a:ext uri="{FF2B5EF4-FFF2-40B4-BE49-F238E27FC236}">
                <a16:creationId xmlns:a16="http://schemas.microsoft.com/office/drawing/2014/main" id="{915067C0-C171-34BD-3546-E60A3E082BA4}"/>
              </a:ext>
            </a:extLst>
          </p:cNvPr>
          <p:cNvSpPr>
            <a:spLocks noGrp="1"/>
          </p:cNvSpPr>
          <p:nvPr>
            <p:ph type="title"/>
          </p:nvPr>
        </p:nvSpPr>
        <p:spPr/>
        <p:txBody>
          <a:bodyPr/>
          <a:lstStyle/>
          <a:p>
            <a:r>
              <a:rPr lang="nl-NL"/>
              <a:t>Problemen in de praktijk</a:t>
            </a:r>
          </a:p>
        </p:txBody>
      </p:sp>
      <p:sp>
        <p:nvSpPr>
          <p:cNvPr id="4" name="Tijdelijke aanduiding voor dianummer 3">
            <a:extLst>
              <a:ext uri="{FF2B5EF4-FFF2-40B4-BE49-F238E27FC236}">
                <a16:creationId xmlns:a16="http://schemas.microsoft.com/office/drawing/2014/main" id="{DB2E6B06-34BC-3E89-CA6E-56660D7E62E4}"/>
              </a:ext>
            </a:extLst>
          </p:cNvPr>
          <p:cNvSpPr>
            <a:spLocks noGrp="1"/>
          </p:cNvSpPr>
          <p:nvPr>
            <p:ph type="sldNum" sz="quarter" idx="12"/>
          </p:nvPr>
        </p:nvSpPr>
        <p:spPr/>
        <p:txBody>
          <a:bodyPr/>
          <a:lstStyle/>
          <a:p>
            <a:fld id="{10A0A6AF-03C5-477E-939A-E28F7E7F05EA}" type="slidenum">
              <a:rPr lang="nl-NL" smtClean="0"/>
              <a:pPr/>
              <a:t>20</a:t>
            </a:fld>
            <a:endParaRPr lang="nl-NL"/>
          </a:p>
        </p:txBody>
      </p:sp>
      <p:sp>
        <p:nvSpPr>
          <p:cNvPr id="5" name="Tijdelijke aanduiding voor voettekst 4">
            <a:extLst>
              <a:ext uri="{FF2B5EF4-FFF2-40B4-BE49-F238E27FC236}">
                <a16:creationId xmlns:a16="http://schemas.microsoft.com/office/drawing/2014/main" id="{11024982-3976-FFE5-3B2E-F9B24AE11E16}"/>
              </a:ext>
            </a:extLst>
          </p:cNvPr>
          <p:cNvSpPr>
            <a:spLocks noGrp="1"/>
          </p:cNvSpPr>
          <p:nvPr>
            <p:ph type="ftr" sz="quarter" idx="3"/>
          </p:nvPr>
        </p:nvSpPr>
        <p:spPr/>
        <p:txBody>
          <a:bodyPr/>
          <a:lstStyle/>
          <a:p>
            <a:fld id="{87D34612-DF11-4FD6-9B67-AF4303590F80}" type="datetime4">
              <a:rPr lang="nl-NL" smtClean="0"/>
              <a:pPr/>
              <a:t>25 september 2026</a:t>
            </a:fld>
            <a:r>
              <a:rPr lang="en-US"/>
              <a:t> | </a:t>
            </a:r>
            <a:r>
              <a:rPr lang="en-US" err="1"/>
              <a:t>Voettekst</a:t>
            </a:r>
            <a:endParaRPr lang="nl-NL"/>
          </a:p>
        </p:txBody>
      </p:sp>
      <p:pic>
        <p:nvPicPr>
          <p:cNvPr id="6" name="Afbeelding 5" descr="Afbeelding met tekst, schermopname, Lettertype, ontwerp&#10;&#10;Door AI gegenereerde inhoud is mogelijk onjuist.">
            <a:extLst>
              <a:ext uri="{FF2B5EF4-FFF2-40B4-BE49-F238E27FC236}">
                <a16:creationId xmlns:a16="http://schemas.microsoft.com/office/drawing/2014/main" id="{6590A525-E852-8CD6-08D0-13B1212E74ED}"/>
              </a:ext>
            </a:extLst>
          </p:cNvPr>
          <p:cNvPicPr>
            <a:picLocks noChangeAspect="1"/>
          </p:cNvPicPr>
          <p:nvPr/>
        </p:nvPicPr>
        <p:blipFill>
          <a:blip r:embed="rId2"/>
          <a:stretch>
            <a:fillRect/>
          </a:stretch>
        </p:blipFill>
        <p:spPr>
          <a:xfrm rot="-840000">
            <a:off x="10420102" y="4895614"/>
            <a:ext cx="1704402" cy="2190750"/>
          </a:xfrm>
          <a:prstGeom prst="rect">
            <a:avLst/>
          </a:prstGeom>
        </p:spPr>
      </p:pic>
      <p:pic>
        <p:nvPicPr>
          <p:cNvPr id="7" name="Afbeelding 6" descr="Afbeelding met tekst, schermopname, paars, Lettertype&#10;&#10;Door AI gegenereerde inhoud is mogelijk onjuist.">
            <a:extLst>
              <a:ext uri="{FF2B5EF4-FFF2-40B4-BE49-F238E27FC236}">
                <a16:creationId xmlns:a16="http://schemas.microsoft.com/office/drawing/2014/main" id="{97DE9E33-1B6F-7A15-691B-C85333B14CBA}"/>
              </a:ext>
            </a:extLst>
          </p:cNvPr>
          <p:cNvPicPr>
            <a:picLocks noChangeAspect="1"/>
          </p:cNvPicPr>
          <p:nvPr/>
        </p:nvPicPr>
        <p:blipFill>
          <a:blip r:embed="rId3"/>
          <a:stretch>
            <a:fillRect/>
          </a:stretch>
        </p:blipFill>
        <p:spPr>
          <a:xfrm rot="1440000">
            <a:off x="8351000" y="4921250"/>
            <a:ext cx="1855875" cy="2389188"/>
          </a:xfrm>
          <a:prstGeom prst="rect">
            <a:avLst/>
          </a:prstGeom>
          <a:ln>
            <a:solidFill>
              <a:srgbClr val="4472C4"/>
            </a:solidFill>
          </a:ln>
        </p:spPr>
      </p:pic>
      <p:pic>
        <p:nvPicPr>
          <p:cNvPr id="8" name="Afbeelding 7" descr="Afbeelding met tekst, schermopname, Lettertype, ontwerp&#10;&#10;Door AI gegenereerde inhoud is mogelijk onjuist.">
            <a:extLst>
              <a:ext uri="{FF2B5EF4-FFF2-40B4-BE49-F238E27FC236}">
                <a16:creationId xmlns:a16="http://schemas.microsoft.com/office/drawing/2014/main" id="{27F80641-8759-01F9-27D6-3B1FEB47B90D}"/>
              </a:ext>
            </a:extLst>
          </p:cNvPr>
          <p:cNvPicPr>
            <a:picLocks noChangeAspect="1"/>
          </p:cNvPicPr>
          <p:nvPr/>
        </p:nvPicPr>
        <p:blipFill>
          <a:blip r:embed="rId4"/>
          <a:stretch>
            <a:fillRect/>
          </a:stretch>
        </p:blipFill>
        <p:spPr>
          <a:xfrm rot="-960000">
            <a:off x="6387341" y="5022272"/>
            <a:ext cx="1859182" cy="2398569"/>
          </a:xfrm>
          <a:prstGeom prst="rect">
            <a:avLst/>
          </a:prstGeom>
          <a:ln>
            <a:solidFill>
              <a:srgbClr val="4472C4"/>
            </a:solidFill>
          </a:ln>
        </p:spPr>
      </p:pic>
    </p:spTree>
    <p:extLst>
      <p:ext uri="{BB962C8B-B14F-4D97-AF65-F5344CB8AC3E}">
        <p14:creationId xmlns:p14="http://schemas.microsoft.com/office/powerpoint/2010/main" val="3142442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D7770971-FEAC-7EEA-8E9B-AC41B752B444}"/>
              </a:ext>
            </a:extLst>
          </p:cNvPr>
          <p:cNvSpPr>
            <a:spLocks noGrp="1"/>
          </p:cNvSpPr>
          <p:nvPr>
            <p:ph idx="1"/>
          </p:nvPr>
        </p:nvSpPr>
        <p:spPr/>
        <p:txBody>
          <a:bodyPr vert="horz" lIns="91440" tIns="45720" rIns="91440" bIns="45720" numCol="2" spcCol="468000" rtlCol="0" anchor="t">
            <a:normAutofit/>
          </a:bodyPr>
          <a:lstStyle/>
          <a:p>
            <a:pPr marL="316230" indent="-316230"/>
            <a:r>
              <a:rPr lang="nl-NL"/>
              <a:t>Toeslagen affaire</a:t>
            </a:r>
          </a:p>
          <a:p>
            <a:pPr marL="316230" indent="-316230"/>
            <a:r>
              <a:rPr lang="nl-NL"/>
              <a:t>Tenaamstelling (opvolgen signalen)</a:t>
            </a:r>
          </a:p>
          <a:p>
            <a:pPr marL="316230" indent="-316230"/>
            <a:r>
              <a:rPr lang="nl-NL" err="1"/>
              <a:t>Teevendeal</a:t>
            </a:r>
            <a:r>
              <a:rPr lang="nl-NL"/>
              <a:t> (Bonnetje van </a:t>
            </a:r>
            <a:r>
              <a:rPr lang="nl-NL" err="1"/>
              <a:t>Teeven</a:t>
            </a:r>
            <a:r>
              <a:rPr lang="nl-NL"/>
              <a:t>)</a:t>
            </a:r>
          </a:p>
          <a:p>
            <a:pPr marL="316230" indent="-316230"/>
            <a:r>
              <a:rPr lang="nl-NL"/>
              <a:t>Groningen aardbevingschade</a:t>
            </a:r>
          </a:p>
          <a:p>
            <a:pPr marL="316230" indent="-316230"/>
            <a:endParaRPr lang="nl-NL"/>
          </a:p>
          <a:p>
            <a:pPr marL="316230" indent="-316230"/>
            <a:r>
              <a:rPr lang="nl-NL" err="1"/>
              <a:t>etc</a:t>
            </a:r>
            <a:endParaRPr lang="nl-NL"/>
          </a:p>
          <a:p>
            <a:pPr marL="316230" indent="-316230"/>
            <a:endParaRPr lang="nl-NL"/>
          </a:p>
        </p:txBody>
      </p:sp>
      <p:sp>
        <p:nvSpPr>
          <p:cNvPr id="3" name="Titel 2">
            <a:extLst>
              <a:ext uri="{FF2B5EF4-FFF2-40B4-BE49-F238E27FC236}">
                <a16:creationId xmlns:a16="http://schemas.microsoft.com/office/drawing/2014/main" id="{5722140F-98FA-1D8A-3A90-0A86AB07BC26}"/>
              </a:ext>
            </a:extLst>
          </p:cNvPr>
          <p:cNvSpPr>
            <a:spLocks noGrp="1"/>
          </p:cNvSpPr>
          <p:nvPr>
            <p:ph type="title"/>
          </p:nvPr>
        </p:nvSpPr>
        <p:spPr/>
        <p:txBody>
          <a:bodyPr/>
          <a:lstStyle/>
          <a:p>
            <a:r>
              <a:rPr lang="nl-NL"/>
              <a:t>Ook transparantie en traceerbaarheid (Accountability)</a:t>
            </a:r>
          </a:p>
        </p:txBody>
      </p:sp>
      <p:sp>
        <p:nvSpPr>
          <p:cNvPr id="4" name="Tijdelijke aanduiding voor dianummer 3">
            <a:extLst>
              <a:ext uri="{FF2B5EF4-FFF2-40B4-BE49-F238E27FC236}">
                <a16:creationId xmlns:a16="http://schemas.microsoft.com/office/drawing/2014/main" id="{9036A0AB-6693-7499-8996-8A20DB64ABB5}"/>
              </a:ext>
            </a:extLst>
          </p:cNvPr>
          <p:cNvSpPr>
            <a:spLocks noGrp="1"/>
          </p:cNvSpPr>
          <p:nvPr>
            <p:ph type="sldNum" sz="quarter" idx="12"/>
          </p:nvPr>
        </p:nvSpPr>
        <p:spPr/>
        <p:txBody>
          <a:bodyPr/>
          <a:lstStyle/>
          <a:p>
            <a:fld id="{10A0A6AF-03C5-477E-939A-E28F7E7F05EA}" type="slidenum">
              <a:rPr lang="nl-NL" smtClean="0"/>
              <a:pPr/>
              <a:t>21</a:t>
            </a:fld>
            <a:endParaRPr lang="nl-NL"/>
          </a:p>
        </p:txBody>
      </p:sp>
      <p:sp>
        <p:nvSpPr>
          <p:cNvPr id="5" name="Tijdelijke aanduiding voor voettekst 4">
            <a:extLst>
              <a:ext uri="{FF2B5EF4-FFF2-40B4-BE49-F238E27FC236}">
                <a16:creationId xmlns:a16="http://schemas.microsoft.com/office/drawing/2014/main" id="{F98BF37F-C7CD-8410-0EA4-E4A34F819B36}"/>
              </a:ext>
            </a:extLst>
          </p:cNvPr>
          <p:cNvSpPr>
            <a:spLocks noGrp="1"/>
          </p:cNvSpPr>
          <p:nvPr>
            <p:ph type="ftr" sz="quarter" idx="3"/>
          </p:nvPr>
        </p:nvSpPr>
        <p:spPr/>
        <p:txBody>
          <a:bodyPr/>
          <a:lstStyle/>
          <a:p>
            <a:fld id="{87D34612-DF11-4FD6-9B67-AF4303590F80}" type="datetime4">
              <a:rPr lang="nl-NL" smtClean="0"/>
              <a:pPr/>
              <a:t>25 september 2026</a:t>
            </a:fld>
            <a:r>
              <a:rPr lang="en-US"/>
              <a:t> | </a:t>
            </a:r>
            <a:r>
              <a:rPr lang="en-US" err="1"/>
              <a:t>Voettekst</a:t>
            </a:r>
            <a:endParaRPr lang="nl-NL"/>
          </a:p>
        </p:txBody>
      </p:sp>
      <p:pic>
        <p:nvPicPr>
          <p:cNvPr id="6" name="Afbeelding 5">
            <a:extLst>
              <a:ext uri="{FF2B5EF4-FFF2-40B4-BE49-F238E27FC236}">
                <a16:creationId xmlns:a16="http://schemas.microsoft.com/office/drawing/2014/main" id="{4954E056-2BFF-F3D3-75F5-337D5EBC2C65}"/>
              </a:ext>
            </a:extLst>
          </p:cNvPr>
          <p:cNvPicPr>
            <a:picLocks noChangeAspect="1"/>
          </p:cNvPicPr>
          <p:nvPr/>
        </p:nvPicPr>
        <p:blipFill>
          <a:blip r:embed="rId2"/>
          <a:stretch>
            <a:fillRect/>
          </a:stretch>
        </p:blipFill>
        <p:spPr>
          <a:xfrm rot="600000">
            <a:off x="7738240" y="1652264"/>
            <a:ext cx="1664745" cy="2320616"/>
          </a:xfrm>
          <a:prstGeom prst="rect">
            <a:avLst/>
          </a:prstGeom>
          <a:ln>
            <a:solidFill>
              <a:srgbClr val="4472C4"/>
            </a:solidFill>
          </a:ln>
        </p:spPr>
      </p:pic>
      <p:pic>
        <p:nvPicPr>
          <p:cNvPr id="7" name="Afbeelding 6" descr="Afbeelding met tekst, schermopname, Lettertype, grafische vormgeving&#10;&#10;Door AI gegenereerde inhoud is mogelijk onjuist.">
            <a:extLst>
              <a:ext uri="{FF2B5EF4-FFF2-40B4-BE49-F238E27FC236}">
                <a16:creationId xmlns:a16="http://schemas.microsoft.com/office/drawing/2014/main" id="{0F5ED91F-2F9C-C7AF-168B-85881F886FA9}"/>
              </a:ext>
            </a:extLst>
          </p:cNvPr>
          <p:cNvPicPr>
            <a:picLocks noChangeAspect="1"/>
          </p:cNvPicPr>
          <p:nvPr/>
        </p:nvPicPr>
        <p:blipFill>
          <a:blip r:embed="rId3"/>
          <a:stretch>
            <a:fillRect/>
          </a:stretch>
        </p:blipFill>
        <p:spPr>
          <a:xfrm>
            <a:off x="8958226" y="4254499"/>
            <a:ext cx="2728985" cy="1968501"/>
          </a:xfrm>
          <a:prstGeom prst="rect">
            <a:avLst/>
          </a:prstGeom>
        </p:spPr>
      </p:pic>
      <p:pic>
        <p:nvPicPr>
          <p:cNvPr id="8" name="Afbeelding 7" descr="Afbeelding met tekst, Lettertype, schermopname, grafische vormgeving&#10;&#10;Door AI gegenereerde inhoud is mogelijk onjuist.">
            <a:extLst>
              <a:ext uri="{FF2B5EF4-FFF2-40B4-BE49-F238E27FC236}">
                <a16:creationId xmlns:a16="http://schemas.microsoft.com/office/drawing/2014/main" id="{4E2425AF-2BD7-028F-C35F-90DA3C32C924}"/>
              </a:ext>
            </a:extLst>
          </p:cNvPr>
          <p:cNvPicPr>
            <a:picLocks noChangeAspect="1"/>
          </p:cNvPicPr>
          <p:nvPr/>
        </p:nvPicPr>
        <p:blipFill>
          <a:blip r:embed="rId4"/>
          <a:stretch>
            <a:fillRect/>
          </a:stretch>
        </p:blipFill>
        <p:spPr>
          <a:xfrm rot="-900000">
            <a:off x="7014626" y="4183063"/>
            <a:ext cx="1853686" cy="2873375"/>
          </a:xfrm>
          <a:prstGeom prst="rect">
            <a:avLst/>
          </a:prstGeom>
        </p:spPr>
      </p:pic>
    </p:spTree>
    <p:extLst>
      <p:ext uri="{BB962C8B-B14F-4D97-AF65-F5344CB8AC3E}">
        <p14:creationId xmlns:p14="http://schemas.microsoft.com/office/powerpoint/2010/main" val="1880304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487A9-6832-C9DF-4A70-6C3FA1F894E3}"/>
            </a:ext>
          </a:extLst>
        </p:cNvPr>
        <p:cNvGrpSpPr/>
        <p:nvPr/>
      </p:nvGrpSpPr>
      <p:grpSpPr>
        <a:xfrm>
          <a:off x="0" y="0"/>
          <a:ext cx="0" cy="0"/>
          <a:chOff x="0" y="0"/>
          <a:chExt cx="0" cy="0"/>
        </a:xfrm>
      </p:grpSpPr>
      <p:sp>
        <p:nvSpPr>
          <p:cNvPr id="13" name="Rechthoek 12">
            <a:extLst>
              <a:ext uri="{FF2B5EF4-FFF2-40B4-BE49-F238E27FC236}">
                <a16:creationId xmlns:a16="http://schemas.microsoft.com/office/drawing/2014/main" id="{32703CFF-75DA-A0BB-FB91-C17E1AC1AFF2}"/>
              </a:ext>
            </a:extLst>
          </p:cNvPr>
          <p:cNvSpPr/>
          <p:nvPr/>
        </p:nvSpPr>
        <p:spPr>
          <a:xfrm>
            <a:off x="227664" y="2144429"/>
            <a:ext cx="11816473" cy="219993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5" name="Rechthoek 14">
            <a:extLst>
              <a:ext uri="{FF2B5EF4-FFF2-40B4-BE49-F238E27FC236}">
                <a16:creationId xmlns:a16="http://schemas.microsoft.com/office/drawing/2014/main" id="{C86898E8-F511-DF64-0FB8-3BC7EF803CAF}"/>
              </a:ext>
            </a:extLst>
          </p:cNvPr>
          <p:cNvSpPr/>
          <p:nvPr/>
        </p:nvSpPr>
        <p:spPr>
          <a:xfrm>
            <a:off x="195507" y="4344359"/>
            <a:ext cx="11816473" cy="1715906"/>
          </a:xfrm>
          <a:prstGeom prst="rect">
            <a:avLst/>
          </a:prstGeom>
          <a:solidFill>
            <a:srgbClr val="FFFF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tel 1">
            <a:extLst>
              <a:ext uri="{FF2B5EF4-FFF2-40B4-BE49-F238E27FC236}">
                <a16:creationId xmlns:a16="http://schemas.microsoft.com/office/drawing/2014/main" id="{C6553862-DB32-D67B-F474-B5BE066FDF21}"/>
              </a:ext>
            </a:extLst>
          </p:cNvPr>
          <p:cNvSpPr>
            <a:spLocks noGrp="1"/>
          </p:cNvSpPr>
          <p:nvPr>
            <p:ph type="title"/>
          </p:nvPr>
        </p:nvSpPr>
        <p:spPr>
          <a:xfrm>
            <a:off x="228282" y="787012"/>
            <a:ext cx="11590338" cy="1325563"/>
          </a:xfrm>
        </p:spPr>
        <p:txBody>
          <a:bodyPr/>
          <a:lstStyle/>
          <a:p>
            <a:r>
              <a:rPr lang="nl-NL" err="1"/>
              <a:t>Command</a:t>
            </a:r>
            <a:r>
              <a:rPr lang="nl-NL"/>
              <a:t> Query </a:t>
            </a:r>
            <a:r>
              <a:rPr lang="nl-NL" err="1"/>
              <a:t>Responsibility</a:t>
            </a:r>
            <a:r>
              <a:rPr lang="nl-NL"/>
              <a:t> </a:t>
            </a:r>
            <a:r>
              <a:rPr lang="nl-NL" err="1"/>
              <a:t>Segregation</a:t>
            </a:r>
            <a:r>
              <a:rPr lang="nl-NL"/>
              <a:t>(CQRS)</a:t>
            </a:r>
          </a:p>
        </p:txBody>
      </p:sp>
      <p:sp>
        <p:nvSpPr>
          <p:cNvPr id="7" name="Tekstvak 6">
            <a:extLst>
              <a:ext uri="{FF2B5EF4-FFF2-40B4-BE49-F238E27FC236}">
                <a16:creationId xmlns:a16="http://schemas.microsoft.com/office/drawing/2014/main" id="{7BB91BC7-23D3-0318-C41B-90CF0406D08C}"/>
              </a:ext>
            </a:extLst>
          </p:cNvPr>
          <p:cNvSpPr txBox="1"/>
          <p:nvPr/>
        </p:nvSpPr>
        <p:spPr>
          <a:xfrm>
            <a:off x="3401224" y="1718103"/>
            <a:ext cx="5389552" cy="369332"/>
          </a:xfrm>
          <a:prstGeom prst="rect">
            <a:avLst/>
          </a:prstGeom>
          <a:noFill/>
        </p:spPr>
        <p:txBody>
          <a:bodyPr wrap="none" rtlCol="0">
            <a:spAutoFit/>
          </a:bodyPr>
          <a:lstStyle/>
          <a:p>
            <a:r>
              <a:rPr lang="nl-NL"/>
              <a:t>Scheiden van het WRITE en READ datamodel (CQRS)</a:t>
            </a:r>
          </a:p>
        </p:txBody>
      </p:sp>
      <p:sp>
        <p:nvSpPr>
          <p:cNvPr id="10" name="Tekstvak 9">
            <a:extLst>
              <a:ext uri="{FF2B5EF4-FFF2-40B4-BE49-F238E27FC236}">
                <a16:creationId xmlns:a16="http://schemas.microsoft.com/office/drawing/2014/main" id="{A77D9974-ADAA-AE5A-9398-8F84E80DBB03}"/>
              </a:ext>
            </a:extLst>
          </p:cNvPr>
          <p:cNvSpPr txBox="1"/>
          <p:nvPr/>
        </p:nvSpPr>
        <p:spPr>
          <a:xfrm>
            <a:off x="7232444" y="5242387"/>
            <a:ext cx="1735015" cy="523220"/>
          </a:xfrm>
          <a:prstGeom prst="rect">
            <a:avLst/>
          </a:prstGeom>
          <a:noFill/>
        </p:spPr>
        <p:txBody>
          <a:bodyPr wrap="square">
            <a:spAutoFit/>
          </a:bodyPr>
          <a:lstStyle/>
          <a:p>
            <a:r>
              <a:rPr lang="nl-NL" sz="2800">
                <a:solidFill>
                  <a:srgbClr val="0070C0"/>
                </a:solidFill>
              </a:rPr>
              <a:t>Toestand</a:t>
            </a:r>
            <a:endParaRPr lang="nl-NL" sz="2800"/>
          </a:p>
        </p:txBody>
      </p:sp>
      <p:sp>
        <p:nvSpPr>
          <p:cNvPr id="11" name="Tekstvak 10">
            <a:extLst>
              <a:ext uri="{FF2B5EF4-FFF2-40B4-BE49-F238E27FC236}">
                <a16:creationId xmlns:a16="http://schemas.microsoft.com/office/drawing/2014/main" id="{3F776E08-9239-C889-449D-7009CBDC9BD9}"/>
              </a:ext>
            </a:extLst>
          </p:cNvPr>
          <p:cNvSpPr txBox="1"/>
          <p:nvPr/>
        </p:nvSpPr>
        <p:spPr>
          <a:xfrm>
            <a:off x="7086359" y="2849307"/>
            <a:ext cx="2427134" cy="523220"/>
          </a:xfrm>
          <a:prstGeom prst="rect">
            <a:avLst/>
          </a:prstGeom>
          <a:noFill/>
        </p:spPr>
        <p:txBody>
          <a:bodyPr wrap="square">
            <a:spAutoFit/>
          </a:bodyPr>
          <a:lstStyle/>
          <a:p>
            <a:r>
              <a:rPr lang="nl-NL" sz="2800">
                <a:solidFill>
                  <a:srgbClr val="0070C0"/>
                </a:solidFill>
              </a:rPr>
              <a:t>Gebeurtenis</a:t>
            </a:r>
            <a:endParaRPr lang="nl-NL" sz="2800"/>
          </a:p>
        </p:txBody>
      </p:sp>
      <p:cxnSp>
        <p:nvCxnSpPr>
          <p:cNvPr id="14" name="Rechte verbindingslijn met pijl 13">
            <a:extLst>
              <a:ext uri="{FF2B5EF4-FFF2-40B4-BE49-F238E27FC236}">
                <a16:creationId xmlns:a16="http://schemas.microsoft.com/office/drawing/2014/main" id="{3C9D27EA-C797-AE8F-9864-EB22AE7ACAF0}"/>
              </a:ext>
            </a:extLst>
          </p:cNvPr>
          <p:cNvCxnSpPr>
            <a:cxnSpLocks/>
          </p:cNvCxnSpPr>
          <p:nvPr/>
        </p:nvCxnSpPr>
        <p:spPr>
          <a:xfrm>
            <a:off x="8099952" y="3278214"/>
            <a:ext cx="0" cy="2037977"/>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 name="Tekstvak 2">
            <a:extLst>
              <a:ext uri="{FF2B5EF4-FFF2-40B4-BE49-F238E27FC236}">
                <a16:creationId xmlns:a16="http://schemas.microsoft.com/office/drawing/2014/main" id="{44699BC9-92FF-FDA2-2EFB-05A766F9701F}"/>
              </a:ext>
            </a:extLst>
          </p:cNvPr>
          <p:cNvSpPr txBox="1"/>
          <p:nvPr/>
        </p:nvSpPr>
        <p:spPr>
          <a:xfrm>
            <a:off x="9075439" y="2202067"/>
            <a:ext cx="2968698" cy="369332"/>
          </a:xfrm>
          <a:prstGeom prst="rect">
            <a:avLst/>
          </a:prstGeom>
          <a:noFill/>
        </p:spPr>
        <p:txBody>
          <a:bodyPr wrap="none" rtlCol="0">
            <a:spAutoFit/>
          </a:bodyPr>
          <a:lstStyle/>
          <a:p>
            <a:r>
              <a:rPr lang="nl-NL" b="1"/>
              <a:t>Vaste structuur - Workflow</a:t>
            </a:r>
          </a:p>
        </p:txBody>
      </p:sp>
      <p:sp>
        <p:nvSpPr>
          <p:cNvPr id="4" name="Tekstvak 3">
            <a:extLst>
              <a:ext uri="{FF2B5EF4-FFF2-40B4-BE49-F238E27FC236}">
                <a16:creationId xmlns:a16="http://schemas.microsoft.com/office/drawing/2014/main" id="{A58AA47B-B620-6562-DA23-058FEB3DFB3E}"/>
              </a:ext>
            </a:extLst>
          </p:cNvPr>
          <p:cNvSpPr txBox="1"/>
          <p:nvPr/>
        </p:nvSpPr>
        <p:spPr>
          <a:xfrm>
            <a:off x="9790795" y="5357631"/>
            <a:ext cx="2221185" cy="646331"/>
          </a:xfrm>
          <a:prstGeom prst="rect">
            <a:avLst/>
          </a:prstGeom>
          <a:noFill/>
        </p:spPr>
        <p:txBody>
          <a:bodyPr wrap="none" rtlCol="0">
            <a:spAutoFit/>
          </a:bodyPr>
          <a:lstStyle/>
          <a:p>
            <a:pPr algn="r"/>
            <a:r>
              <a:rPr lang="nl-NL" b="1"/>
              <a:t>Flexibele </a:t>
            </a:r>
          </a:p>
          <a:p>
            <a:pPr algn="r"/>
            <a:r>
              <a:rPr lang="nl-NL" b="1"/>
              <a:t>informatiebehoefte</a:t>
            </a:r>
          </a:p>
        </p:txBody>
      </p:sp>
      <p:cxnSp>
        <p:nvCxnSpPr>
          <p:cNvPr id="9" name="Rechte verbindingslijn 8">
            <a:extLst>
              <a:ext uri="{FF2B5EF4-FFF2-40B4-BE49-F238E27FC236}">
                <a16:creationId xmlns:a16="http://schemas.microsoft.com/office/drawing/2014/main" id="{2905E1B2-5CB9-268D-59EC-89D8A4B5341F}"/>
              </a:ext>
            </a:extLst>
          </p:cNvPr>
          <p:cNvCxnSpPr>
            <a:cxnSpLocks/>
          </p:cNvCxnSpPr>
          <p:nvPr/>
        </p:nvCxnSpPr>
        <p:spPr>
          <a:xfrm flipV="1">
            <a:off x="2787163" y="4360661"/>
            <a:ext cx="5884860" cy="11538"/>
          </a:xfrm>
          <a:prstGeom prst="line">
            <a:avLst/>
          </a:prstGeom>
        </p:spPr>
        <p:style>
          <a:lnRef idx="2">
            <a:schemeClr val="dk1"/>
          </a:lnRef>
          <a:fillRef idx="0">
            <a:schemeClr val="dk1"/>
          </a:fillRef>
          <a:effectRef idx="1">
            <a:schemeClr val="dk1"/>
          </a:effectRef>
          <a:fontRef idx="minor">
            <a:schemeClr val="tx1"/>
          </a:fontRef>
        </p:style>
      </p:cxnSp>
      <p:sp>
        <p:nvSpPr>
          <p:cNvPr id="32" name="Stroomdiagram: Magnetische schijf 31">
            <a:extLst>
              <a:ext uri="{FF2B5EF4-FFF2-40B4-BE49-F238E27FC236}">
                <a16:creationId xmlns:a16="http://schemas.microsoft.com/office/drawing/2014/main" id="{B6349E04-9C2D-906B-7CA5-8BEA158949A0}"/>
              </a:ext>
            </a:extLst>
          </p:cNvPr>
          <p:cNvSpPr/>
          <p:nvPr/>
        </p:nvSpPr>
        <p:spPr>
          <a:xfrm>
            <a:off x="5780279" y="5013764"/>
            <a:ext cx="1202974" cy="1111740"/>
          </a:xfrm>
          <a:prstGeom prst="flowChartMagneticDisk">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nl-NL" err="1"/>
              <a:t>Graph</a:t>
            </a:r>
            <a:endParaRPr lang="nl-NL"/>
          </a:p>
        </p:txBody>
      </p:sp>
      <p:sp>
        <p:nvSpPr>
          <p:cNvPr id="33" name="Stroomdiagram: Magnetische schijf 32">
            <a:extLst>
              <a:ext uri="{FF2B5EF4-FFF2-40B4-BE49-F238E27FC236}">
                <a16:creationId xmlns:a16="http://schemas.microsoft.com/office/drawing/2014/main" id="{B8E77989-1D47-9F66-C07C-637202EE1854}"/>
              </a:ext>
            </a:extLst>
          </p:cNvPr>
          <p:cNvSpPr/>
          <p:nvPr/>
        </p:nvSpPr>
        <p:spPr>
          <a:xfrm>
            <a:off x="5780279" y="2498538"/>
            <a:ext cx="1202974" cy="1111740"/>
          </a:xfrm>
          <a:prstGeom prst="flowChartMagneticDisk">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nl-NL"/>
              <a:t>Event store</a:t>
            </a:r>
          </a:p>
        </p:txBody>
      </p:sp>
      <p:sp>
        <p:nvSpPr>
          <p:cNvPr id="34" name="Pijl: vijfhoek 33">
            <a:extLst>
              <a:ext uri="{FF2B5EF4-FFF2-40B4-BE49-F238E27FC236}">
                <a16:creationId xmlns:a16="http://schemas.microsoft.com/office/drawing/2014/main" id="{55E896B4-0424-AADA-E499-F93E83D1694E}"/>
              </a:ext>
            </a:extLst>
          </p:cNvPr>
          <p:cNvSpPr/>
          <p:nvPr/>
        </p:nvSpPr>
        <p:spPr>
          <a:xfrm>
            <a:off x="2726436" y="2673408"/>
            <a:ext cx="1358391" cy="762000"/>
          </a:xfrm>
          <a:prstGeom prst="homePlate">
            <a:avLst>
              <a:gd name="adj" fmla="val 13333"/>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nl-NL"/>
              <a:t>Event</a:t>
            </a:r>
          </a:p>
        </p:txBody>
      </p:sp>
      <p:sp>
        <p:nvSpPr>
          <p:cNvPr id="35" name="Rechthoek: afgeronde hoeken 34">
            <a:extLst>
              <a:ext uri="{FF2B5EF4-FFF2-40B4-BE49-F238E27FC236}">
                <a16:creationId xmlns:a16="http://schemas.microsoft.com/office/drawing/2014/main" id="{46BE0B89-9F27-C602-6209-5AF01DC4434F}"/>
              </a:ext>
            </a:extLst>
          </p:cNvPr>
          <p:cNvSpPr/>
          <p:nvPr/>
        </p:nvSpPr>
        <p:spPr>
          <a:xfrm>
            <a:off x="4480290" y="2597208"/>
            <a:ext cx="914400" cy="914400"/>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nl-NL"/>
              <a:t>Event Bus</a:t>
            </a:r>
          </a:p>
        </p:txBody>
      </p:sp>
      <p:cxnSp>
        <p:nvCxnSpPr>
          <p:cNvPr id="36" name="Rechte verbindingslijn met pijl 35">
            <a:extLst>
              <a:ext uri="{FF2B5EF4-FFF2-40B4-BE49-F238E27FC236}">
                <a16:creationId xmlns:a16="http://schemas.microsoft.com/office/drawing/2014/main" id="{A2BE7C4E-A26E-810E-E67B-BB5D13A0E5EF}"/>
              </a:ext>
            </a:extLst>
          </p:cNvPr>
          <p:cNvCxnSpPr>
            <a:cxnSpLocks/>
            <a:stCxn id="34" idx="3"/>
            <a:endCxn id="35" idx="1"/>
          </p:cNvCxnSpPr>
          <p:nvPr/>
        </p:nvCxnSpPr>
        <p:spPr>
          <a:xfrm>
            <a:off x="4084827" y="3054408"/>
            <a:ext cx="39546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Rechte verbindingslijn met pijl 36">
            <a:extLst>
              <a:ext uri="{FF2B5EF4-FFF2-40B4-BE49-F238E27FC236}">
                <a16:creationId xmlns:a16="http://schemas.microsoft.com/office/drawing/2014/main" id="{A7C0F2EC-E335-1AE6-803C-26CF3C0F63E3}"/>
              </a:ext>
            </a:extLst>
          </p:cNvPr>
          <p:cNvCxnSpPr>
            <a:stCxn id="35" idx="3"/>
            <a:endCxn id="33" idx="2"/>
          </p:cNvCxnSpPr>
          <p:nvPr/>
        </p:nvCxnSpPr>
        <p:spPr>
          <a:xfrm>
            <a:off x="5394690" y="3054408"/>
            <a:ext cx="38558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8" name="Verbindingslijn: gebogen 37">
            <a:extLst>
              <a:ext uri="{FF2B5EF4-FFF2-40B4-BE49-F238E27FC236}">
                <a16:creationId xmlns:a16="http://schemas.microsoft.com/office/drawing/2014/main" id="{7821CDF2-0929-868C-957B-ED0E059AF224}"/>
              </a:ext>
            </a:extLst>
          </p:cNvPr>
          <p:cNvCxnSpPr>
            <a:cxnSpLocks/>
            <a:stCxn id="42" idx="0"/>
            <a:endCxn id="32" idx="2"/>
          </p:cNvCxnSpPr>
          <p:nvPr/>
        </p:nvCxnSpPr>
        <p:spPr>
          <a:xfrm flipV="1">
            <a:off x="4062626" y="5569634"/>
            <a:ext cx="1717653" cy="794"/>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pic>
        <p:nvPicPr>
          <p:cNvPr id="39" name="Graphic 38" descr="Ui Ux met effen opvulling">
            <a:extLst>
              <a:ext uri="{FF2B5EF4-FFF2-40B4-BE49-F238E27FC236}">
                <a16:creationId xmlns:a16="http://schemas.microsoft.com/office/drawing/2014/main" id="{9439ABA7-4E05-C8E1-CB8F-07522BEE0F6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1519" y="3419211"/>
            <a:ext cx="1922716" cy="1922716"/>
          </a:xfrm>
          <a:prstGeom prst="rect">
            <a:avLst/>
          </a:prstGeom>
        </p:spPr>
      </p:pic>
      <p:pic>
        <p:nvPicPr>
          <p:cNvPr id="40" name="Graphic 39" descr="Gebruiker met effen opvulling">
            <a:extLst>
              <a:ext uri="{FF2B5EF4-FFF2-40B4-BE49-F238E27FC236}">
                <a16:creationId xmlns:a16="http://schemas.microsoft.com/office/drawing/2014/main" id="{3C7CF1D2-B9C4-F547-2196-393F281DBC5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7664" y="4495992"/>
            <a:ext cx="914400" cy="914400"/>
          </a:xfrm>
          <a:prstGeom prst="rect">
            <a:avLst/>
          </a:prstGeom>
        </p:spPr>
      </p:pic>
      <p:cxnSp>
        <p:nvCxnSpPr>
          <p:cNvPr id="41" name="Verbindingslijn: gebogen 40">
            <a:extLst>
              <a:ext uri="{FF2B5EF4-FFF2-40B4-BE49-F238E27FC236}">
                <a16:creationId xmlns:a16="http://schemas.microsoft.com/office/drawing/2014/main" id="{C5E87468-41B3-EB32-9FCC-267435080E90}"/>
              </a:ext>
            </a:extLst>
          </p:cNvPr>
          <p:cNvCxnSpPr>
            <a:cxnSpLocks/>
            <a:endCxn id="34" idx="1"/>
          </p:cNvCxnSpPr>
          <p:nvPr/>
        </p:nvCxnSpPr>
        <p:spPr>
          <a:xfrm flipV="1">
            <a:off x="1748027" y="3054408"/>
            <a:ext cx="978409" cy="235850"/>
          </a:xfrm>
          <a:prstGeom prst="bentConnector3">
            <a:avLst>
              <a:gd name="adj1" fmla="val 675"/>
            </a:avLst>
          </a:prstGeom>
          <a:ln>
            <a:tailEnd type="triangle"/>
          </a:ln>
        </p:spPr>
        <p:style>
          <a:lnRef idx="2">
            <a:schemeClr val="accent1"/>
          </a:lnRef>
          <a:fillRef idx="0">
            <a:schemeClr val="accent1"/>
          </a:fillRef>
          <a:effectRef idx="1">
            <a:schemeClr val="accent1"/>
          </a:effectRef>
          <a:fontRef idx="minor">
            <a:schemeClr val="tx1"/>
          </a:fontRef>
        </p:style>
      </p:cxnSp>
      <p:sp>
        <p:nvSpPr>
          <p:cNvPr id="42" name="Zeshoek 41">
            <a:extLst>
              <a:ext uri="{FF2B5EF4-FFF2-40B4-BE49-F238E27FC236}">
                <a16:creationId xmlns:a16="http://schemas.microsoft.com/office/drawing/2014/main" id="{7C4FC147-0868-E4D2-2724-CB1793DFF9B2}"/>
              </a:ext>
            </a:extLst>
          </p:cNvPr>
          <p:cNvSpPr/>
          <p:nvPr/>
        </p:nvSpPr>
        <p:spPr>
          <a:xfrm>
            <a:off x="2704235" y="5113228"/>
            <a:ext cx="1358391" cy="914400"/>
          </a:xfrm>
          <a:prstGeom prst="hexagon">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nl-NL"/>
              <a:t>Query</a:t>
            </a:r>
          </a:p>
        </p:txBody>
      </p:sp>
      <p:cxnSp>
        <p:nvCxnSpPr>
          <p:cNvPr id="43" name="Rechte verbindingslijn met pijl 42">
            <a:extLst>
              <a:ext uri="{FF2B5EF4-FFF2-40B4-BE49-F238E27FC236}">
                <a16:creationId xmlns:a16="http://schemas.microsoft.com/office/drawing/2014/main" id="{A9336F1F-C319-7A0D-A510-A470BC918453}"/>
              </a:ext>
            </a:extLst>
          </p:cNvPr>
          <p:cNvCxnSpPr>
            <a:stCxn id="35" idx="3"/>
            <a:endCxn id="32" idx="1"/>
          </p:cNvCxnSpPr>
          <p:nvPr/>
        </p:nvCxnSpPr>
        <p:spPr>
          <a:xfrm>
            <a:off x="5394690" y="3054408"/>
            <a:ext cx="987076" cy="19593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Verbindingslijn: gebogen 43">
            <a:extLst>
              <a:ext uri="{FF2B5EF4-FFF2-40B4-BE49-F238E27FC236}">
                <a16:creationId xmlns:a16="http://schemas.microsoft.com/office/drawing/2014/main" id="{36A0883C-6E0C-B3CC-E9E2-29C346C73C0D}"/>
              </a:ext>
            </a:extLst>
          </p:cNvPr>
          <p:cNvCxnSpPr>
            <a:cxnSpLocks/>
            <a:endCxn id="42" idx="3"/>
          </p:cNvCxnSpPr>
          <p:nvPr/>
        </p:nvCxnSpPr>
        <p:spPr>
          <a:xfrm>
            <a:off x="1748027" y="5212974"/>
            <a:ext cx="956208" cy="357454"/>
          </a:xfrm>
          <a:prstGeom prst="bentConnector3">
            <a:avLst>
              <a:gd name="adj1" fmla="val 960"/>
            </a:avLst>
          </a:prstGeom>
          <a:ln>
            <a:tailEnd type="triangle"/>
          </a:ln>
        </p:spPr>
        <p:style>
          <a:lnRef idx="2">
            <a:schemeClr val="accent1"/>
          </a:lnRef>
          <a:fillRef idx="0">
            <a:schemeClr val="accent1"/>
          </a:fillRef>
          <a:effectRef idx="1">
            <a:schemeClr val="accent1"/>
          </a:effectRef>
          <a:fontRef idx="minor">
            <a:schemeClr val="tx1"/>
          </a:fontRef>
        </p:style>
      </p:cxnSp>
      <p:sp>
        <p:nvSpPr>
          <p:cNvPr id="47" name="Tekstvak 46">
            <a:extLst>
              <a:ext uri="{FF2B5EF4-FFF2-40B4-BE49-F238E27FC236}">
                <a16:creationId xmlns:a16="http://schemas.microsoft.com/office/drawing/2014/main" id="{21AB2F66-61B8-A47B-6166-7C5A65B388F0}"/>
              </a:ext>
            </a:extLst>
          </p:cNvPr>
          <p:cNvSpPr txBox="1"/>
          <p:nvPr/>
        </p:nvSpPr>
        <p:spPr>
          <a:xfrm>
            <a:off x="8719466" y="4058313"/>
            <a:ext cx="2427134" cy="523220"/>
          </a:xfrm>
          <a:prstGeom prst="rect">
            <a:avLst/>
          </a:prstGeom>
          <a:noFill/>
        </p:spPr>
        <p:txBody>
          <a:bodyPr wrap="square">
            <a:spAutoFit/>
          </a:bodyPr>
          <a:lstStyle/>
          <a:p>
            <a:r>
              <a:rPr lang="nl-NL" sz="2800">
                <a:solidFill>
                  <a:srgbClr val="0070C0"/>
                </a:solidFill>
              </a:rPr>
              <a:t>Provenance</a:t>
            </a:r>
            <a:endParaRPr lang="nl-NL" sz="2800"/>
          </a:p>
        </p:txBody>
      </p:sp>
      <p:cxnSp>
        <p:nvCxnSpPr>
          <p:cNvPr id="49" name="Rechte verbindingslijn 48">
            <a:extLst>
              <a:ext uri="{FF2B5EF4-FFF2-40B4-BE49-F238E27FC236}">
                <a16:creationId xmlns:a16="http://schemas.microsoft.com/office/drawing/2014/main" id="{4DE012C7-0017-0080-E422-102C7BF61AEC}"/>
              </a:ext>
            </a:extLst>
          </p:cNvPr>
          <p:cNvCxnSpPr>
            <a:cxnSpLocks/>
          </p:cNvCxnSpPr>
          <p:nvPr/>
        </p:nvCxnSpPr>
        <p:spPr>
          <a:xfrm flipV="1">
            <a:off x="10819893" y="4358361"/>
            <a:ext cx="1192087" cy="2337"/>
          </a:xfrm>
          <a:prstGeom prst="line">
            <a:avLst/>
          </a:prstGeom>
        </p:spPr>
        <p:style>
          <a:lnRef idx="2">
            <a:schemeClr val="dk1"/>
          </a:lnRef>
          <a:fillRef idx="0">
            <a:schemeClr val="dk1"/>
          </a:fillRef>
          <a:effectRef idx="1">
            <a:schemeClr val="dk1"/>
          </a:effectRef>
          <a:fontRef idx="minor">
            <a:schemeClr val="tx1"/>
          </a:fontRef>
        </p:style>
      </p:cxnSp>
      <p:sp>
        <p:nvSpPr>
          <p:cNvPr id="5" name="Tekstvak 4">
            <a:extLst>
              <a:ext uri="{FF2B5EF4-FFF2-40B4-BE49-F238E27FC236}">
                <a16:creationId xmlns:a16="http://schemas.microsoft.com/office/drawing/2014/main" id="{B03E206B-1F87-F59F-64D9-34330F6CE0F7}"/>
              </a:ext>
            </a:extLst>
          </p:cNvPr>
          <p:cNvSpPr txBox="1"/>
          <p:nvPr/>
        </p:nvSpPr>
        <p:spPr>
          <a:xfrm>
            <a:off x="2409913" y="6214166"/>
            <a:ext cx="8736687" cy="369332"/>
          </a:xfrm>
          <a:prstGeom prst="rect">
            <a:avLst/>
          </a:prstGeom>
          <a:noFill/>
        </p:spPr>
        <p:txBody>
          <a:bodyPr wrap="none" rtlCol="0">
            <a:spAutoFit/>
          </a:bodyPr>
          <a:lstStyle/>
          <a:p>
            <a:r>
              <a:rPr lang="nl-NL"/>
              <a:t>Data gedrevenheid vraagt om een grote flexibiliteit die </a:t>
            </a:r>
            <a:r>
              <a:rPr lang="nl-NL" err="1"/>
              <a:t>graph</a:t>
            </a:r>
            <a:r>
              <a:rPr lang="nl-NL"/>
              <a:t> databases kunnen leveren</a:t>
            </a:r>
          </a:p>
        </p:txBody>
      </p:sp>
    </p:spTree>
    <p:extLst>
      <p:ext uri="{BB962C8B-B14F-4D97-AF65-F5344CB8AC3E}">
        <p14:creationId xmlns:p14="http://schemas.microsoft.com/office/powerpoint/2010/main" val="397420763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D7F75-CAFA-270C-E172-71D7234E9707}"/>
            </a:ext>
          </a:extLst>
        </p:cNvPr>
        <p:cNvGrpSpPr/>
        <p:nvPr/>
      </p:nvGrpSpPr>
      <p:grpSpPr>
        <a:xfrm>
          <a:off x="0" y="0"/>
          <a:ext cx="0" cy="0"/>
          <a:chOff x="0" y="0"/>
          <a:chExt cx="0" cy="0"/>
        </a:xfrm>
      </p:grpSpPr>
      <p:sp>
        <p:nvSpPr>
          <p:cNvPr id="31" name="Rechthoek: afgeronde hoeken 30">
            <a:extLst>
              <a:ext uri="{FF2B5EF4-FFF2-40B4-BE49-F238E27FC236}">
                <a16:creationId xmlns:a16="http://schemas.microsoft.com/office/drawing/2014/main" id="{450B0400-EC42-9604-E9CA-9A917E82CD71}"/>
              </a:ext>
            </a:extLst>
          </p:cNvPr>
          <p:cNvSpPr/>
          <p:nvPr/>
        </p:nvSpPr>
        <p:spPr>
          <a:xfrm>
            <a:off x="2232914" y="602826"/>
            <a:ext cx="7631176" cy="5963777"/>
          </a:xfrm>
          <a:prstGeom prst="roundRect">
            <a:avLst>
              <a:gd name="adj" fmla="val 7310"/>
            </a:avLst>
          </a:prstGeom>
          <a:noFill/>
          <a:ln w="38100">
            <a:solidFill>
              <a:schemeClr val="accent2">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nl-NL" sz="2000" b="1">
                <a:solidFill>
                  <a:schemeClr val="tx1"/>
                </a:solidFill>
              </a:rPr>
              <a:t>Provenance Store</a:t>
            </a:r>
          </a:p>
        </p:txBody>
      </p:sp>
      <p:cxnSp>
        <p:nvCxnSpPr>
          <p:cNvPr id="19" name="Rechte verbindingslijn met pijl 18">
            <a:extLst>
              <a:ext uri="{FF2B5EF4-FFF2-40B4-BE49-F238E27FC236}">
                <a16:creationId xmlns:a16="http://schemas.microsoft.com/office/drawing/2014/main" id="{39431567-35A0-FE4E-FFD9-048C53155EC6}"/>
              </a:ext>
            </a:extLst>
          </p:cNvPr>
          <p:cNvCxnSpPr>
            <a:cxnSpLocks/>
            <a:stCxn id="38" idx="3"/>
            <a:endCxn id="8" idx="0"/>
          </p:cNvCxnSpPr>
          <p:nvPr/>
        </p:nvCxnSpPr>
        <p:spPr>
          <a:xfrm flipH="1">
            <a:off x="3730806" y="2963220"/>
            <a:ext cx="1" cy="1073593"/>
          </a:xfrm>
          <a:prstGeom prst="straightConnector1">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8" name="Stroomdiagram: Magnetische schijf 37">
            <a:extLst>
              <a:ext uri="{FF2B5EF4-FFF2-40B4-BE49-F238E27FC236}">
                <a16:creationId xmlns:a16="http://schemas.microsoft.com/office/drawing/2014/main" id="{7FE59464-2365-4F9F-920F-843D0152A1F6}"/>
              </a:ext>
            </a:extLst>
          </p:cNvPr>
          <p:cNvSpPr/>
          <p:nvPr/>
        </p:nvSpPr>
        <p:spPr>
          <a:xfrm>
            <a:off x="2526642" y="766120"/>
            <a:ext cx="2408329" cy="2197100"/>
          </a:xfrm>
          <a:prstGeom prst="flowChartMagneticDisk">
            <a:avLst/>
          </a:prstGeom>
        </p:spPr>
        <p:style>
          <a:lnRef idx="3">
            <a:schemeClr val="lt1"/>
          </a:lnRef>
          <a:fillRef idx="1">
            <a:schemeClr val="accent5"/>
          </a:fillRef>
          <a:effectRef idx="1">
            <a:schemeClr val="accent5"/>
          </a:effectRef>
          <a:fontRef idx="minor">
            <a:schemeClr val="lt1"/>
          </a:fontRef>
        </p:style>
        <p:txBody>
          <a:bodyPr rtlCol="0" anchor="t" anchorCtr="0"/>
          <a:lstStyle/>
          <a:p>
            <a:pPr algn="ctr"/>
            <a:r>
              <a:rPr lang="nl-NL"/>
              <a:t>Event store</a:t>
            </a:r>
          </a:p>
        </p:txBody>
      </p:sp>
      <p:grpSp>
        <p:nvGrpSpPr>
          <p:cNvPr id="48" name="Groep 47">
            <a:extLst>
              <a:ext uri="{FF2B5EF4-FFF2-40B4-BE49-F238E27FC236}">
                <a16:creationId xmlns:a16="http://schemas.microsoft.com/office/drawing/2014/main" id="{CF8BC00E-6F7A-F9EC-DE24-8D56F11E07D9}"/>
              </a:ext>
            </a:extLst>
          </p:cNvPr>
          <p:cNvGrpSpPr/>
          <p:nvPr/>
        </p:nvGrpSpPr>
        <p:grpSpPr>
          <a:xfrm>
            <a:off x="2972733" y="1864669"/>
            <a:ext cx="1516147" cy="927259"/>
            <a:chOff x="9015661" y="4385568"/>
            <a:chExt cx="1516147" cy="927259"/>
          </a:xfrm>
        </p:grpSpPr>
        <p:sp>
          <p:nvSpPr>
            <p:cNvPr id="44" name="Pijl: vijfhoek 43">
              <a:extLst>
                <a:ext uri="{FF2B5EF4-FFF2-40B4-BE49-F238E27FC236}">
                  <a16:creationId xmlns:a16="http://schemas.microsoft.com/office/drawing/2014/main" id="{EE81555A-9EA2-21E9-30F5-81001DF40C5A}"/>
                </a:ext>
              </a:extLst>
            </p:cNvPr>
            <p:cNvSpPr/>
            <p:nvPr/>
          </p:nvSpPr>
          <p:spPr>
            <a:xfrm>
              <a:off x="9015661" y="4385568"/>
              <a:ext cx="1211347" cy="622459"/>
            </a:xfrm>
            <a:prstGeom prst="homePlate">
              <a:avLst>
                <a:gd name="adj" fmla="val 23494"/>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nl-NL"/>
                <a:t>Event</a:t>
              </a:r>
            </a:p>
          </p:txBody>
        </p:sp>
        <p:sp>
          <p:nvSpPr>
            <p:cNvPr id="45" name="Pijl: vijfhoek 44">
              <a:extLst>
                <a:ext uri="{FF2B5EF4-FFF2-40B4-BE49-F238E27FC236}">
                  <a16:creationId xmlns:a16="http://schemas.microsoft.com/office/drawing/2014/main" id="{060F8207-54D1-21E2-6A87-4ACFBCABFAFE}"/>
                </a:ext>
              </a:extLst>
            </p:cNvPr>
            <p:cNvSpPr/>
            <p:nvPr/>
          </p:nvSpPr>
          <p:spPr>
            <a:xfrm>
              <a:off x="9168061" y="4537968"/>
              <a:ext cx="1211347" cy="622459"/>
            </a:xfrm>
            <a:prstGeom prst="homePlate">
              <a:avLst>
                <a:gd name="adj" fmla="val 23494"/>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nl-NL"/>
                <a:t>Event</a:t>
              </a:r>
            </a:p>
          </p:txBody>
        </p:sp>
        <p:sp>
          <p:nvSpPr>
            <p:cNvPr id="46" name="Pijl: vijfhoek 45">
              <a:extLst>
                <a:ext uri="{FF2B5EF4-FFF2-40B4-BE49-F238E27FC236}">
                  <a16:creationId xmlns:a16="http://schemas.microsoft.com/office/drawing/2014/main" id="{9A314AED-4A74-ECC0-6E0E-275DB47A51D7}"/>
                </a:ext>
              </a:extLst>
            </p:cNvPr>
            <p:cNvSpPr/>
            <p:nvPr/>
          </p:nvSpPr>
          <p:spPr>
            <a:xfrm>
              <a:off x="9320461" y="4690368"/>
              <a:ext cx="1211347" cy="622459"/>
            </a:xfrm>
            <a:prstGeom prst="homePlate">
              <a:avLst>
                <a:gd name="adj" fmla="val 23494"/>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nl-NL"/>
                <a:t>Event</a:t>
              </a:r>
            </a:p>
          </p:txBody>
        </p:sp>
      </p:grpSp>
      <p:sp>
        <p:nvSpPr>
          <p:cNvPr id="7" name="Stroomdiagram: Magnetische schijf 6">
            <a:extLst>
              <a:ext uri="{FF2B5EF4-FFF2-40B4-BE49-F238E27FC236}">
                <a16:creationId xmlns:a16="http://schemas.microsoft.com/office/drawing/2014/main" id="{9CD3BEF4-A5A8-2C44-1783-F0C746DBD426}"/>
              </a:ext>
            </a:extLst>
          </p:cNvPr>
          <p:cNvSpPr/>
          <p:nvPr/>
        </p:nvSpPr>
        <p:spPr>
          <a:xfrm>
            <a:off x="7103022" y="766120"/>
            <a:ext cx="2408329" cy="2197100"/>
          </a:xfrm>
          <a:prstGeom prst="flowChartMagneticDisk">
            <a:avLst/>
          </a:prstGeom>
        </p:spPr>
        <p:style>
          <a:lnRef idx="3">
            <a:schemeClr val="lt1"/>
          </a:lnRef>
          <a:fillRef idx="1">
            <a:schemeClr val="accent5"/>
          </a:fillRef>
          <a:effectRef idx="1">
            <a:schemeClr val="accent5"/>
          </a:effectRef>
          <a:fontRef idx="minor">
            <a:schemeClr val="lt1"/>
          </a:fontRef>
        </p:style>
        <p:txBody>
          <a:bodyPr rtlCol="0" anchor="t" anchorCtr="0"/>
          <a:lstStyle/>
          <a:p>
            <a:pPr algn="ctr"/>
            <a:r>
              <a:rPr lang="nl-NL"/>
              <a:t>Provenance store</a:t>
            </a:r>
          </a:p>
        </p:txBody>
      </p:sp>
      <p:pic>
        <p:nvPicPr>
          <p:cNvPr id="9" name="Graphic 8" descr="Verbindingen met effen opvulling">
            <a:extLst>
              <a:ext uri="{FF2B5EF4-FFF2-40B4-BE49-F238E27FC236}">
                <a16:creationId xmlns:a16="http://schemas.microsoft.com/office/drawing/2014/main" id="{E543A630-D5F7-3D3F-28EC-2B8158DCEC6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12327" y="1737420"/>
            <a:ext cx="1486557" cy="1486557"/>
          </a:xfrm>
          <a:prstGeom prst="rect">
            <a:avLst/>
          </a:prstGeom>
        </p:spPr>
      </p:pic>
      <p:sp>
        <p:nvSpPr>
          <p:cNvPr id="10" name="Tekstvak 9">
            <a:extLst>
              <a:ext uri="{FF2B5EF4-FFF2-40B4-BE49-F238E27FC236}">
                <a16:creationId xmlns:a16="http://schemas.microsoft.com/office/drawing/2014/main" id="{509733F0-39FA-AA15-AFB0-997EC3737A25}"/>
              </a:ext>
            </a:extLst>
          </p:cNvPr>
          <p:cNvSpPr txBox="1"/>
          <p:nvPr/>
        </p:nvSpPr>
        <p:spPr>
          <a:xfrm>
            <a:off x="3730806" y="2930845"/>
            <a:ext cx="3965069" cy="369332"/>
          </a:xfrm>
          <a:prstGeom prst="rect">
            <a:avLst/>
          </a:prstGeom>
          <a:noFill/>
        </p:spPr>
        <p:txBody>
          <a:bodyPr wrap="square" rtlCol="0">
            <a:spAutoFit/>
          </a:bodyPr>
          <a:lstStyle/>
          <a:p>
            <a:r>
              <a:rPr lang="nl-NL" b="1">
                <a:solidFill>
                  <a:schemeClr val="accent3">
                    <a:lumMod val="75000"/>
                  </a:schemeClr>
                </a:solidFill>
              </a:rPr>
              <a:t>Eventstore</a:t>
            </a:r>
          </a:p>
        </p:txBody>
      </p:sp>
      <p:sp>
        <p:nvSpPr>
          <p:cNvPr id="11" name="Tekstvak 10">
            <a:extLst>
              <a:ext uri="{FF2B5EF4-FFF2-40B4-BE49-F238E27FC236}">
                <a16:creationId xmlns:a16="http://schemas.microsoft.com/office/drawing/2014/main" id="{8D5F353A-C765-4369-BAD9-BA55EB64DE5F}"/>
              </a:ext>
            </a:extLst>
          </p:cNvPr>
          <p:cNvSpPr txBox="1"/>
          <p:nvPr/>
        </p:nvSpPr>
        <p:spPr>
          <a:xfrm>
            <a:off x="7403444" y="2933038"/>
            <a:ext cx="2716777" cy="369332"/>
          </a:xfrm>
          <a:prstGeom prst="rect">
            <a:avLst/>
          </a:prstGeom>
          <a:noFill/>
        </p:spPr>
        <p:txBody>
          <a:bodyPr wrap="square" rtlCol="0">
            <a:spAutoFit/>
          </a:bodyPr>
          <a:lstStyle/>
          <a:p>
            <a:r>
              <a:rPr lang="nl-NL" b="1" err="1">
                <a:solidFill>
                  <a:schemeClr val="accent3">
                    <a:lumMod val="75000"/>
                  </a:schemeClr>
                </a:solidFill>
              </a:rPr>
              <a:t>Graph</a:t>
            </a:r>
            <a:r>
              <a:rPr lang="nl-NL" b="1">
                <a:solidFill>
                  <a:schemeClr val="accent3">
                    <a:lumMod val="75000"/>
                  </a:schemeClr>
                </a:solidFill>
              </a:rPr>
              <a:t> database</a:t>
            </a:r>
          </a:p>
        </p:txBody>
      </p:sp>
      <p:sp>
        <p:nvSpPr>
          <p:cNvPr id="13" name="Tekstvak 12">
            <a:extLst>
              <a:ext uri="{FF2B5EF4-FFF2-40B4-BE49-F238E27FC236}">
                <a16:creationId xmlns:a16="http://schemas.microsoft.com/office/drawing/2014/main" id="{72BE7AE6-D73A-7134-ACA2-4A00255319E2}"/>
              </a:ext>
            </a:extLst>
          </p:cNvPr>
          <p:cNvSpPr txBox="1"/>
          <p:nvPr/>
        </p:nvSpPr>
        <p:spPr>
          <a:xfrm>
            <a:off x="5510962" y="766120"/>
            <a:ext cx="1130438" cy="2215991"/>
          </a:xfrm>
          <a:prstGeom prst="rect">
            <a:avLst/>
          </a:prstGeom>
          <a:noFill/>
        </p:spPr>
        <p:txBody>
          <a:bodyPr wrap="none" rtlCol="0">
            <a:spAutoFit/>
          </a:bodyPr>
          <a:lstStyle/>
          <a:p>
            <a:r>
              <a:rPr lang="nl-NL" sz="13800"/>
              <a:t>+</a:t>
            </a:r>
            <a:endParaRPr lang="nl-NL"/>
          </a:p>
        </p:txBody>
      </p:sp>
      <p:pic>
        <p:nvPicPr>
          <p:cNvPr id="1026" name="Picture 2" descr="Guardtime">
            <a:extLst>
              <a:ext uri="{FF2B5EF4-FFF2-40B4-BE49-F238E27FC236}">
                <a16:creationId xmlns:a16="http://schemas.microsoft.com/office/drawing/2014/main" id="{DD6AD64A-21FE-062C-4A82-29123293E596}"/>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0419" t="34149" r="8369" b="31364"/>
          <a:stretch>
            <a:fillRect/>
          </a:stretch>
        </p:blipFill>
        <p:spPr bwMode="auto">
          <a:xfrm>
            <a:off x="4507951" y="4425552"/>
            <a:ext cx="2134456" cy="475866"/>
          </a:xfrm>
          <a:prstGeom prst="rect">
            <a:avLst/>
          </a:prstGeom>
          <a:noFill/>
          <a:extLst>
            <a:ext uri="{909E8E84-426E-40DD-AFC4-6F175D3DCCD1}">
              <a14:hiddenFill xmlns:a14="http://schemas.microsoft.com/office/drawing/2010/main">
                <a:solidFill>
                  <a:srgbClr val="FFFFFF"/>
                </a:solidFill>
              </a14:hiddenFill>
            </a:ext>
          </a:extLst>
        </p:spPr>
      </p:pic>
      <p:pic>
        <p:nvPicPr>
          <p:cNvPr id="8" name="Afbeelding 7">
            <a:extLst>
              <a:ext uri="{FF2B5EF4-FFF2-40B4-BE49-F238E27FC236}">
                <a16:creationId xmlns:a16="http://schemas.microsoft.com/office/drawing/2014/main" id="{F1A77DF4-1A03-4B8C-FDDB-A2B26409C06D}"/>
              </a:ext>
            </a:extLst>
          </p:cNvPr>
          <p:cNvPicPr>
            <a:picLocks noChangeAspect="1"/>
          </p:cNvPicPr>
          <p:nvPr/>
        </p:nvPicPr>
        <p:blipFill>
          <a:blip r:embed="rId5"/>
          <a:stretch>
            <a:fillRect/>
          </a:stretch>
        </p:blipFill>
        <p:spPr>
          <a:xfrm>
            <a:off x="3080968" y="4036813"/>
            <a:ext cx="1299676" cy="1486557"/>
          </a:xfrm>
          <a:prstGeom prst="rect">
            <a:avLst/>
          </a:prstGeom>
        </p:spPr>
      </p:pic>
      <p:sp>
        <p:nvSpPr>
          <p:cNvPr id="18" name="Tekstvak 17">
            <a:extLst>
              <a:ext uri="{FF2B5EF4-FFF2-40B4-BE49-F238E27FC236}">
                <a16:creationId xmlns:a16="http://schemas.microsoft.com/office/drawing/2014/main" id="{1A877AC3-1567-35ED-0C11-99F92006250F}"/>
              </a:ext>
            </a:extLst>
          </p:cNvPr>
          <p:cNvSpPr txBox="1"/>
          <p:nvPr/>
        </p:nvSpPr>
        <p:spPr>
          <a:xfrm>
            <a:off x="4529109" y="4780091"/>
            <a:ext cx="1417376" cy="369332"/>
          </a:xfrm>
          <a:prstGeom prst="rect">
            <a:avLst/>
          </a:prstGeom>
          <a:noFill/>
        </p:spPr>
        <p:txBody>
          <a:bodyPr wrap="none" rtlCol="0">
            <a:spAutoFit/>
          </a:bodyPr>
          <a:lstStyle/>
          <a:p>
            <a:r>
              <a:rPr lang="nl-NL">
                <a:latin typeface="Verdana" panose="020B0604030504040204" pitchFamily="34" charset="0"/>
                <a:ea typeface="Verdana" panose="020B0604030504040204" pitchFamily="34" charset="0"/>
                <a:cs typeface="Times New Roman" panose="02020603050405020304" pitchFamily="18" charset="0"/>
              </a:rPr>
              <a:t>Blockchain</a:t>
            </a:r>
          </a:p>
        </p:txBody>
      </p:sp>
      <p:sp>
        <p:nvSpPr>
          <p:cNvPr id="4" name="Tekstvak 3">
            <a:extLst>
              <a:ext uri="{FF2B5EF4-FFF2-40B4-BE49-F238E27FC236}">
                <a16:creationId xmlns:a16="http://schemas.microsoft.com/office/drawing/2014/main" id="{84995B82-10C1-3FD6-DE71-281354F95A0E}"/>
              </a:ext>
            </a:extLst>
          </p:cNvPr>
          <p:cNvSpPr txBox="1"/>
          <p:nvPr/>
        </p:nvSpPr>
        <p:spPr>
          <a:xfrm>
            <a:off x="2871339" y="5503962"/>
            <a:ext cx="2973752" cy="923330"/>
          </a:xfrm>
          <a:prstGeom prst="rect">
            <a:avLst/>
          </a:prstGeom>
          <a:noFill/>
        </p:spPr>
        <p:txBody>
          <a:bodyPr wrap="square" rtlCol="0">
            <a:spAutoFit/>
          </a:bodyPr>
          <a:lstStyle/>
          <a:p>
            <a:r>
              <a:rPr lang="nl-NL" b="1" err="1">
                <a:solidFill>
                  <a:schemeClr val="accent3">
                    <a:lumMod val="75000"/>
                  </a:schemeClr>
                </a:solidFill>
              </a:rPr>
              <a:t>Keyless</a:t>
            </a:r>
            <a:r>
              <a:rPr lang="nl-NL" b="1">
                <a:solidFill>
                  <a:schemeClr val="accent3">
                    <a:lumMod val="75000"/>
                  </a:schemeClr>
                </a:solidFill>
              </a:rPr>
              <a:t> </a:t>
            </a:r>
            <a:r>
              <a:rPr lang="nl-NL" b="1" err="1">
                <a:solidFill>
                  <a:schemeClr val="accent3">
                    <a:lumMod val="75000"/>
                  </a:schemeClr>
                </a:solidFill>
              </a:rPr>
              <a:t>Signature</a:t>
            </a:r>
            <a:r>
              <a:rPr lang="nl-NL" b="1">
                <a:solidFill>
                  <a:schemeClr val="accent3">
                    <a:lumMod val="75000"/>
                  </a:schemeClr>
                </a:solidFill>
              </a:rPr>
              <a:t> Infrastructuur (KSI) Blockchain</a:t>
            </a:r>
          </a:p>
        </p:txBody>
      </p:sp>
      <p:sp>
        <p:nvSpPr>
          <p:cNvPr id="20" name="Rechthoek: afgeronde hoeken 19">
            <a:extLst>
              <a:ext uri="{FF2B5EF4-FFF2-40B4-BE49-F238E27FC236}">
                <a16:creationId xmlns:a16="http://schemas.microsoft.com/office/drawing/2014/main" id="{0B0583D0-90DF-A90A-6534-3D978E60DF12}"/>
              </a:ext>
            </a:extLst>
          </p:cNvPr>
          <p:cNvSpPr/>
          <p:nvPr/>
        </p:nvSpPr>
        <p:spPr>
          <a:xfrm>
            <a:off x="241014" y="1404647"/>
            <a:ext cx="1735769" cy="914400"/>
          </a:xfrm>
          <a:prstGeom prst="roundRect">
            <a:avLst/>
          </a:prstGeom>
          <a:solidFill>
            <a:schemeClr val="bg2"/>
          </a:solidFill>
        </p:spPr>
        <p:style>
          <a:lnRef idx="3">
            <a:schemeClr val="lt1"/>
          </a:lnRef>
          <a:fillRef idx="1">
            <a:schemeClr val="accent3"/>
          </a:fillRef>
          <a:effectRef idx="1">
            <a:schemeClr val="accent3"/>
          </a:effectRef>
          <a:fontRef idx="minor">
            <a:schemeClr val="lt1"/>
          </a:fontRef>
        </p:style>
        <p:txBody>
          <a:bodyPr rtlCol="0" anchor="ctr"/>
          <a:lstStyle/>
          <a:p>
            <a:pPr algn="ctr"/>
            <a:r>
              <a:rPr lang="nl-NL">
                <a:solidFill>
                  <a:schemeClr val="tx1"/>
                </a:solidFill>
              </a:rPr>
              <a:t>Proces</a:t>
            </a:r>
          </a:p>
        </p:txBody>
      </p:sp>
      <p:sp>
        <p:nvSpPr>
          <p:cNvPr id="21" name="Rechthoek: afgeronde hoeken 20">
            <a:extLst>
              <a:ext uri="{FF2B5EF4-FFF2-40B4-BE49-F238E27FC236}">
                <a16:creationId xmlns:a16="http://schemas.microsoft.com/office/drawing/2014/main" id="{1FD43377-AB49-7F97-E38A-8D6ADA87A382}"/>
              </a:ext>
            </a:extLst>
          </p:cNvPr>
          <p:cNvSpPr/>
          <p:nvPr/>
        </p:nvSpPr>
        <p:spPr>
          <a:xfrm>
            <a:off x="10087273" y="1404647"/>
            <a:ext cx="1735769" cy="914400"/>
          </a:xfrm>
          <a:prstGeom prst="roundRect">
            <a:avLst/>
          </a:prstGeom>
          <a:solidFill>
            <a:schemeClr val="bg2"/>
          </a:solidFill>
        </p:spPr>
        <p:style>
          <a:lnRef idx="3">
            <a:schemeClr val="lt1"/>
          </a:lnRef>
          <a:fillRef idx="1">
            <a:schemeClr val="accent3"/>
          </a:fillRef>
          <a:effectRef idx="1">
            <a:schemeClr val="accent3"/>
          </a:effectRef>
          <a:fontRef idx="minor">
            <a:schemeClr val="lt1"/>
          </a:fontRef>
        </p:style>
        <p:txBody>
          <a:bodyPr rtlCol="0" anchor="ctr"/>
          <a:lstStyle/>
          <a:p>
            <a:pPr algn="ctr"/>
            <a:r>
              <a:rPr lang="nl-NL">
                <a:solidFill>
                  <a:schemeClr val="tx1"/>
                </a:solidFill>
              </a:rPr>
              <a:t>Proces</a:t>
            </a:r>
          </a:p>
        </p:txBody>
      </p:sp>
      <p:cxnSp>
        <p:nvCxnSpPr>
          <p:cNvPr id="23" name="Rechte verbindingslijn met pijl 22">
            <a:extLst>
              <a:ext uri="{FF2B5EF4-FFF2-40B4-BE49-F238E27FC236}">
                <a16:creationId xmlns:a16="http://schemas.microsoft.com/office/drawing/2014/main" id="{9C1CA3D6-1C51-08D6-EC72-EAEBE548DD0E}"/>
              </a:ext>
            </a:extLst>
          </p:cNvPr>
          <p:cNvCxnSpPr>
            <a:cxnSpLocks/>
            <a:stCxn id="20" idx="3"/>
            <a:endCxn id="38" idx="2"/>
          </p:cNvCxnSpPr>
          <p:nvPr/>
        </p:nvCxnSpPr>
        <p:spPr>
          <a:xfrm>
            <a:off x="1976783" y="1861847"/>
            <a:ext cx="549859" cy="28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Rechte verbindingslijn met pijl 26">
            <a:extLst>
              <a:ext uri="{FF2B5EF4-FFF2-40B4-BE49-F238E27FC236}">
                <a16:creationId xmlns:a16="http://schemas.microsoft.com/office/drawing/2014/main" id="{EE1979E0-82BA-6FDA-90D6-A7BFCB14320A}"/>
              </a:ext>
            </a:extLst>
          </p:cNvPr>
          <p:cNvCxnSpPr>
            <a:cxnSpLocks/>
            <a:stCxn id="7" idx="4"/>
            <a:endCxn id="21" idx="1"/>
          </p:cNvCxnSpPr>
          <p:nvPr/>
        </p:nvCxnSpPr>
        <p:spPr>
          <a:xfrm flipV="1">
            <a:off x="9511351" y="1861847"/>
            <a:ext cx="575922" cy="28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2" name="Afbeelding 31">
            <a:extLst>
              <a:ext uri="{FF2B5EF4-FFF2-40B4-BE49-F238E27FC236}">
                <a16:creationId xmlns:a16="http://schemas.microsoft.com/office/drawing/2014/main" id="{06B76807-1B8A-0DB4-E8EE-CD4B26025910}"/>
              </a:ext>
            </a:extLst>
          </p:cNvPr>
          <p:cNvPicPr>
            <a:picLocks noChangeAspect="1"/>
          </p:cNvPicPr>
          <p:nvPr/>
        </p:nvPicPr>
        <p:blipFill>
          <a:blip r:embed="rId6"/>
          <a:stretch>
            <a:fillRect/>
          </a:stretch>
        </p:blipFill>
        <p:spPr>
          <a:xfrm>
            <a:off x="8307186" y="3164355"/>
            <a:ext cx="1047750" cy="523875"/>
          </a:xfrm>
          <a:prstGeom prst="rect">
            <a:avLst/>
          </a:prstGeom>
        </p:spPr>
      </p:pic>
      <p:pic>
        <p:nvPicPr>
          <p:cNvPr id="35" name="Afbeelding 34">
            <a:extLst>
              <a:ext uri="{FF2B5EF4-FFF2-40B4-BE49-F238E27FC236}">
                <a16:creationId xmlns:a16="http://schemas.microsoft.com/office/drawing/2014/main" id="{F0CE5E29-7E79-1475-77CA-3E6AEC083406}"/>
              </a:ext>
            </a:extLst>
          </p:cNvPr>
          <p:cNvPicPr>
            <a:picLocks noChangeAspect="1"/>
          </p:cNvPicPr>
          <p:nvPr/>
        </p:nvPicPr>
        <p:blipFill>
          <a:blip r:embed="rId7"/>
          <a:stretch>
            <a:fillRect/>
          </a:stretch>
        </p:blipFill>
        <p:spPr>
          <a:xfrm>
            <a:off x="2365421" y="3262994"/>
            <a:ext cx="739140" cy="739140"/>
          </a:xfrm>
          <a:prstGeom prst="rect">
            <a:avLst/>
          </a:prstGeom>
        </p:spPr>
      </p:pic>
      <p:pic>
        <p:nvPicPr>
          <p:cNvPr id="36" name="Afbeelding 35">
            <a:extLst>
              <a:ext uri="{FF2B5EF4-FFF2-40B4-BE49-F238E27FC236}">
                <a16:creationId xmlns:a16="http://schemas.microsoft.com/office/drawing/2014/main" id="{6B1D5836-59EF-1A37-9ED4-D28C06E270D1}"/>
              </a:ext>
            </a:extLst>
          </p:cNvPr>
          <p:cNvPicPr>
            <a:picLocks noChangeAspect="1"/>
          </p:cNvPicPr>
          <p:nvPr/>
        </p:nvPicPr>
        <p:blipFill>
          <a:blip r:embed="rId8"/>
          <a:stretch>
            <a:fillRect/>
          </a:stretch>
        </p:blipFill>
        <p:spPr>
          <a:xfrm>
            <a:off x="2230463" y="2561141"/>
            <a:ext cx="1463175" cy="975450"/>
          </a:xfrm>
          <a:prstGeom prst="rect">
            <a:avLst/>
          </a:prstGeom>
        </p:spPr>
      </p:pic>
    </p:spTree>
    <p:extLst>
      <p:ext uri="{BB962C8B-B14F-4D97-AF65-F5344CB8AC3E}">
        <p14:creationId xmlns:p14="http://schemas.microsoft.com/office/powerpoint/2010/main" val="3026917634"/>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2B757A69-7189-7E4D-B4EC-5650DDC2D57B}"/>
              </a:ext>
            </a:extLst>
          </p:cNvPr>
          <p:cNvSpPr>
            <a:spLocks noGrp="1"/>
          </p:cNvSpPr>
          <p:nvPr>
            <p:ph idx="1"/>
          </p:nvPr>
        </p:nvSpPr>
        <p:spPr>
          <a:xfrm>
            <a:off x="635000" y="2289485"/>
            <a:ext cx="6038850" cy="3931928"/>
          </a:xfrm>
        </p:spPr>
        <p:txBody>
          <a:bodyPr numCol="1">
            <a:normAutofit fontScale="92500" lnSpcReduction="10000"/>
          </a:bodyPr>
          <a:lstStyle/>
          <a:p>
            <a:pPr marL="0" indent="0">
              <a:buNone/>
            </a:pPr>
            <a:r>
              <a:rPr lang="nl-NL" b="1"/>
              <a:t>Huidige model:</a:t>
            </a:r>
          </a:p>
          <a:p>
            <a:pPr marL="0" indent="0">
              <a:buNone/>
            </a:pPr>
            <a:r>
              <a:rPr lang="nl-NL"/>
              <a:t>Events worden via een business </a:t>
            </a:r>
            <a:r>
              <a:rPr lang="nl-NL" err="1"/>
              <a:t>rule</a:t>
            </a:r>
            <a:r>
              <a:rPr lang="nl-NL"/>
              <a:t> engine vertaald in de </a:t>
            </a:r>
            <a:r>
              <a:rPr lang="nl-NL" err="1"/>
              <a:t>integratielaag</a:t>
            </a:r>
            <a:r>
              <a:rPr lang="nl-NL"/>
              <a:t> naar W3C </a:t>
            </a:r>
            <a:r>
              <a:rPr lang="nl-NL" err="1"/>
              <a:t>Provenance</a:t>
            </a:r>
            <a:r>
              <a:rPr lang="nl-NL"/>
              <a:t> </a:t>
            </a:r>
          </a:p>
          <a:p>
            <a:pPr marL="0" indent="0">
              <a:buNone/>
            </a:pPr>
            <a:endParaRPr lang="nl-NL"/>
          </a:p>
          <a:p>
            <a:pPr marL="0" indent="0">
              <a:buNone/>
            </a:pPr>
            <a:r>
              <a:rPr lang="nl-NL" b="1"/>
              <a:t>Gewenst model:</a:t>
            </a:r>
          </a:p>
          <a:p>
            <a:pPr marL="0" indent="0">
              <a:buNone/>
            </a:pPr>
            <a:r>
              <a:rPr lang="nl-NL"/>
              <a:t>Domeinen produceren hun eigen events</a:t>
            </a:r>
          </a:p>
          <a:p>
            <a:pPr marL="0" indent="0">
              <a:buNone/>
            </a:pPr>
            <a:r>
              <a:rPr lang="nl-NL"/>
              <a:t>Business logica verschuift naar de bron</a:t>
            </a:r>
          </a:p>
          <a:p>
            <a:pPr marL="0" indent="0">
              <a:buNone/>
            </a:pPr>
            <a:r>
              <a:rPr lang="nl-NL" err="1"/>
              <a:t>Integratielaag</a:t>
            </a:r>
            <a:r>
              <a:rPr lang="nl-NL"/>
              <a:t> wordt dom en absorbeert elke verandering</a:t>
            </a:r>
          </a:p>
          <a:p>
            <a:pPr marL="0" indent="0">
              <a:buNone/>
            </a:pPr>
            <a:endParaRPr lang="nl-NL"/>
          </a:p>
        </p:txBody>
      </p:sp>
      <p:sp>
        <p:nvSpPr>
          <p:cNvPr id="3" name="Titel 2">
            <a:extLst>
              <a:ext uri="{FF2B5EF4-FFF2-40B4-BE49-F238E27FC236}">
                <a16:creationId xmlns:a16="http://schemas.microsoft.com/office/drawing/2014/main" id="{93F3FA3D-759F-B1FC-23A6-8E51BB4164E9}"/>
              </a:ext>
            </a:extLst>
          </p:cNvPr>
          <p:cNvSpPr>
            <a:spLocks noGrp="1"/>
          </p:cNvSpPr>
          <p:nvPr>
            <p:ph type="title"/>
          </p:nvPr>
        </p:nvSpPr>
        <p:spPr/>
        <p:txBody>
          <a:bodyPr>
            <a:normAutofit fontScale="90000"/>
          </a:bodyPr>
          <a:lstStyle/>
          <a:p>
            <a:r>
              <a:rPr lang="nl-NL"/>
              <a:t>Schonere architectuur door logica in domeinen (</a:t>
            </a:r>
            <a:r>
              <a:rPr lang="nl-NL" err="1"/>
              <a:t>ipv</a:t>
            </a:r>
            <a:r>
              <a:rPr lang="nl-NL"/>
              <a:t> centraal)</a:t>
            </a:r>
          </a:p>
        </p:txBody>
      </p:sp>
      <p:sp>
        <p:nvSpPr>
          <p:cNvPr id="4" name="Tijdelijke aanduiding voor dianummer 3">
            <a:extLst>
              <a:ext uri="{FF2B5EF4-FFF2-40B4-BE49-F238E27FC236}">
                <a16:creationId xmlns:a16="http://schemas.microsoft.com/office/drawing/2014/main" id="{D9AAB6C3-7EC4-BD24-227E-9D81848D50EB}"/>
              </a:ext>
            </a:extLst>
          </p:cNvPr>
          <p:cNvSpPr>
            <a:spLocks noGrp="1"/>
          </p:cNvSpPr>
          <p:nvPr>
            <p:ph type="sldNum" sz="quarter" idx="12"/>
          </p:nvPr>
        </p:nvSpPr>
        <p:spPr/>
        <p:txBody>
          <a:bodyPr/>
          <a:lstStyle/>
          <a:p>
            <a:fld id="{10A0A6AF-03C5-477E-939A-E28F7E7F05EA}" type="slidenum">
              <a:rPr lang="nl-NL" smtClean="0"/>
              <a:pPr/>
              <a:t>24</a:t>
            </a:fld>
            <a:endParaRPr lang="nl-NL"/>
          </a:p>
        </p:txBody>
      </p:sp>
      <p:sp>
        <p:nvSpPr>
          <p:cNvPr id="5" name="Tijdelijke aanduiding voor voettekst 4">
            <a:extLst>
              <a:ext uri="{FF2B5EF4-FFF2-40B4-BE49-F238E27FC236}">
                <a16:creationId xmlns:a16="http://schemas.microsoft.com/office/drawing/2014/main" id="{B42AE261-26BC-422A-BAEB-6338E0153AA6}"/>
              </a:ext>
            </a:extLst>
          </p:cNvPr>
          <p:cNvSpPr>
            <a:spLocks noGrp="1"/>
          </p:cNvSpPr>
          <p:nvPr>
            <p:ph type="ftr" sz="quarter" idx="3"/>
          </p:nvPr>
        </p:nvSpPr>
        <p:spPr/>
        <p:txBody>
          <a:bodyPr/>
          <a:lstStyle/>
          <a:p>
            <a:fld id="{87D34612-DF11-4FD6-9B67-AF4303590F80}" type="datetime4">
              <a:rPr lang="nl-NL" smtClean="0"/>
              <a:pPr/>
              <a:t>25 september 2026</a:t>
            </a:fld>
            <a:r>
              <a:rPr lang="en-US"/>
              <a:t> | Voettekst</a:t>
            </a:r>
            <a:endParaRPr lang="nl-NL"/>
          </a:p>
        </p:txBody>
      </p:sp>
      <p:sp>
        <p:nvSpPr>
          <p:cNvPr id="8" name="Tijdelijke aanduiding voor inhoud 1">
            <a:extLst>
              <a:ext uri="{FF2B5EF4-FFF2-40B4-BE49-F238E27FC236}">
                <a16:creationId xmlns:a16="http://schemas.microsoft.com/office/drawing/2014/main" id="{0393D7A5-285E-BB9C-3D70-C1F733449E07}"/>
              </a:ext>
            </a:extLst>
          </p:cNvPr>
          <p:cNvSpPr txBox="1">
            <a:spLocks/>
          </p:cNvSpPr>
          <p:nvPr/>
        </p:nvSpPr>
        <p:spPr>
          <a:xfrm>
            <a:off x="7486650" y="2289485"/>
            <a:ext cx="4070350" cy="3931928"/>
          </a:xfrm>
          <a:prstGeom prst="rect">
            <a:avLst/>
          </a:prstGeom>
        </p:spPr>
        <p:txBody>
          <a:bodyPr vert="horz" lIns="91440" tIns="45720" rIns="91440" bIns="45720" numCol="1" spcCol="468000" rtlCol="0">
            <a:normAutofit/>
          </a:bodyPr>
          <a:lstStyle>
            <a:lvl1pPr marL="316800" indent="-316800" algn="l" defTabSz="914400" rtl="0" eaLnBrk="1" latinLnBrk="0" hangingPunct="1">
              <a:lnSpc>
                <a:spcPct val="90000"/>
              </a:lnSpc>
              <a:spcBef>
                <a:spcPts val="1200"/>
              </a:spcBef>
              <a:buClr>
                <a:schemeClr val="tx2"/>
              </a:buClr>
              <a:buSzPct val="80000"/>
              <a:buFont typeface="Verdana" panose="020B0604030504040204" pitchFamily="34" charset="0"/>
              <a:buChar char="›"/>
              <a:defRPr sz="2400" kern="1200">
                <a:solidFill>
                  <a:schemeClr val="tx1"/>
                </a:solidFill>
                <a:latin typeface="+mn-lt"/>
                <a:ea typeface="+mn-ea"/>
                <a:cs typeface="+mn-cs"/>
              </a:defRPr>
            </a:lvl1pPr>
            <a:lvl2pPr marL="630000" indent="-316800" algn="l" defTabSz="914400" rtl="0" eaLnBrk="1" latinLnBrk="0" hangingPunct="1">
              <a:lnSpc>
                <a:spcPct val="90000"/>
              </a:lnSpc>
              <a:spcBef>
                <a:spcPts val="1000"/>
              </a:spcBef>
              <a:buClr>
                <a:schemeClr val="tx2"/>
              </a:buClr>
              <a:buFont typeface="Verdana" panose="020B0604030504040204" pitchFamily="34" charset="0"/>
              <a:buChar char="–"/>
              <a:defRPr sz="2000" kern="1200">
                <a:solidFill>
                  <a:schemeClr val="tx1"/>
                </a:solidFill>
                <a:latin typeface="+mn-lt"/>
                <a:ea typeface="+mn-ea"/>
                <a:cs typeface="+mn-cs"/>
              </a:defRPr>
            </a:lvl2pPr>
            <a:lvl3pPr marL="946800" indent="-316800" algn="l" defTabSz="914400" rtl="0" eaLnBrk="1" latinLnBrk="0" hangingPunct="1">
              <a:lnSpc>
                <a:spcPct val="90000"/>
              </a:lnSpc>
              <a:spcBef>
                <a:spcPts val="800"/>
              </a:spcBef>
              <a:buClr>
                <a:schemeClr val="tx2"/>
              </a:buClr>
              <a:buFont typeface="Wingdings" panose="05000000000000000000" pitchFamily="2" charset="2"/>
              <a:buChar char="§"/>
              <a:defRPr sz="1800" kern="1200">
                <a:solidFill>
                  <a:schemeClr val="tx1"/>
                </a:solidFill>
                <a:latin typeface="+mn-lt"/>
                <a:ea typeface="+mn-ea"/>
                <a:cs typeface="+mn-cs"/>
              </a:defRPr>
            </a:lvl3pPr>
            <a:lvl4pPr marL="1260000" indent="-316800" algn="l" defTabSz="914400" rtl="0" eaLnBrk="1" latinLnBrk="0" hangingPunct="1">
              <a:lnSpc>
                <a:spcPct val="90000"/>
              </a:lnSpc>
              <a:spcBef>
                <a:spcPts val="600"/>
              </a:spcBef>
              <a:buClr>
                <a:schemeClr val="tx2"/>
              </a:buClr>
              <a:buFont typeface="Arial" panose="020B0604020202020204" pitchFamily="34" charset="0"/>
              <a:buChar char="•"/>
              <a:defRPr sz="1800" kern="1200">
                <a:solidFill>
                  <a:schemeClr val="tx1"/>
                </a:solidFill>
                <a:latin typeface="+mn-lt"/>
                <a:ea typeface="+mn-ea"/>
                <a:cs typeface="+mn-cs"/>
              </a:defRPr>
            </a:lvl4pPr>
            <a:lvl5pPr marL="1576800" indent="-316800" algn="l" defTabSz="914400" rtl="0" eaLnBrk="1" latinLnBrk="0" hangingPunct="1">
              <a:lnSpc>
                <a:spcPct val="90000"/>
              </a:lnSpc>
              <a:spcBef>
                <a:spcPts val="600"/>
              </a:spcBef>
              <a:buClr>
                <a:srgbClr val="017BC6"/>
              </a:buClr>
              <a:buFont typeface="Verdana" panose="020B0604030504040204" pitchFamily="34" charset="0"/>
              <a:buChar char="–"/>
              <a:defRPr sz="1600" kern="1200">
                <a:solidFill>
                  <a:schemeClr val="tx2"/>
                </a:solidFill>
                <a:latin typeface="+mn-lt"/>
                <a:ea typeface="+mn-ea"/>
                <a:cs typeface="+mn-cs"/>
              </a:defRPr>
            </a:lvl5pPr>
            <a:lvl6pPr marL="1890000" indent="-316800" algn="l" defTabSz="914400" rtl="0" eaLnBrk="1" latinLnBrk="0" hangingPunct="1">
              <a:lnSpc>
                <a:spcPct val="90000"/>
              </a:lnSpc>
              <a:spcBef>
                <a:spcPts val="600"/>
              </a:spcBef>
              <a:buFont typeface="Arial" panose="020B0604020202020204" pitchFamily="34" charset="0"/>
              <a:buChar char="•"/>
              <a:defRPr sz="1400" kern="1200">
                <a:solidFill>
                  <a:schemeClr val="tx1">
                    <a:lumMod val="50000"/>
                    <a:lumOff val="50000"/>
                  </a:schemeClr>
                </a:solidFill>
                <a:latin typeface="+mn-lt"/>
                <a:ea typeface="+mn-ea"/>
                <a:cs typeface="+mn-cs"/>
              </a:defRPr>
            </a:lvl6pPr>
            <a:lvl7pPr marL="72000" indent="-72000" algn="l" defTabSz="914400" rtl="0" eaLnBrk="1" latinLnBrk="0" hangingPunct="1">
              <a:lnSpc>
                <a:spcPct val="90000"/>
              </a:lnSpc>
              <a:spcBef>
                <a:spcPts val="600"/>
              </a:spcBef>
              <a:buSzPct val="25000"/>
              <a:buFont typeface="Verdana" panose="020B0604030504040204" pitchFamily="34" charset="0"/>
              <a:buChar char=" "/>
              <a:defRPr sz="1200" b="1" i="0" kern="1200">
                <a:solidFill>
                  <a:schemeClr val="tx2"/>
                </a:solidFill>
                <a:latin typeface="+mn-lt"/>
                <a:ea typeface="+mn-ea"/>
                <a:cs typeface="+mn-cs"/>
              </a:defRPr>
            </a:lvl7pPr>
            <a:lvl8pPr marL="72000" indent="-72000" algn="l" defTabSz="914400" rtl="0" eaLnBrk="1" latinLnBrk="0" hangingPunct="1">
              <a:lnSpc>
                <a:spcPct val="90000"/>
              </a:lnSpc>
              <a:spcBef>
                <a:spcPts val="600"/>
              </a:spcBef>
              <a:buSzPct val="25000"/>
              <a:buFont typeface="Verdana" panose="020B0604030504040204" pitchFamily="34" charset="0"/>
              <a:buChar char=" "/>
              <a:defRPr sz="1200" i="0" kern="1200">
                <a:solidFill>
                  <a:schemeClr val="tx1">
                    <a:lumMod val="65000"/>
                    <a:lumOff val="35000"/>
                  </a:schemeClr>
                </a:solidFill>
                <a:latin typeface="+mn-lt"/>
                <a:ea typeface="+mn-ea"/>
                <a:cs typeface="+mn-cs"/>
              </a:defRPr>
            </a:lvl8pPr>
            <a:lvl9pPr marL="216000" indent="-144000" algn="l" defTabSz="914400" rtl="0" eaLnBrk="1" latinLnBrk="0" hangingPunct="1">
              <a:lnSpc>
                <a:spcPct val="90000"/>
              </a:lnSpc>
              <a:spcBef>
                <a:spcPts val="600"/>
              </a:spcBef>
              <a:buClr>
                <a:schemeClr val="tx2"/>
              </a:buClr>
              <a:buFont typeface="Verdana" panose="020B0604030504040204" pitchFamily="34" charset="0"/>
              <a:buChar char="–"/>
              <a:defRPr sz="1200" i="0" kern="1200">
                <a:solidFill>
                  <a:schemeClr val="tx1">
                    <a:lumMod val="65000"/>
                    <a:lumOff val="35000"/>
                  </a:schemeClr>
                </a:solidFill>
                <a:latin typeface="+mn-lt"/>
                <a:ea typeface="+mn-ea"/>
                <a:cs typeface="+mn-cs"/>
              </a:defRPr>
            </a:lvl9pPr>
          </a:lstStyle>
          <a:p>
            <a:pPr marL="0" indent="0">
              <a:buFont typeface="Verdana" panose="020B0604030504040204" pitchFamily="34" charset="0"/>
              <a:buNone/>
            </a:pPr>
            <a:r>
              <a:rPr lang="nl-NL" b="1"/>
              <a:t>Impact:</a:t>
            </a:r>
          </a:p>
          <a:p>
            <a:pPr marL="0" indent="0">
              <a:buFont typeface="Verdana" panose="020B0604030504040204" pitchFamily="34" charset="0"/>
              <a:buNone/>
            </a:pPr>
            <a:r>
              <a:rPr lang="nl-NL" sz="2000"/>
              <a:t>Minder centrale complexiteit</a:t>
            </a:r>
          </a:p>
          <a:p>
            <a:pPr marL="0" indent="0">
              <a:buFont typeface="Verdana" panose="020B0604030504040204" pitchFamily="34" charset="0"/>
              <a:buNone/>
            </a:pPr>
            <a:r>
              <a:rPr lang="nl-NL" sz="2000"/>
              <a:t>Meer </a:t>
            </a:r>
            <a:r>
              <a:rPr lang="nl-NL" sz="2000" err="1"/>
              <a:t>governance</a:t>
            </a:r>
            <a:endParaRPr lang="nl-NL" sz="2000"/>
          </a:p>
          <a:p>
            <a:pPr marL="0" indent="0">
              <a:buFont typeface="Verdana" panose="020B0604030504040204" pitchFamily="34" charset="0"/>
              <a:buNone/>
            </a:pPr>
            <a:r>
              <a:rPr lang="nl-NL" sz="2000"/>
              <a:t>Betere semantiek</a:t>
            </a:r>
          </a:p>
          <a:p>
            <a:pPr marL="0" indent="0">
              <a:buFont typeface="Verdana" panose="020B0604030504040204" pitchFamily="34" charset="0"/>
              <a:buNone/>
            </a:pPr>
            <a:r>
              <a:rPr lang="nl-NL" sz="2000"/>
              <a:t>Geen afhankelijkheid centrale modellering en rekenkracht</a:t>
            </a:r>
          </a:p>
          <a:p>
            <a:pPr>
              <a:buFontTx/>
              <a:buChar char="-"/>
            </a:pPr>
            <a:endParaRPr lang="nl-NL" sz="2000"/>
          </a:p>
          <a:p>
            <a:pPr marL="0" indent="0">
              <a:buFont typeface="Verdana" panose="020B0604030504040204" pitchFamily="34" charset="0"/>
              <a:buNone/>
            </a:pPr>
            <a:endParaRPr lang="nl-NL"/>
          </a:p>
        </p:txBody>
      </p:sp>
    </p:spTree>
    <p:extLst>
      <p:ext uri="{BB962C8B-B14F-4D97-AF65-F5344CB8AC3E}">
        <p14:creationId xmlns:p14="http://schemas.microsoft.com/office/powerpoint/2010/main" val="30016066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84D00A41-39D8-1EFF-59FD-53CA02272975}"/>
              </a:ext>
            </a:extLst>
          </p:cNvPr>
          <p:cNvSpPr>
            <a:spLocks noGrp="1"/>
          </p:cNvSpPr>
          <p:nvPr>
            <p:ph type="body" sz="quarter" idx="15"/>
          </p:nvPr>
        </p:nvSpPr>
        <p:spPr/>
        <p:txBody>
          <a:bodyPr/>
          <a:lstStyle/>
          <a:p>
            <a:r>
              <a:rPr lang="nl-NL"/>
              <a:t>Experiment Wietteelt</a:t>
            </a:r>
          </a:p>
        </p:txBody>
      </p:sp>
      <p:sp>
        <p:nvSpPr>
          <p:cNvPr id="3" name="Titel 2">
            <a:extLst>
              <a:ext uri="{FF2B5EF4-FFF2-40B4-BE49-F238E27FC236}">
                <a16:creationId xmlns:a16="http://schemas.microsoft.com/office/drawing/2014/main" id="{A3BB48B8-47AF-262F-BD0A-5DA50A8538C0}"/>
              </a:ext>
            </a:extLst>
          </p:cNvPr>
          <p:cNvSpPr>
            <a:spLocks noGrp="1"/>
          </p:cNvSpPr>
          <p:nvPr>
            <p:ph type="title"/>
          </p:nvPr>
        </p:nvSpPr>
        <p:spPr/>
        <p:txBody>
          <a:bodyPr/>
          <a:lstStyle/>
          <a:p>
            <a:r>
              <a:rPr lang="nl-NL"/>
              <a:t>DEMO</a:t>
            </a:r>
          </a:p>
        </p:txBody>
      </p:sp>
      <p:sp>
        <p:nvSpPr>
          <p:cNvPr id="4" name="Tijdelijke aanduiding voor dianummer 3">
            <a:extLst>
              <a:ext uri="{FF2B5EF4-FFF2-40B4-BE49-F238E27FC236}">
                <a16:creationId xmlns:a16="http://schemas.microsoft.com/office/drawing/2014/main" id="{C62FFD03-A65A-1109-BE95-F0100715DE80}"/>
              </a:ext>
            </a:extLst>
          </p:cNvPr>
          <p:cNvSpPr>
            <a:spLocks noGrp="1"/>
          </p:cNvSpPr>
          <p:nvPr>
            <p:ph type="sldNum" sz="quarter" idx="27"/>
          </p:nvPr>
        </p:nvSpPr>
        <p:spPr/>
        <p:txBody>
          <a:bodyPr/>
          <a:lstStyle/>
          <a:p>
            <a:fld id="{10A0A6AF-03C5-477E-939A-E28F7E7F05EA}" type="slidenum">
              <a:rPr lang="nl-NL" smtClean="0"/>
              <a:pPr/>
              <a:t>25</a:t>
            </a:fld>
            <a:endParaRPr lang="nl-NL"/>
          </a:p>
        </p:txBody>
      </p:sp>
      <p:sp>
        <p:nvSpPr>
          <p:cNvPr id="5" name="Tijdelijke aanduiding voor voettekst 4">
            <a:extLst>
              <a:ext uri="{FF2B5EF4-FFF2-40B4-BE49-F238E27FC236}">
                <a16:creationId xmlns:a16="http://schemas.microsoft.com/office/drawing/2014/main" id="{6B7A943E-700A-8F61-434E-567FA05638FC}"/>
              </a:ext>
            </a:extLst>
          </p:cNvPr>
          <p:cNvSpPr>
            <a:spLocks noGrp="1"/>
          </p:cNvSpPr>
          <p:nvPr>
            <p:ph type="ftr" sz="quarter" idx="3"/>
          </p:nvPr>
        </p:nvSpPr>
        <p:spPr/>
        <p:txBody>
          <a:bodyPr/>
          <a:lstStyle/>
          <a:p>
            <a:fld id="{F47EF775-05F8-4D0C-9300-69849B26FFE2}" type="datetime4">
              <a:rPr lang="nl-NL" smtClean="0"/>
              <a:pPr/>
              <a:t>25 september 2026</a:t>
            </a:fld>
            <a:r>
              <a:rPr lang="en-US"/>
              <a:t> | Voettekst</a:t>
            </a:r>
            <a:endParaRPr lang="nl-NL"/>
          </a:p>
        </p:txBody>
      </p:sp>
      <p:pic>
        <p:nvPicPr>
          <p:cNvPr id="17" name="Tijdelijke aanduiding voor afbeelding 16" descr="Afbeelding met plant, Aardplant, kruid, cannabis&#10;&#10;Door AI gegenereerde inhoud is mogelijk onjuist.">
            <a:extLst>
              <a:ext uri="{FF2B5EF4-FFF2-40B4-BE49-F238E27FC236}">
                <a16:creationId xmlns:a16="http://schemas.microsoft.com/office/drawing/2014/main" id="{E46525C5-C779-3DBA-ED73-34A120D2E897}"/>
              </a:ext>
            </a:extLst>
          </p:cNvPr>
          <p:cNvPicPr>
            <a:picLocks noGrp="1" noChangeAspect="1"/>
          </p:cNvPicPr>
          <p:nvPr>
            <p:ph type="pic" sz="quarter" idx="24"/>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6674" r="16674"/>
          <a:stretch>
            <a:fillRect/>
          </a:stretch>
        </p:blipFill>
        <p:spPr/>
      </p:pic>
      <p:sp>
        <p:nvSpPr>
          <p:cNvPr id="18" name="Tekstvak 17">
            <a:extLst>
              <a:ext uri="{FF2B5EF4-FFF2-40B4-BE49-F238E27FC236}">
                <a16:creationId xmlns:a16="http://schemas.microsoft.com/office/drawing/2014/main" id="{C6779857-8BF8-ED88-4787-823457CF7471}"/>
              </a:ext>
            </a:extLst>
          </p:cNvPr>
          <p:cNvSpPr txBox="1"/>
          <p:nvPr/>
        </p:nvSpPr>
        <p:spPr>
          <a:xfrm>
            <a:off x="6095288" y="6858000"/>
            <a:ext cx="6096712" cy="230832"/>
          </a:xfrm>
          <a:prstGeom prst="rect">
            <a:avLst/>
          </a:prstGeom>
          <a:noFill/>
        </p:spPr>
        <p:txBody>
          <a:bodyPr wrap="square" rtlCol="0">
            <a:spAutoFit/>
          </a:bodyPr>
          <a:lstStyle/>
          <a:p>
            <a:r>
              <a:rPr lang="nl-NL" sz="900">
                <a:hlinkClick r:id="rId3" tooltip="https://www.invasive.org/browse/detail.cfm?imgnum=5574607"/>
              </a:rPr>
              <a:t>Deze foto</a:t>
            </a:r>
            <a:r>
              <a:rPr lang="nl-NL" sz="900"/>
              <a:t> van Onbekende auteur is gelicentieerd onder </a:t>
            </a:r>
            <a:r>
              <a:rPr lang="nl-NL" sz="900">
                <a:hlinkClick r:id="rId4" tooltip="https://creativecommons.org/licenses/by/3.0/"/>
              </a:rPr>
              <a:t>CC BY</a:t>
            </a:r>
            <a:endParaRPr lang="nl-NL" sz="900"/>
          </a:p>
        </p:txBody>
      </p:sp>
    </p:spTree>
    <p:extLst>
      <p:ext uri="{BB962C8B-B14F-4D97-AF65-F5344CB8AC3E}">
        <p14:creationId xmlns:p14="http://schemas.microsoft.com/office/powerpoint/2010/main" val="38515166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867BF-B4C6-6291-76B5-5C98EDB2DC0B}"/>
            </a:ext>
          </a:extLst>
        </p:cNvPr>
        <p:cNvGrpSpPr/>
        <p:nvPr/>
      </p:nvGrpSpPr>
      <p:grpSpPr>
        <a:xfrm>
          <a:off x="0" y="0"/>
          <a:ext cx="0" cy="0"/>
          <a:chOff x="0" y="0"/>
          <a:chExt cx="0" cy="0"/>
        </a:xfrm>
      </p:grpSpPr>
      <p:sp>
        <p:nvSpPr>
          <p:cNvPr id="3" name="Titel 2">
            <a:extLst>
              <a:ext uri="{FF2B5EF4-FFF2-40B4-BE49-F238E27FC236}">
                <a16:creationId xmlns:a16="http://schemas.microsoft.com/office/drawing/2014/main" id="{C061F80A-6489-9A8E-0298-0D722C530506}"/>
              </a:ext>
            </a:extLst>
          </p:cNvPr>
          <p:cNvSpPr>
            <a:spLocks noGrp="1"/>
          </p:cNvSpPr>
          <p:nvPr>
            <p:ph type="title"/>
          </p:nvPr>
        </p:nvSpPr>
        <p:spPr/>
        <p:txBody>
          <a:bodyPr/>
          <a:lstStyle/>
          <a:p>
            <a:r>
              <a:rPr lang="nl-NL"/>
              <a:t>Het </a:t>
            </a:r>
            <a:r>
              <a:rPr lang="nl-NL" err="1"/>
              <a:t>Provenance</a:t>
            </a:r>
            <a:r>
              <a:rPr lang="nl-NL"/>
              <a:t> Cloudevent (best of </a:t>
            </a:r>
            <a:r>
              <a:rPr lang="nl-NL" err="1"/>
              <a:t>both</a:t>
            </a:r>
            <a:r>
              <a:rPr lang="nl-NL"/>
              <a:t> </a:t>
            </a:r>
            <a:r>
              <a:rPr lang="nl-NL" err="1"/>
              <a:t>worlds</a:t>
            </a:r>
            <a:r>
              <a:rPr lang="nl-NL"/>
              <a:t>)</a:t>
            </a:r>
          </a:p>
        </p:txBody>
      </p:sp>
      <p:sp>
        <p:nvSpPr>
          <p:cNvPr id="4" name="Tijdelijke aanduiding voor dianummer 3">
            <a:extLst>
              <a:ext uri="{FF2B5EF4-FFF2-40B4-BE49-F238E27FC236}">
                <a16:creationId xmlns:a16="http://schemas.microsoft.com/office/drawing/2014/main" id="{BBF34385-969C-6461-0812-01981990F061}"/>
              </a:ext>
            </a:extLst>
          </p:cNvPr>
          <p:cNvSpPr>
            <a:spLocks noGrp="1"/>
          </p:cNvSpPr>
          <p:nvPr>
            <p:ph type="sldNum" sz="quarter" idx="12"/>
          </p:nvPr>
        </p:nvSpPr>
        <p:spPr/>
        <p:txBody>
          <a:bodyPr/>
          <a:lstStyle/>
          <a:p>
            <a:fld id="{10A0A6AF-03C5-477E-939A-E28F7E7F05EA}" type="slidenum">
              <a:rPr lang="nl-NL" smtClean="0"/>
              <a:pPr/>
              <a:t>26</a:t>
            </a:fld>
            <a:endParaRPr lang="nl-NL"/>
          </a:p>
        </p:txBody>
      </p:sp>
      <p:sp>
        <p:nvSpPr>
          <p:cNvPr id="5" name="Tijdelijke aanduiding voor voettekst 4">
            <a:extLst>
              <a:ext uri="{FF2B5EF4-FFF2-40B4-BE49-F238E27FC236}">
                <a16:creationId xmlns:a16="http://schemas.microsoft.com/office/drawing/2014/main" id="{DA72B015-7830-1F2F-D8A6-D2F3B05BC08E}"/>
              </a:ext>
            </a:extLst>
          </p:cNvPr>
          <p:cNvSpPr>
            <a:spLocks noGrp="1"/>
          </p:cNvSpPr>
          <p:nvPr>
            <p:ph type="ftr" sz="quarter" idx="3"/>
          </p:nvPr>
        </p:nvSpPr>
        <p:spPr/>
        <p:txBody>
          <a:bodyPr/>
          <a:lstStyle/>
          <a:p>
            <a:fld id="{87D34612-DF11-4FD6-9B67-AF4303590F80}" type="datetime4">
              <a:rPr lang="nl-NL" smtClean="0"/>
              <a:pPr/>
              <a:t>25 september 2026</a:t>
            </a:fld>
            <a:r>
              <a:rPr lang="en-US"/>
              <a:t> | </a:t>
            </a:r>
            <a:r>
              <a:rPr lang="en-US" err="1"/>
              <a:t>Voettekst</a:t>
            </a:r>
            <a:endParaRPr lang="nl-NL"/>
          </a:p>
        </p:txBody>
      </p:sp>
      <p:sp>
        <p:nvSpPr>
          <p:cNvPr id="6" name="Rechthoek: afgeronde hoeken 5">
            <a:extLst>
              <a:ext uri="{FF2B5EF4-FFF2-40B4-BE49-F238E27FC236}">
                <a16:creationId xmlns:a16="http://schemas.microsoft.com/office/drawing/2014/main" id="{6F1ECC93-6ED7-8B2B-AC51-58B87731C908}"/>
              </a:ext>
            </a:extLst>
          </p:cNvPr>
          <p:cNvSpPr/>
          <p:nvPr/>
        </p:nvSpPr>
        <p:spPr>
          <a:xfrm>
            <a:off x="5949914" y="2289484"/>
            <a:ext cx="6013486" cy="4374205"/>
          </a:xfrm>
          <a:prstGeom prst="roundRect">
            <a:avLst>
              <a:gd name="adj" fmla="val 5958"/>
            </a:avLst>
          </a:prstGeom>
          <a:solidFill>
            <a:schemeClr val="bg2"/>
          </a:solidFill>
          <a:ln>
            <a:solidFill>
              <a:srgbClr val="164373"/>
            </a:solidFill>
            <a:prstDash val="dash"/>
          </a:ln>
        </p:spPr>
        <p:style>
          <a:lnRef idx="3">
            <a:schemeClr val="lt1"/>
          </a:lnRef>
          <a:fillRef idx="1">
            <a:schemeClr val="accent3"/>
          </a:fillRef>
          <a:effectRef idx="1">
            <a:schemeClr val="accent3"/>
          </a:effectRef>
          <a:fontRef idx="minor">
            <a:schemeClr val="lt1"/>
          </a:fontRef>
        </p:style>
        <p:txBody>
          <a:bodyPr rtlCol="0" anchor="t"/>
          <a:lstStyle/>
          <a:p>
            <a:pPr algn="ctr"/>
            <a:r>
              <a:rPr lang="nl-NL">
                <a:solidFill>
                  <a:schemeClr val="tx1"/>
                </a:solidFill>
              </a:rPr>
              <a:t>Cloudevent</a:t>
            </a:r>
          </a:p>
        </p:txBody>
      </p:sp>
      <p:sp>
        <p:nvSpPr>
          <p:cNvPr id="7" name="Rechthoek: afgeronde hoeken 6">
            <a:extLst>
              <a:ext uri="{FF2B5EF4-FFF2-40B4-BE49-F238E27FC236}">
                <a16:creationId xmlns:a16="http://schemas.microsoft.com/office/drawing/2014/main" id="{89C9DFAB-F6B3-B474-C324-F5CCFA8821E8}"/>
              </a:ext>
            </a:extLst>
          </p:cNvPr>
          <p:cNvSpPr/>
          <p:nvPr/>
        </p:nvSpPr>
        <p:spPr>
          <a:xfrm>
            <a:off x="6218406" y="2785906"/>
            <a:ext cx="3416450" cy="516094"/>
          </a:xfrm>
          <a:prstGeom prst="roundRect">
            <a:avLst>
              <a:gd name="adj" fmla="val 5958"/>
            </a:avLst>
          </a:prstGeom>
          <a:solidFill>
            <a:schemeClr val="bg2">
              <a:lumMod val="90000"/>
            </a:schemeClr>
          </a:solidFill>
          <a:ln>
            <a:solidFill>
              <a:srgbClr val="164373"/>
            </a:solidFill>
            <a:prstDash val="dash"/>
          </a:ln>
        </p:spPr>
        <p:style>
          <a:lnRef idx="3">
            <a:schemeClr val="lt1"/>
          </a:lnRef>
          <a:fillRef idx="1">
            <a:schemeClr val="accent3"/>
          </a:fillRef>
          <a:effectRef idx="1">
            <a:schemeClr val="accent3"/>
          </a:effectRef>
          <a:fontRef idx="minor">
            <a:schemeClr val="lt1"/>
          </a:fontRef>
        </p:style>
        <p:txBody>
          <a:bodyPr rtlCol="0" anchor="t"/>
          <a:lstStyle/>
          <a:p>
            <a:pPr algn="ctr"/>
            <a:r>
              <a:rPr lang="nl-NL">
                <a:solidFill>
                  <a:schemeClr val="tx1"/>
                </a:solidFill>
              </a:rPr>
              <a:t>Context</a:t>
            </a:r>
          </a:p>
        </p:txBody>
      </p:sp>
      <p:sp>
        <p:nvSpPr>
          <p:cNvPr id="8" name="Rechthoek: afgeronde hoeken 7">
            <a:extLst>
              <a:ext uri="{FF2B5EF4-FFF2-40B4-BE49-F238E27FC236}">
                <a16:creationId xmlns:a16="http://schemas.microsoft.com/office/drawing/2014/main" id="{520C656C-9F8D-1982-BB49-396B47097715}"/>
              </a:ext>
            </a:extLst>
          </p:cNvPr>
          <p:cNvSpPr/>
          <p:nvPr/>
        </p:nvSpPr>
        <p:spPr>
          <a:xfrm>
            <a:off x="6218406" y="3440431"/>
            <a:ext cx="3416450" cy="674369"/>
          </a:xfrm>
          <a:prstGeom prst="roundRect">
            <a:avLst>
              <a:gd name="adj" fmla="val 5958"/>
            </a:avLst>
          </a:prstGeom>
          <a:solidFill>
            <a:schemeClr val="bg2">
              <a:lumMod val="90000"/>
            </a:schemeClr>
          </a:solidFill>
          <a:ln>
            <a:solidFill>
              <a:srgbClr val="164373"/>
            </a:solidFill>
            <a:prstDash val="dash"/>
          </a:ln>
        </p:spPr>
        <p:style>
          <a:lnRef idx="3">
            <a:schemeClr val="lt1"/>
          </a:lnRef>
          <a:fillRef idx="1">
            <a:schemeClr val="accent3"/>
          </a:fillRef>
          <a:effectRef idx="1">
            <a:schemeClr val="accent3"/>
          </a:effectRef>
          <a:fontRef idx="minor">
            <a:schemeClr val="lt1"/>
          </a:fontRef>
        </p:style>
        <p:txBody>
          <a:bodyPr rtlCol="0" anchor="t"/>
          <a:lstStyle/>
          <a:p>
            <a:pPr algn="ctr"/>
            <a:r>
              <a:rPr lang="nl-NL">
                <a:solidFill>
                  <a:schemeClr val="tx1"/>
                </a:solidFill>
              </a:rPr>
              <a:t>Data</a:t>
            </a:r>
          </a:p>
        </p:txBody>
      </p:sp>
      <p:pic>
        <p:nvPicPr>
          <p:cNvPr id="1026" name="Picture 2" descr="Logo Improvements · Issue #259 · cloudevents/spec">
            <a:extLst>
              <a:ext uri="{FF2B5EF4-FFF2-40B4-BE49-F238E27FC236}">
                <a16:creationId xmlns:a16="http://schemas.microsoft.com/office/drawing/2014/main" id="{EF72ABD8-09A4-3805-04ED-572B2201EAE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92323" y="2473513"/>
            <a:ext cx="1692910" cy="669889"/>
          </a:xfrm>
          <a:prstGeom prst="rect">
            <a:avLst/>
          </a:prstGeom>
          <a:noFill/>
          <a:extLst>
            <a:ext uri="{909E8E84-426E-40DD-AFC4-6F175D3DCCD1}">
              <a14:hiddenFill xmlns:a14="http://schemas.microsoft.com/office/drawing/2010/main">
                <a:solidFill>
                  <a:srgbClr val="FFFFFF"/>
                </a:solidFill>
              </a14:hiddenFill>
            </a:ext>
          </a:extLst>
        </p:spPr>
      </p:pic>
      <p:sp>
        <p:nvSpPr>
          <p:cNvPr id="10" name="Rechthoek: afgeronde hoeken 9">
            <a:extLst>
              <a:ext uri="{FF2B5EF4-FFF2-40B4-BE49-F238E27FC236}">
                <a16:creationId xmlns:a16="http://schemas.microsoft.com/office/drawing/2014/main" id="{B5090FA8-A01D-093A-B15D-98C392604546}"/>
              </a:ext>
            </a:extLst>
          </p:cNvPr>
          <p:cNvSpPr/>
          <p:nvPr/>
        </p:nvSpPr>
        <p:spPr>
          <a:xfrm>
            <a:off x="6218406" y="4259416"/>
            <a:ext cx="3416450" cy="2103119"/>
          </a:xfrm>
          <a:prstGeom prst="roundRect">
            <a:avLst>
              <a:gd name="adj" fmla="val 5958"/>
            </a:avLst>
          </a:prstGeom>
          <a:solidFill>
            <a:schemeClr val="bg2">
              <a:lumMod val="90000"/>
            </a:schemeClr>
          </a:solidFill>
          <a:ln>
            <a:solidFill>
              <a:srgbClr val="164373"/>
            </a:solidFill>
            <a:prstDash val="dash"/>
          </a:ln>
        </p:spPr>
        <p:style>
          <a:lnRef idx="3">
            <a:schemeClr val="lt1"/>
          </a:lnRef>
          <a:fillRef idx="1">
            <a:schemeClr val="accent3"/>
          </a:fillRef>
          <a:effectRef idx="1">
            <a:schemeClr val="accent3"/>
          </a:effectRef>
          <a:fontRef idx="minor">
            <a:schemeClr val="lt1"/>
          </a:fontRef>
        </p:style>
        <p:txBody>
          <a:bodyPr rtlCol="0" anchor="t"/>
          <a:lstStyle/>
          <a:p>
            <a:pPr algn="ctr"/>
            <a:r>
              <a:rPr lang="nl-NL">
                <a:solidFill>
                  <a:schemeClr val="tx1"/>
                </a:solidFill>
              </a:rPr>
              <a:t>Extensie</a:t>
            </a:r>
          </a:p>
        </p:txBody>
      </p:sp>
      <p:sp>
        <p:nvSpPr>
          <p:cNvPr id="9" name="Rechthoek: afgeronde hoeken 8">
            <a:extLst>
              <a:ext uri="{FF2B5EF4-FFF2-40B4-BE49-F238E27FC236}">
                <a16:creationId xmlns:a16="http://schemas.microsoft.com/office/drawing/2014/main" id="{D7436928-7764-724A-6409-D741653F42E1}"/>
              </a:ext>
            </a:extLst>
          </p:cNvPr>
          <p:cNvSpPr/>
          <p:nvPr/>
        </p:nvSpPr>
        <p:spPr>
          <a:xfrm>
            <a:off x="6553199" y="4753606"/>
            <a:ext cx="2742079" cy="1367872"/>
          </a:xfrm>
          <a:prstGeom prst="roundRect">
            <a:avLst>
              <a:gd name="adj" fmla="val 5958"/>
            </a:avLst>
          </a:prstGeom>
          <a:solidFill>
            <a:schemeClr val="accent2">
              <a:lumMod val="40000"/>
              <a:lumOff val="60000"/>
            </a:schemeClr>
          </a:solidFill>
          <a:ln>
            <a:solidFill>
              <a:srgbClr val="164373"/>
            </a:solidFill>
            <a:prstDash val="dash"/>
          </a:ln>
        </p:spPr>
        <p:style>
          <a:lnRef idx="3">
            <a:schemeClr val="lt1"/>
          </a:lnRef>
          <a:fillRef idx="1">
            <a:schemeClr val="accent3"/>
          </a:fillRef>
          <a:effectRef idx="1">
            <a:schemeClr val="accent3"/>
          </a:effectRef>
          <a:fontRef idx="minor">
            <a:schemeClr val="lt1"/>
          </a:fontRef>
        </p:style>
        <p:txBody>
          <a:bodyPr rtlCol="0" anchor="t"/>
          <a:lstStyle/>
          <a:p>
            <a:pPr algn="ctr"/>
            <a:r>
              <a:rPr lang="nl-NL">
                <a:solidFill>
                  <a:schemeClr val="tx1"/>
                </a:solidFill>
              </a:rPr>
              <a:t>Provenance data</a:t>
            </a:r>
          </a:p>
        </p:txBody>
      </p:sp>
      <p:pic>
        <p:nvPicPr>
          <p:cNvPr id="13" name="Afbeelding 12">
            <a:extLst>
              <a:ext uri="{FF2B5EF4-FFF2-40B4-BE49-F238E27FC236}">
                <a16:creationId xmlns:a16="http://schemas.microsoft.com/office/drawing/2014/main" id="{9B822317-4AA7-FE0B-EE49-D8CBE19CC6DE}"/>
              </a:ext>
            </a:extLst>
          </p:cNvPr>
          <p:cNvPicPr>
            <a:picLocks noChangeAspect="1"/>
          </p:cNvPicPr>
          <p:nvPr/>
        </p:nvPicPr>
        <p:blipFill>
          <a:blip r:embed="rId4"/>
          <a:stretch>
            <a:fillRect/>
          </a:stretch>
        </p:blipFill>
        <p:spPr>
          <a:xfrm>
            <a:off x="10530468" y="5131420"/>
            <a:ext cx="609600" cy="609600"/>
          </a:xfrm>
          <a:prstGeom prst="rect">
            <a:avLst/>
          </a:prstGeom>
        </p:spPr>
      </p:pic>
      <p:pic>
        <p:nvPicPr>
          <p:cNvPr id="14" name="Afbeelding 13" descr="Afbeelding met Graphics, Lettertype, grafische vormgeving, logo&#10;&#10;Door AI gegenereerde inhoud is mogelijk onjuist.">
            <a:extLst>
              <a:ext uri="{FF2B5EF4-FFF2-40B4-BE49-F238E27FC236}">
                <a16:creationId xmlns:a16="http://schemas.microsoft.com/office/drawing/2014/main" id="{707EDBA0-F99D-4B81-C6E7-059282F1B962}"/>
              </a:ext>
            </a:extLst>
          </p:cNvPr>
          <p:cNvPicPr>
            <a:picLocks noChangeAspect="1"/>
          </p:cNvPicPr>
          <p:nvPr/>
        </p:nvPicPr>
        <p:blipFill>
          <a:blip r:embed="rId5"/>
          <a:srcRect/>
          <a:stretch>
            <a:fillRect/>
          </a:stretch>
        </p:blipFill>
        <p:spPr>
          <a:xfrm>
            <a:off x="10282586" y="4457817"/>
            <a:ext cx="1123950" cy="600075"/>
          </a:xfrm>
          <a:prstGeom prst="rect">
            <a:avLst/>
          </a:prstGeom>
        </p:spPr>
      </p:pic>
      <p:sp>
        <p:nvSpPr>
          <p:cNvPr id="15" name="Tekstvak 14">
            <a:extLst>
              <a:ext uri="{FF2B5EF4-FFF2-40B4-BE49-F238E27FC236}">
                <a16:creationId xmlns:a16="http://schemas.microsoft.com/office/drawing/2014/main" id="{85E6B6A9-7E6B-55F4-A957-26710051422F}"/>
              </a:ext>
            </a:extLst>
          </p:cNvPr>
          <p:cNvSpPr txBox="1"/>
          <p:nvPr/>
        </p:nvSpPr>
        <p:spPr>
          <a:xfrm>
            <a:off x="1056993" y="2609502"/>
            <a:ext cx="4159813" cy="1384995"/>
          </a:xfrm>
          <a:prstGeom prst="rect">
            <a:avLst/>
          </a:prstGeom>
          <a:noFill/>
        </p:spPr>
        <p:txBody>
          <a:bodyPr wrap="square" lIns="91440" tIns="45720" rIns="91440" bIns="45720" rtlCol="0" anchor="t">
            <a:spAutoFit/>
          </a:bodyPr>
          <a:lstStyle/>
          <a:p>
            <a:r>
              <a:rPr lang="nl-NL" sz="2800" b="1"/>
              <a:t>Vraag:</a:t>
            </a:r>
            <a:r>
              <a:rPr lang="nl-NL" sz="2800"/>
              <a:t> Hoe maken we van W3C PROV JSON-LD een </a:t>
            </a:r>
            <a:r>
              <a:rPr lang="nl-NL" sz="2800" b="1">
                <a:solidFill>
                  <a:srgbClr val="017BC6"/>
                </a:solidFill>
              </a:rPr>
              <a:t>extensie</a:t>
            </a:r>
            <a:r>
              <a:rPr lang="nl-NL" sz="2800" b="1"/>
              <a:t> </a:t>
            </a:r>
            <a:r>
              <a:rPr lang="nl-NL" sz="2800"/>
              <a:t>op Cloudevent?</a:t>
            </a:r>
          </a:p>
        </p:txBody>
      </p:sp>
    </p:spTree>
    <p:extLst>
      <p:ext uri="{BB962C8B-B14F-4D97-AF65-F5344CB8AC3E}">
        <p14:creationId xmlns:p14="http://schemas.microsoft.com/office/powerpoint/2010/main" val="71189808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inhoud 1">
            <a:extLst>
              <a:ext uri="{FF2B5EF4-FFF2-40B4-BE49-F238E27FC236}">
                <a16:creationId xmlns:a16="http://schemas.microsoft.com/office/drawing/2014/main" id="{6FF08756-6D91-A1C6-F624-FF0628775910}"/>
              </a:ext>
            </a:extLst>
          </p:cNvPr>
          <p:cNvSpPr>
            <a:spLocks noGrp="1"/>
          </p:cNvSpPr>
          <p:nvPr>
            <p:ph idx="1"/>
          </p:nvPr>
        </p:nvSpPr>
        <p:spPr>
          <a:xfrm>
            <a:off x="634999" y="1758462"/>
            <a:ext cx="9225173" cy="4462951"/>
          </a:xfrm>
        </p:spPr>
        <p:txBody>
          <a:bodyPr numCol="1">
            <a:normAutofit/>
          </a:bodyPr>
          <a:lstStyle/>
          <a:p>
            <a:r>
              <a:rPr lang="nl-NL" sz="2000"/>
              <a:t>Stelling: Een event is geen business entiteit, maar een observatie / registratie van een verandering</a:t>
            </a:r>
          </a:p>
          <a:p>
            <a:r>
              <a:rPr lang="nl-NL" sz="2000"/>
              <a:t>Een event (id) is vaak een </a:t>
            </a:r>
            <a:r>
              <a:rPr lang="nl-NL" sz="2000" err="1"/>
              <a:t>identifier</a:t>
            </a:r>
            <a:r>
              <a:rPr lang="nl-NL" sz="2000"/>
              <a:t> van een toestand (en niet een atomaire verandering). Dus een business proces stap. (</a:t>
            </a:r>
            <a:r>
              <a:rPr lang="nl-NL" sz="2000" err="1"/>
              <a:t>trace</a:t>
            </a:r>
            <a:r>
              <a:rPr lang="nl-NL" sz="2000"/>
              <a:t> / span is een technische bundeling van kleine atomaire technische stappen)</a:t>
            </a:r>
          </a:p>
          <a:p>
            <a:r>
              <a:rPr lang="nl-NL" sz="2000"/>
              <a:t>Het event als referentie gebruiken wordt onduidelijk. Een verwijzing via een betekenisloze relatie is onduidelijk / semantisch leeg.</a:t>
            </a:r>
          </a:p>
          <a:p>
            <a:r>
              <a:rPr lang="nl-NL" sz="2000"/>
              <a:t>Praktijk: Een event is een conclusie, een verzameling events c.q. veranderingen. Causale verbanden verdwijnen / niet opvraagbaar. Verwijzingen naar deze events zijn onduidelijk.</a:t>
            </a:r>
          </a:p>
        </p:txBody>
      </p:sp>
      <p:sp>
        <p:nvSpPr>
          <p:cNvPr id="3" name="Titel 2">
            <a:extLst>
              <a:ext uri="{FF2B5EF4-FFF2-40B4-BE49-F238E27FC236}">
                <a16:creationId xmlns:a16="http://schemas.microsoft.com/office/drawing/2014/main" id="{D13EFB19-3353-D8DE-41CC-32A9D96BF233}"/>
              </a:ext>
            </a:extLst>
          </p:cNvPr>
          <p:cNvSpPr>
            <a:spLocks noGrp="1"/>
          </p:cNvSpPr>
          <p:nvPr>
            <p:ph type="title"/>
          </p:nvPr>
        </p:nvSpPr>
        <p:spPr/>
        <p:txBody>
          <a:bodyPr/>
          <a:lstStyle/>
          <a:p>
            <a:r>
              <a:rPr lang="nl-NL"/>
              <a:t>Sidestep: Event als referentie (</a:t>
            </a:r>
            <a:r>
              <a:rPr lang="nl-NL" err="1"/>
              <a:t>trace</a:t>
            </a:r>
            <a:r>
              <a:rPr lang="nl-NL"/>
              <a:t> id)</a:t>
            </a:r>
          </a:p>
        </p:txBody>
      </p:sp>
      <p:sp>
        <p:nvSpPr>
          <p:cNvPr id="4" name="Tijdelijke aanduiding voor dianummer 3">
            <a:extLst>
              <a:ext uri="{FF2B5EF4-FFF2-40B4-BE49-F238E27FC236}">
                <a16:creationId xmlns:a16="http://schemas.microsoft.com/office/drawing/2014/main" id="{7409284A-0885-9D10-ED8B-CCF1085861D5}"/>
              </a:ext>
            </a:extLst>
          </p:cNvPr>
          <p:cNvSpPr>
            <a:spLocks noGrp="1"/>
          </p:cNvSpPr>
          <p:nvPr>
            <p:ph type="sldNum" sz="quarter" idx="12"/>
          </p:nvPr>
        </p:nvSpPr>
        <p:spPr/>
        <p:txBody>
          <a:bodyPr/>
          <a:lstStyle/>
          <a:p>
            <a:fld id="{10A0A6AF-03C5-477E-939A-E28F7E7F05EA}" type="slidenum">
              <a:rPr lang="nl-NL" smtClean="0"/>
              <a:pPr/>
              <a:t>27</a:t>
            </a:fld>
            <a:endParaRPr lang="nl-NL"/>
          </a:p>
        </p:txBody>
      </p:sp>
      <p:sp>
        <p:nvSpPr>
          <p:cNvPr id="5" name="Tijdelijke aanduiding voor voettekst 4">
            <a:extLst>
              <a:ext uri="{FF2B5EF4-FFF2-40B4-BE49-F238E27FC236}">
                <a16:creationId xmlns:a16="http://schemas.microsoft.com/office/drawing/2014/main" id="{58011DD4-BB53-5ECE-C57C-1815FA8DB9AF}"/>
              </a:ext>
            </a:extLst>
          </p:cNvPr>
          <p:cNvSpPr>
            <a:spLocks noGrp="1"/>
          </p:cNvSpPr>
          <p:nvPr>
            <p:ph type="ftr" sz="quarter" idx="3"/>
          </p:nvPr>
        </p:nvSpPr>
        <p:spPr/>
        <p:txBody>
          <a:bodyPr/>
          <a:lstStyle/>
          <a:p>
            <a:fld id="{87D34612-DF11-4FD6-9B67-AF4303590F80}" type="datetime4">
              <a:rPr lang="nl-NL" smtClean="0"/>
              <a:pPr/>
              <a:t>25 september 2026</a:t>
            </a:fld>
            <a:r>
              <a:rPr lang="en-US"/>
              <a:t> | Voettekst</a:t>
            </a:r>
            <a:endParaRPr lang="nl-NL"/>
          </a:p>
        </p:txBody>
      </p:sp>
      <p:sp>
        <p:nvSpPr>
          <p:cNvPr id="6" name="Tekstvak 5">
            <a:extLst>
              <a:ext uri="{FF2B5EF4-FFF2-40B4-BE49-F238E27FC236}">
                <a16:creationId xmlns:a16="http://schemas.microsoft.com/office/drawing/2014/main" id="{605B5AC4-C185-E4DA-7A2A-2036752A3099}"/>
              </a:ext>
            </a:extLst>
          </p:cNvPr>
          <p:cNvSpPr txBox="1"/>
          <p:nvPr/>
        </p:nvSpPr>
        <p:spPr>
          <a:xfrm rot="980631">
            <a:off x="8171540" y="729349"/>
            <a:ext cx="3808238" cy="646331"/>
          </a:xfrm>
          <a:prstGeom prst="rect">
            <a:avLst/>
          </a:prstGeom>
          <a:solidFill>
            <a:schemeClr val="bg2">
              <a:lumMod val="90000"/>
            </a:schemeClr>
          </a:solidFill>
        </p:spPr>
        <p:txBody>
          <a:bodyPr wrap="square" lIns="91440" tIns="45720" rIns="91440" bIns="45720" rtlCol="0" anchor="t">
            <a:spAutoFit/>
          </a:bodyPr>
          <a:lstStyle/>
          <a:p>
            <a:r>
              <a:rPr lang="nl-NL"/>
              <a:t>Volgens mij hadden we het over logging de vorige keer via trace id?</a:t>
            </a:r>
          </a:p>
        </p:txBody>
      </p:sp>
    </p:spTree>
    <p:extLst>
      <p:ext uri="{BB962C8B-B14F-4D97-AF65-F5344CB8AC3E}">
        <p14:creationId xmlns:p14="http://schemas.microsoft.com/office/powerpoint/2010/main" val="19516461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5129F-A440-1193-32F8-6476973A178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91956E6-0DE5-0DB7-185E-EE23268846CE}"/>
              </a:ext>
            </a:extLst>
          </p:cNvPr>
          <p:cNvSpPr>
            <a:spLocks noGrp="1"/>
          </p:cNvSpPr>
          <p:nvPr>
            <p:ph type="title"/>
          </p:nvPr>
        </p:nvSpPr>
        <p:spPr/>
        <p:txBody>
          <a:bodyPr>
            <a:normAutofit/>
          </a:bodyPr>
          <a:lstStyle/>
          <a:p>
            <a:r>
              <a:rPr lang="nl-NL"/>
              <a:t>Onweerlegbaarheid</a:t>
            </a:r>
          </a:p>
        </p:txBody>
      </p:sp>
      <p:sp>
        <p:nvSpPr>
          <p:cNvPr id="3" name="Tijdelijke aanduiding voor inhoud 2">
            <a:extLst>
              <a:ext uri="{FF2B5EF4-FFF2-40B4-BE49-F238E27FC236}">
                <a16:creationId xmlns:a16="http://schemas.microsoft.com/office/drawing/2014/main" id="{52CB2492-9159-3D17-8ECE-459D79B2EA2C}"/>
              </a:ext>
            </a:extLst>
          </p:cNvPr>
          <p:cNvSpPr>
            <a:spLocks noGrp="1"/>
          </p:cNvSpPr>
          <p:nvPr>
            <p:ph idx="1"/>
          </p:nvPr>
        </p:nvSpPr>
        <p:spPr>
          <a:xfrm>
            <a:off x="652371" y="1815612"/>
            <a:ext cx="10515600" cy="5042388"/>
          </a:xfrm>
        </p:spPr>
        <p:txBody>
          <a:bodyPr vert="horz" lIns="91440" tIns="45720" rIns="91440" bIns="45720" numCol="1" rtlCol="0" anchor="t">
            <a:normAutofit/>
          </a:bodyPr>
          <a:lstStyle/>
          <a:p>
            <a:pPr marL="0" indent="0">
              <a:buNone/>
            </a:pPr>
            <a:r>
              <a:rPr lang="nl-NL">
                <a:solidFill>
                  <a:srgbClr val="154273"/>
                </a:solidFill>
              </a:rPr>
              <a:t>Toestandsveranderingen worden vastgelegd (</a:t>
            </a:r>
            <a:r>
              <a:rPr lang="nl-NL" err="1">
                <a:solidFill>
                  <a:srgbClr val="154273"/>
                </a:solidFill>
              </a:rPr>
              <a:t>hash</a:t>
            </a:r>
            <a:r>
              <a:rPr lang="nl-NL">
                <a:solidFill>
                  <a:srgbClr val="154273"/>
                </a:solidFill>
              </a:rPr>
              <a:t>) in blockchain via een microservice (herbruikbaar). Maken gebruik van de blockchain oplossing </a:t>
            </a:r>
            <a:r>
              <a:rPr lang="nl-NL" err="1">
                <a:solidFill>
                  <a:srgbClr val="154273"/>
                </a:solidFill>
              </a:rPr>
              <a:t>Guardtime</a:t>
            </a:r>
            <a:r>
              <a:rPr lang="nl-NL">
                <a:solidFill>
                  <a:srgbClr val="154273"/>
                </a:solidFill>
              </a:rPr>
              <a:t> KSI (Estland).</a:t>
            </a:r>
          </a:p>
          <a:p>
            <a:pPr marL="0" indent="0">
              <a:buNone/>
            </a:pPr>
            <a:endParaRPr lang="nl-NL" b="1" i="1">
              <a:solidFill>
                <a:srgbClr val="154273"/>
              </a:solidFill>
            </a:endParaRPr>
          </a:p>
          <a:p>
            <a:pPr marL="0" indent="0">
              <a:buNone/>
            </a:pPr>
            <a:endParaRPr lang="nl-NL" b="1" i="1">
              <a:solidFill>
                <a:srgbClr val="154273"/>
              </a:solidFill>
            </a:endParaRPr>
          </a:p>
        </p:txBody>
      </p:sp>
      <p:pic>
        <p:nvPicPr>
          <p:cNvPr id="4" name="Afbeelding 3">
            <a:extLst>
              <a:ext uri="{FF2B5EF4-FFF2-40B4-BE49-F238E27FC236}">
                <a16:creationId xmlns:a16="http://schemas.microsoft.com/office/drawing/2014/main" id="{34EA7F97-F603-B447-B92E-1D831A7A5A8C}"/>
              </a:ext>
            </a:extLst>
          </p:cNvPr>
          <p:cNvPicPr>
            <a:picLocks noChangeAspect="1"/>
          </p:cNvPicPr>
          <p:nvPr/>
        </p:nvPicPr>
        <p:blipFill>
          <a:blip r:embed="rId3"/>
          <a:stretch>
            <a:fillRect/>
          </a:stretch>
        </p:blipFill>
        <p:spPr>
          <a:xfrm>
            <a:off x="9076869" y="257047"/>
            <a:ext cx="2857500" cy="504825"/>
          </a:xfrm>
          <a:prstGeom prst="rect">
            <a:avLst/>
          </a:prstGeom>
          <a:solidFill>
            <a:srgbClr val="002060"/>
          </a:solidFill>
        </p:spPr>
      </p:pic>
      <p:pic>
        <p:nvPicPr>
          <p:cNvPr id="6" name="Afbeelding 5">
            <a:extLst>
              <a:ext uri="{FF2B5EF4-FFF2-40B4-BE49-F238E27FC236}">
                <a16:creationId xmlns:a16="http://schemas.microsoft.com/office/drawing/2014/main" id="{B839EEC2-3234-6089-6DDB-B68180DACB36}"/>
              </a:ext>
            </a:extLst>
          </p:cNvPr>
          <p:cNvPicPr>
            <a:picLocks noChangeAspect="1"/>
          </p:cNvPicPr>
          <p:nvPr/>
        </p:nvPicPr>
        <p:blipFill>
          <a:blip r:embed="rId4"/>
          <a:stretch>
            <a:fillRect/>
          </a:stretch>
        </p:blipFill>
        <p:spPr>
          <a:xfrm>
            <a:off x="838200" y="3288323"/>
            <a:ext cx="5540616" cy="2879966"/>
          </a:xfrm>
          <a:prstGeom prst="rect">
            <a:avLst/>
          </a:prstGeom>
        </p:spPr>
      </p:pic>
      <p:sp>
        <p:nvSpPr>
          <p:cNvPr id="10" name="Tekstvak 9">
            <a:extLst>
              <a:ext uri="{FF2B5EF4-FFF2-40B4-BE49-F238E27FC236}">
                <a16:creationId xmlns:a16="http://schemas.microsoft.com/office/drawing/2014/main" id="{17AE9884-E1FC-42A3-0093-671F77AAE166}"/>
              </a:ext>
            </a:extLst>
          </p:cNvPr>
          <p:cNvSpPr txBox="1"/>
          <p:nvPr/>
        </p:nvSpPr>
        <p:spPr>
          <a:xfrm>
            <a:off x="7433805" y="3552117"/>
            <a:ext cx="4124783" cy="1754326"/>
          </a:xfrm>
          <a:prstGeom prst="rect">
            <a:avLst/>
          </a:prstGeom>
          <a:noFill/>
        </p:spPr>
        <p:txBody>
          <a:bodyPr wrap="square">
            <a:spAutoFit/>
          </a:bodyPr>
          <a:lstStyle/>
          <a:p>
            <a:r>
              <a:rPr lang="en-US" b="1" i="1" err="1">
                <a:solidFill>
                  <a:srgbClr val="017BC6"/>
                </a:solidFill>
                <a:effectLst/>
                <a:latin typeface="Aino"/>
              </a:rPr>
              <a:t>eIDAS</a:t>
            </a:r>
            <a:r>
              <a:rPr lang="en-US" b="1" i="1">
                <a:solidFill>
                  <a:srgbClr val="017BC6"/>
                </a:solidFill>
                <a:effectLst/>
                <a:latin typeface="Aino"/>
              </a:rPr>
              <a:t> </a:t>
            </a:r>
            <a:r>
              <a:rPr lang="en-US" b="1" i="1" err="1">
                <a:solidFill>
                  <a:srgbClr val="017BC6"/>
                </a:solidFill>
                <a:effectLst/>
                <a:latin typeface="Aino"/>
              </a:rPr>
              <a:t>accreditatie</a:t>
            </a:r>
            <a:r>
              <a:rPr lang="en-US" b="1" i="1">
                <a:solidFill>
                  <a:srgbClr val="017BC6"/>
                </a:solidFill>
                <a:effectLst/>
                <a:latin typeface="Aino"/>
              </a:rPr>
              <a:t> - EU</a:t>
            </a:r>
          </a:p>
          <a:p>
            <a:r>
              <a:rPr lang="en-US" b="0" i="1">
                <a:solidFill>
                  <a:srgbClr val="017BC6"/>
                </a:solidFill>
                <a:effectLst/>
                <a:latin typeface="Aino"/>
              </a:rPr>
              <a:t>KSI became the first blockchain system to carry </a:t>
            </a:r>
            <a:r>
              <a:rPr lang="en-US" b="0" i="1" err="1">
                <a:solidFill>
                  <a:srgbClr val="017BC6"/>
                </a:solidFill>
                <a:effectLst/>
                <a:latin typeface="Aino"/>
              </a:rPr>
              <a:t>eIDAS</a:t>
            </a:r>
            <a:r>
              <a:rPr lang="en-US" b="0" i="1">
                <a:solidFill>
                  <a:srgbClr val="017BC6"/>
                </a:solidFill>
                <a:effectLst/>
                <a:latin typeface="Aino"/>
              </a:rPr>
              <a:t> accreditation – the EU trust mark for qualified trust services with legal power for electronic transactions in the European Single Market.</a:t>
            </a:r>
            <a:endParaRPr lang="nl-NL" i="1">
              <a:solidFill>
                <a:srgbClr val="017BC6"/>
              </a:solidFill>
            </a:endParaRPr>
          </a:p>
        </p:txBody>
      </p:sp>
    </p:spTree>
    <p:extLst>
      <p:ext uri="{BB962C8B-B14F-4D97-AF65-F5344CB8AC3E}">
        <p14:creationId xmlns:p14="http://schemas.microsoft.com/office/powerpoint/2010/main" val="451482189"/>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0B737-3C7E-1267-E3E5-435F5E1C7F9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4EA4066-C57A-8A2F-ED20-BCE40C54CA1F}"/>
              </a:ext>
            </a:extLst>
          </p:cNvPr>
          <p:cNvSpPr>
            <a:spLocks noGrp="1"/>
          </p:cNvSpPr>
          <p:nvPr>
            <p:ph type="title"/>
          </p:nvPr>
        </p:nvSpPr>
        <p:spPr/>
        <p:txBody>
          <a:bodyPr/>
          <a:lstStyle/>
          <a:p>
            <a:r>
              <a:rPr lang="nl-NL" err="1"/>
              <a:t>Graph</a:t>
            </a:r>
            <a:r>
              <a:rPr lang="nl-NL"/>
              <a:t> datamodellen</a:t>
            </a:r>
          </a:p>
        </p:txBody>
      </p:sp>
      <p:sp>
        <p:nvSpPr>
          <p:cNvPr id="4" name="Tijdelijke aanduiding voor inhoud 2">
            <a:extLst>
              <a:ext uri="{FF2B5EF4-FFF2-40B4-BE49-F238E27FC236}">
                <a16:creationId xmlns:a16="http://schemas.microsoft.com/office/drawing/2014/main" id="{5CC516AD-8541-1A7C-0796-4B2C35A01B9B}"/>
              </a:ext>
            </a:extLst>
          </p:cNvPr>
          <p:cNvSpPr>
            <a:spLocks noGrp="1"/>
          </p:cNvSpPr>
          <p:nvPr>
            <p:ph idx="1"/>
          </p:nvPr>
        </p:nvSpPr>
        <p:spPr>
          <a:xfrm>
            <a:off x="633412" y="1722746"/>
            <a:ext cx="10515600" cy="2354149"/>
          </a:xfrm>
        </p:spPr>
        <p:txBody>
          <a:bodyPr vert="horz" lIns="91440" tIns="45720" rIns="91440" bIns="45720" numCol="1" rtlCol="0" anchor="t">
            <a:normAutofit/>
          </a:bodyPr>
          <a:lstStyle/>
          <a:p>
            <a:pPr marL="0" indent="0">
              <a:buNone/>
            </a:pPr>
            <a:r>
              <a:rPr lang="nl-NL"/>
              <a:t>Een </a:t>
            </a:r>
            <a:r>
              <a:rPr lang="nl-NL" err="1"/>
              <a:t>graph</a:t>
            </a:r>
            <a:r>
              <a:rPr lang="nl-NL"/>
              <a:t> database is een type database dat is geoptimaliseerd voor het opslaan, beheren en bevragen van gegevens met complexe relaties, waarbij de data worden gemodelleerd als grafstructuren (en niet als tabel of document) bestaande uit knooppunten (</a:t>
            </a:r>
            <a:r>
              <a:rPr lang="nl-NL" err="1"/>
              <a:t>nodes</a:t>
            </a:r>
            <a:r>
              <a:rPr lang="nl-NL"/>
              <a:t>) die worden verbonden door randen (</a:t>
            </a:r>
            <a:r>
              <a:rPr lang="nl-NL" err="1"/>
              <a:t>edges</a:t>
            </a:r>
            <a:r>
              <a:rPr lang="nl-NL"/>
              <a:t>).</a:t>
            </a:r>
          </a:p>
          <a:p>
            <a:pPr marL="0" indent="0">
              <a:buNone/>
            </a:pPr>
            <a:endParaRPr lang="nl-NL"/>
          </a:p>
          <a:p>
            <a:pPr marL="0" indent="0">
              <a:buNone/>
            </a:pPr>
            <a:endParaRPr lang="nl-NL"/>
          </a:p>
        </p:txBody>
      </p:sp>
      <p:pic>
        <p:nvPicPr>
          <p:cNvPr id="3" name="Afbeelding 2" descr="Afbeelding met tekst, schermopname, Lettertype, diagram&#10;&#10;Automatisch gegenereerde beschrijving">
            <a:extLst>
              <a:ext uri="{FF2B5EF4-FFF2-40B4-BE49-F238E27FC236}">
                <a16:creationId xmlns:a16="http://schemas.microsoft.com/office/drawing/2014/main" id="{8FAE1596-8F14-ED50-D594-0C16D1339CEE}"/>
              </a:ext>
            </a:extLst>
          </p:cNvPr>
          <p:cNvPicPr>
            <a:picLocks noChangeAspect="1"/>
          </p:cNvPicPr>
          <p:nvPr/>
        </p:nvPicPr>
        <p:blipFill rotWithShape="1">
          <a:blip r:embed="rId3"/>
          <a:srcRect r="-179" b="3815"/>
          <a:stretch/>
        </p:blipFill>
        <p:spPr>
          <a:xfrm>
            <a:off x="777069" y="3828658"/>
            <a:ext cx="5836223" cy="2564502"/>
          </a:xfrm>
          <a:prstGeom prst="rect">
            <a:avLst/>
          </a:prstGeom>
        </p:spPr>
      </p:pic>
      <p:pic>
        <p:nvPicPr>
          <p:cNvPr id="6" name="Afbeelding 5" descr="Introduction to the Neo4j Graph Database – BMC Software | Blogs">
            <a:extLst>
              <a:ext uri="{FF2B5EF4-FFF2-40B4-BE49-F238E27FC236}">
                <a16:creationId xmlns:a16="http://schemas.microsoft.com/office/drawing/2014/main" id="{858C007D-A605-6AB6-0A61-D7C514243504}"/>
              </a:ext>
            </a:extLst>
          </p:cNvPr>
          <p:cNvPicPr>
            <a:picLocks noChangeAspect="1"/>
          </p:cNvPicPr>
          <p:nvPr/>
        </p:nvPicPr>
        <p:blipFill rotWithShape="1">
          <a:blip r:embed="rId4"/>
          <a:srcRect r="1847" b="366"/>
          <a:stretch/>
        </p:blipFill>
        <p:spPr>
          <a:xfrm>
            <a:off x="6874702" y="3799080"/>
            <a:ext cx="4434256" cy="2829793"/>
          </a:xfrm>
          <a:prstGeom prst="rect">
            <a:avLst/>
          </a:prstGeom>
        </p:spPr>
      </p:pic>
    </p:spTree>
    <p:extLst>
      <p:ext uri="{BB962C8B-B14F-4D97-AF65-F5344CB8AC3E}">
        <p14:creationId xmlns:p14="http://schemas.microsoft.com/office/powerpoint/2010/main" val="38749307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theme/theme1.xml><?xml version="1.0" encoding="utf-8"?>
<a:theme xmlns:a="http://schemas.openxmlformats.org/drawingml/2006/main" name="Algemeen - Hemelsblauw">
  <a:themeElements>
    <a:clrScheme name="Rijks Hemelblauw 1">
      <a:dk1>
        <a:srgbClr val="000000"/>
      </a:dk1>
      <a:lt1>
        <a:srgbClr val="FFFFFF"/>
      </a:lt1>
      <a:dk2>
        <a:srgbClr val="017BC6"/>
      </a:dk2>
      <a:lt2>
        <a:srgbClr val="D9EBF6"/>
      </a:lt2>
      <a:accent1>
        <a:srgbClr val="42145F"/>
      </a:accent1>
      <a:accent2>
        <a:srgbClr val="38870D"/>
      </a:accent2>
      <a:accent3>
        <a:srgbClr val="00689A"/>
      </a:accent3>
      <a:accent4>
        <a:srgbClr val="F9E11E"/>
      </a:accent4>
      <a:accent5>
        <a:srgbClr val="275837"/>
      </a:accent5>
      <a:accent6>
        <a:srgbClr val="94700A"/>
      </a:accent6>
      <a:hlink>
        <a:srgbClr val="017BC6"/>
      </a:hlink>
      <a:folHlink>
        <a:srgbClr val="B2D6EE"/>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anco powerpoint" id="{2621489D-D316-4773-986D-8466361A2C14}" vid="{8180A902-A970-4074-A4B2-C88317A04B97}"/>
    </a:ext>
  </a:extLst>
</a:theme>
</file>

<file path=ppt/theme/theme2.xml><?xml version="1.0" encoding="utf-8"?>
<a:theme xmlns:a="http://schemas.openxmlformats.org/drawingml/2006/main" name="Algemeen - Duits - Groen">
  <a:themeElements>
    <a:clrScheme name="Rijks Hemelblauw 1">
      <a:dk1>
        <a:srgbClr val="000000"/>
      </a:dk1>
      <a:lt1>
        <a:srgbClr val="FFFFFF"/>
      </a:lt1>
      <a:dk2>
        <a:srgbClr val="017BC6"/>
      </a:dk2>
      <a:lt2>
        <a:srgbClr val="D9EBF6"/>
      </a:lt2>
      <a:accent1>
        <a:srgbClr val="42145F"/>
      </a:accent1>
      <a:accent2>
        <a:srgbClr val="38870D"/>
      </a:accent2>
      <a:accent3>
        <a:srgbClr val="00689A"/>
      </a:accent3>
      <a:accent4>
        <a:srgbClr val="F9E11E"/>
      </a:accent4>
      <a:accent5>
        <a:srgbClr val="275837"/>
      </a:accent5>
      <a:accent6>
        <a:srgbClr val="94700A"/>
      </a:accent6>
      <a:hlink>
        <a:srgbClr val="017BC6"/>
      </a:hlink>
      <a:folHlink>
        <a:srgbClr val="B2D6EE"/>
      </a:folHlink>
    </a:clrScheme>
    <a:fontScheme name="Rijkshuisstijl">
      <a:majorFont>
        <a:latin typeface="Verdana"/>
        <a:ea typeface=""/>
        <a:cs typeface=""/>
      </a:majorFont>
      <a:minorFont>
        <a:latin typeface="Verdana"/>
        <a:ea typeface=""/>
        <a:cs typeface=""/>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anco powerpoint" id="{2621489D-D316-4773-986D-8466361A2C14}" vid="{78E09AB3-16D2-4D37-9A3D-44C243625641}"/>
    </a:ext>
  </a:extLst>
</a:theme>
</file>

<file path=ppt/theme/theme3.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Blanco Powerpoint (1)</Template>
  <Application>Microsoft Office PowerPoint</Application>
  <PresentationFormat>Breedbeeld</PresentationFormat>
  <Slides>29</Slides>
  <Notes>13</Notes>
  <HiddenSlides>0</HiddenSlides>
  <ScaleCrop>false</ScaleCrop>
  <HeadingPairs>
    <vt:vector size="4" baseType="variant">
      <vt:variant>
        <vt:lpstr>Thema</vt:lpstr>
      </vt:variant>
      <vt:variant>
        <vt:i4>2</vt:i4>
      </vt:variant>
      <vt:variant>
        <vt:lpstr>Diatitels</vt:lpstr>
      </vt:variant>
      <vt:variant>
        <vt:i4>29</vt:i4>
      </vt:variant>
    </vt:vector>
  </HeadingPairs>
  <TitlesOfParts>
    <vt:vector size="31" baseType="lpstr">
      <vt:lpstr>Algemeen - Hemelsblauw</vt:lpstr>
      <vt:lpstr>Algemeen - Duits - Groen</vt:lpstr>
      <vt:lpstr>"If we have data, let’s look at data.   If all we have are opinions, let’s go with mine.“</vt:lpstr>
      <vt:lpstr>Justid Verbindingen en Veiligheid  Marc Buis Mark Denkers</vt:lpstr>
      <vt:lpstr>Event gedreven Provenance</vt:lpstr>
      <vt:lpstr>Provenance</vt:lpstr>
      <vt:lpstr>Begrijpen wat er is gebeurd</vt:lpstr>
      <vt:lpstr>W3C Provenance</vt:lpstr>
      <vt:lpstr>W3C Provenance</vt:lpstr>
      <vt:lpstr>De transparante en traceerbare overheid</vt:lpstr>
      <vt:lpstr>Waarom Provenance?</vt:lpstr>
      <vt:lpstr>Waarom Provenance?</vt:lpstr>
      <vt:lpstr>Waarom Provenance?</vt:lpstr>
      <vt:lpstr>Waarom Provenance?</vt:lpstr>
      <vt:lpstr>Het Provenance Cloudevent (best of both worlds)</vt:lpstr>
      <vt:lpstr>Het Provenance Cloudevent (best of both worlds)</vt:lpstr>
      <vt:lpstr>PowerPoint-presentatie</vt:lpstr>
      <vt:lpstr>PowerPoint-presentatie</vt:lpstr>
      <vt:lpstr>Voorbeeld (excuses niet gekeken naar Ontologie)</vt:lpstr>
      <vt:lpstr>Event gedreven Provenance Store</vt:lpstr>
      <vt:lpstr>Oplossingen met als kern CPS (+ Track en Trace)</vt:lpstr>
      <vt:lpstr>Problemen in de praktijk</vt:lpstr>
      <vt:lpstr>Ook transparantie en traceerbaarheid (Accountability)</vt:lpstr>
      <vt:lpstr>Command Query Responsibility Segregation(CQRS)</vt:lpstr>
      <vt:lpstr>PowerPoint-presentatie</vt:lpstr>
      <vt:lpstr>Schonere architectuur door logica in domeinen (ipv centraal)</vt:lpstr>
      <vt:lpstr>DEMO</vt:lpstr>
      <vt:lpstr>Het Provenance Cloudevent (best of both worlds)</vt:lpstr>
      <vt:lpstr>Sidestep: Event als referentie (trace id)</vt:lpstr>
      <vt:lpstr>Onweerlegbaarheid</vt:lpstr>
      <vt:lpstr>Graph datamodellen</vt:lpstr>
    </vt:vector>
  </TitlesOfParts>
  <Company>Justitiële Informatiedienst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Buis, M. (Justid)</dc:creator>
  <cp:revision>7</cp:revision>
  <dcterms:created xsi:type="dcterms:W3CDTF">2025-10-08T12:00:45Z</dcterms:created>
  <dcterms:modified xsi:type="dcterms:W3CDTF">2026-09-25T13:10:06Z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dentifier">
    <vt:lpwstr> </vt:lpwstr>
  </property>
  <property fmtid="{D5CDD505-2E9C-101B-9397-08002B2CF9AE}" pid="3" name="URL">
    <vt:lpwstr> </vt:lpwstr>
  </property>
  <property fmtid="{D5CDD505-2E9C-101B-9397-08002B2CF9AE}" pid="4" name="Documentsoort">
    <vt:lpwstr> </vt:lpwstr>
  </property>
  <property fmtid="{D5CDD505-2E9C-101B-9397-08002B2CF9AE}" pid="5" name="Publicatiedatum">
    <vt:lpwstr> </vt:lpwstr>
  </property>
  <property fmtid="{D5CDD505-2E9C-101B-9397-08002B2CF9AE}" pid="6" name="Verantwoordelijke organisatie">
    <vt:lpwstr> </vt:lpwstr>
  </property>
  <property fmtid="{D5CDD505-2E9C-101B-9397-08002B2CF9AE}" pid="7" name="Taal">
    <vt:lpwstr> </vt:lpwstr>
  </property>
  <property fmtid="{D5CDD505-2E9C-101B-9397-08002B2CF9AE}" pid="8" name="Inhoudsindicatie">
    <vt:lpwstr> </vt:lpwstr>
  </property>
  <property fmtid="{D5CDD505-2E9C-101B-9397-08002B2CF9AE}" pid="9" name="Status">
    <vt:lpwstr> </vt:lpwstr>
  </property>
  <property fmtid="{D5CDD505-2E9C-101B-9397-08002B2CF9AE}" pid="10" name="Aan">
    <vt:lpwstr> </vt:lpwstr>
  </property>
  <property fmtid="{D5CDD505-2E9C-101B-9397-08002B2CF9AE}" pid="11" name="Van">
    <vt:lpwstr> </vt:lpwstr>
  </property>
  <property fmtid="{D5CDD505-2E9C-101B-9397-08002B2CF9AE}" pid="12" name="Datum">
    <vt:lpwstr> </vt:lpwstr>
  </property>
  <property fmtid="{D5CDD505-2E9C-101B-9397-08002B2CF9AE}" pid="13" name="Opgesteld door, Naam">
    <vt:lpwstr> </vt:lpwstr>
  </property>
  <property fmtid="{D5CDD505-2E9C-101B-9397-08002B2CF9AE}" pid="14" name="Opgesteld door, Telefoonnummer">
    <vt:lpwstr> </vt:lpwstr>
  </property>
  <property fmtid="{D5CDD505-2E9C-101B-9397-08002B2CF9AE}" pid="15" name="Kenmerk">
    <vt:lpwstr> </vt:lpwstr>
  </property>
  <property fmtid="{D5CDD505-2E9C-101B-9397-08002B2CF9AE}" pid="16" name="Rubricering">
    <vt:lpwstr> </vt:lpwstr>
  </property>
  <property fmtid="{D5CDD505-2E9C-101B-9397-08002B2CF9AE}" pid="17" name="Vertrouwelijkheidsniveau">
    <vt:lpwstr> </vt:lpwstr>
  </property>
  <property fmtid="{D5CDD505-2E9C-101B-9397-08002B2CF9AE}" pid="18" name="Markering">
    <vt:lpwstr> </vt:lpwstr>
  </property>
  <property fmtid="{D5CDD505-2E9C-101B-9397-08002B2CF9AE}" pid="19" name="Custom 1">
    <vt:lpwstr> </vt:lpwstr>
  </property>
  <property fmtid="{D5CDD505-2E9C-101B-9397-08002B2CF9AE}" pid="20" name="Custom 2">
    <vt:lpwstr> </vt:lpwstr>
  </property>
  <property fmtid="{D5CDD505-2E9C-101B-9397-08002B2CF9AE}" pid="21" name="Custom 3">
    <vt:lpwstr> </vt:lpwstr>
  </property>
  <property fmtid="{D5CDD505-2E9C-101B-9397-08002B2CF9AE}" pid="22" name="Custom 4">
    <vt:lpwstr> </vt:lpwstr>
  </property>
  <property fmtid="{D5CDD505-2E9C-101B-9397-08002B2CF9AE}" pid="23" name="Custom 5">
    <vt:lpwstr> </vt:lpwstr>
  </property>
  <property fmtid="{D5CDD505-2E9C-101B-9397-08002B2CF9AE}" pid="24" name="Aard document">
    <vt:lpwstr> </vt:lpwstr>
  </property>
  <property fmtid="{D5CDD505-2E9C-101B-9397-08002B2CF9AE}" pid="25" name="Taakverzoek">
    <vt:lpwstr> </vt:lpwstr>
  </property>
  <property fmtid="{D5CDD505-2E9C-101B-9397-08002B2CF9AE}" pid="26" name="VA_Niet openbaar">
    <vt:lpwstr> </vt:lpwstr>
  </property>
  <property fmtid="{D5CDD505-2E9C-101B-9397-08002B2CF9AE}" pid="27" name="Informatiecategorie Beleidslijn">
    <vt:lpwstr> </vt:lpwstr>
  </property>
</Properties>
</file>