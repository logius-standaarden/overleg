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7" r:id="rId2"/>
  </p:sldMasterIdLst>
  <p:sldIdLst>
    <p:sldId id="256" r:id="rId3"/>
    <p:sldId id="257" r:id="rId4"/>
    <p:sldId id="259" r:id="rId5"/>
    <p:sldId id="264" r:id="rId6"/>
    <p:sldId id="262" r:id="rId7"/>
    <p:sldId id="269" r:id="rId8"/>
    <p:sldId id="295" r:id="rId9"/>
    <p:sldId id="287" r:id="rId10"/>
    <p:sldId id="288" r:id="rId11"/>
    <p:sldId id="263" r:id="rId12"/>
    <p:sldId id="274" r:id="rId13"/>
    <p:sldId id="279" r:id="rId14"/>
    <p:sldId id="280" r:id="rId15"/>
    <p:sldId id="289" r:id="rId16"/>
    <p:sldId id="281" r:id="rId17"/>
    <p:sldId id="282" r:id="rId18"/>
    <p:sldId id="290" r:id="rId19"/>
    <p:sldId id="292" r:id="rId20"/>
    <p:sldId id="291" r:id="rId21"/>
    <p:sldId id="283" r:id="rId22"/>
    <p:sldId id="284" r:id="rId23"/>
    <p:sldId id="293" r:id="rId24"/>
    <p:sldId id="294" r:id="rId25"/>
    <p:sldId id="285" r:id="rId26"/>
    <p:sldId id="286" r:id="rId27"/>
    <p:sldId id="278" r:id="rId28"/>
    <p:sldId id="258" r:id="rId29"/>
  </p:sldIdLst>
  <p:sldSz cx="12192000" cy="6858000"/>
  <p:notesSz cx="6858000" cy="9144000"/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D09C1DA-48E1-BD2F-6179-4D72F1C08013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81E462B9-D66A-E7E6-B860-DC0AE43334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A344B82-CD71-3020-126A-5056D5924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DEC9B154-9120-1648-142E-C2C51D5FF8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7563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36141063-59A1-68C7-237C-50361373B9F0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15F457AB-451C-D384-9C18-05AB76F843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2A344B82-CD71-3020-126A-5056D5924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40EC0FC2-B97D-9A70-4739-9ED0DB732F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908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601EF38-E193-5FB0-8683-CA98E105E10E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0D05BC6F-D47F-7E17-1ADF-F945B9D064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8B445384-D813-8F92-867E-8B2C0E48F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0000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ECE3F3B7-114E-5272-88CF-0752F81DE1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2092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579DC138-F4E1-5F49-F699-61EF2F5DD1A3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39FB7000-DD69-FF92-CED5-DD1A5A412C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0942158F-4FC3-25F7-D4F5-8C21FFE66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BB377218-3CBA-E73C-3115-74B70EA6F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386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318A48CB-9C3B-BCC5-7ABA-D14FEE9E199E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8F66B7E1-7CF7-427A-CCD3-2FD432874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4AED3985-496E-8F9D-39F1-EEF37871A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2FF2FB1C-9933-3BB2-BAFB-D13A0F43EF61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41B1CEB0-382E-D3B4-2D96-DC757091E2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7782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BDABE0C-C66C-D06E-2EB8-950B79638687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8A967023-A806-E100-47F0-F8FD70F14D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30420568-08F3-6A8B-F311-D4E3D36EB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tx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AEB5B558-936A-04A5-4DB7-E14BC55F9B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3188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F6CFB03D-F792-E15F-52DC-FB146769E4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2 (JU-Free)">
            <a:extLst>
              <a:ext uri="{FF2B5EF4-FFF2-40B4-BE49-F238E27FC236}">
                <a16:creationId xmlns:a16="http://schemas.microsoft.com/office/drawing/2014/main" id="{A1CFF0E3-B573-8C24-6C8F-1AF0FEC17C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Frame 6">
            <a:extLst>
              <a:ext uri="{FF2B5EF4-FFF2-40B4-BE49-F238E27FC236}">
                <a16:creationId xmlns:a16="http://schemas.microsoft.com/office/drawing/2014/main" id="{CFE1D408-8083-C165-1224-62FC5D8166C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E2E23BAB-8E32-39C8-D802-0D2963FD01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0743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92AA0633-383A-0101-12ED-F86405913A4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891259A3-5D65-9590-E625-35AD31F869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37CC5796-B82F-787E-6F1A-BE92A9C701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E17000">
                    <a:lumMod val="100000"/>
                  </a:srgb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CC8D5881-C3C9-DAF9-2FD1-6897C675CCE1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0000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7176461E-A0E3-7B41-DADE-0E464DA6BB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0022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8639B94F-25BA-422D-A428-8AC7F7307BF0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DFEA2668-26DB-FCB5-EFBF-2A74765E22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E3DCECE3-A58B-8ED7-311C-50577605B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834503C7-A492-9D0A-437C-959497D061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909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1D9CCFD-5505-696D-1EFB-6F6DD0BD998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889A1725-9E4A-826D-3003-A340DFB8F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E3DCECE3-A58B-8ED7-311C-50577605B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B450F593-A9E3-CC6B-8AD9-A3534C9939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35797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(1/2)+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EDC0D71-E98D-12F1-A853-AEBD870F773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E1925735-8058-C2F2-EBA6-4662C2C962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369AF19A-CB17-351E-6912-AB005F0E3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49022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tx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9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Placeholder 6[PHJU] (JU-Free)">
            <a:extLst>
              <a:ext uri="{FF2B5EF4-FFF2-40B4-BE49-F238E27FC236}">
                <a16:creationId xmlns:a16="http://schemas.microsoft.com/office/drawing/2014/main" id="{FD030714-B5E4-7A16-573D-C53C6E9F59DA}"/>
              </a:ext>
            </a:extLst>
          </p:cNvPr>
          <p:cNvSpPr>
            <a:spLocks noGrp="1"/>
          </p:cNvSpPr>
          <p:nvPr>
            <p:ph type="pic" idx="1004" hasCustomPrompt="1"/>
          </p:nvPr>
        </p:nvSpPr>
        <p:spPr bwMode="gray">
          <a:xfrm>
            <a:off x="6096000" y="1136650"/>
            <a:ext cx="5867400" cy="5264150"/>
          </a:xfrm>
          <a:custGeom>
            <a:avLst/>
            <a:gdLst>
              <a:gd name="connsiteX0" fmla="*/ 0 w 5867400"/>
              <a:gd name="connsiteY0" fmla="*/ 0 h 5263197"/>
              <a:gd name="connsiteX1" fmla="*/ 4956810 w 5867400"/>
              <a:gd name="connsiteY1" fmla="*/ 0 h 5263197"/>
              <a:gd name="connsiteX2" fmla="*/ 5867400 w 5867400"/>
              <a:gd name="connsiteY2" fmla="*/ 910590 h 5263197"/>
              <a:gd name="connsiteX3" fmla="*/ 5867400 w 5867400"/>
              <a:gd name="connsiteY3" fmla="*/ 1080525 h 5263197"/>
              <a:gd name="connsiteX4" fmla="*/ 5867400 w 5867400"/>
              <a:gd name="connsiteY4" fmla="*/ 3591297 h 5263197"/>
              <a:gd name="connsiteX5" fmla="*/ 5867400 w 5867400"/>
              <a:gd name="connsiteY5" fmla="*/ 3706480 h 5263197"/>
              <a:gd name="connsiteX6" fmla="*/ 5867400 w 5867400"/>
              <a:gd name="connsiteY6" fmla="*/ 3833673 h 5263197"/>
              <a:gd name="connsiteX7" fmla="*/ 5867400 w 5867400"/>
              <a:gd name="connsiteY7" fmla="*/ 4348798 h 5263197"/>
              <a:gd name="connsiteX8" fmla="*/ 5867400 w 5867400"/>
              <a:gd name="connsiteY8" fmla="*/ 5263197 h 5263197"/>
              <a:gd name="connsiteX9" fmla="*/ 4953000 w 5867400"/>
              <a:gd name="connsiteY9" fmla="*/ 5263197 h 5263197"/>
              <a:gd name="connsiteX10" fmla="*/ 4140554 w 5867400"/>
              <a:gd name="connsiteY10" fmla="*/ 5263197 h 5263197"/>
              <a:gd name="connsiteX11" fmla="*/ 4074042 w 5867400"/>
              <a:gd name="connsiteY11" fmla="*/ 5263197 h 5263197"/>
              <a:gd name="connsiteX12" fmla="*/ 3838533 w 5867400"/>
              <a:gd name="connsiteY12" fmla="*/ 5263197 h 5263197"/>
              <a:gd name="connsiteX13" fmla="*/ 388144 w 5867400"/>
              <a:gd name="connsiteY13" fmla="*/ 5263197 h 5263197"/>
              <a:gd name="connsiteX14" fmla="*/ 0 w 5867400"/>
              <a:gd name="connsiteY14" fmla="*/ 5263197 h 5263197"/>
              <a:gd name="connsiteX15" fmla="*/ 0 w 5867400"/>
              <a:gd name="connsiteY15" fmla="*/ 3434398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67400" h="5263197">
                <a:moveTo>
                  <a:pt x="0" y="0"/>
                </a:moveTo>
                <a:lnTo>
                  <a:pt x="4956810" y="0"/>
                </a:lnTo>
                <a:cubicBezTo>
                  <a:pt x="5459730" y="0"/>
                  <a:pt x="5867400" y="407670"/>
                  <a:pt x="5867400" y="910590"/>
                </a:cubicBezTo>
                <a:lnTo>
                  <a:pt x="5867400" y="1080525"/>
                </a:lnTo>
                <a:cubicBezTo>
                  <a:pt x="5867400" y="1641475"/>
                  <a:pt x="5867400" y="2443783"/>
                  <a:pt x="5867400" y="3591297"/>
                </a:cubicBezTo>
                <a:lnTo>
                  <a:pt x="5867400" y="3706480"/>
                </a:lnTo>
                <a:lnTo>
                  <a:pt x="5867400" y="3833673"/>
                </a:lnTo>
                <a:cubicBezTo>
                  <a:pt x="5867400" y="3998587"/>
                  <a:pt x="5867400" y="4170204"/>
                  <a:pt x="5867400" y="4348798"/>
                </a:cubicBezTo>
                <a:lnTo>
                  <a:pt x="5867400" y="5263197"/>
                </a:lnTo>
                <a:lnTo>
                  <a:pt x="4953000" y="5263197"/>
                </a:lnTo>
                <a:cubicBezTo>
                  <a:pt x="4953000" y="5263197"/>
                  <a:pt x="4953000" y="5263197"/>
                  <a:pt x="4140554" y="5263197"/>
                </a:cubicBezTo>
                <a:lnTo>
                  <a:pt x="4074042" y="5263197"/>
                </a:lnTo>
                <a:lnTo>
                  <a:pt x="3838533" y="5263197"/>
                </a:lnTo>
                <a:cubicBezTo>
                  <a:pt x="3169853" y="5263197"/>
                  <a:pt x="2099965" y="5263197"/>
                  <a:pt x="388144" y="5263197"/>
                </a:cubicBezTo>
                <a:lnTo>
                  <a:pt x="0" y="5263197"/>
                </a:lnTo>
                <a:cubicBezTo>
                  <a:pt x="0" y="3434398"/>
                  <a:pt x="0" y="3434398"/>
                  <a:pt x="0" y="3434398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6" name="05_Rectangle 6{PHJU} (JU-Free)" descr="Moving forward digitally, together">
            <a:extLst>
              <a:ext uri="{FF2B5EF4-FFF2-40B4-BE49-F238E27FC236}">
                <a16:creationId xmlns:a16="http://schemas.microsoft.com/office/drawing/2014/main" id="{FD199828-628D-5DF9-70A2-41136456E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06343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(1/2)+vlak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8C3BAA92-6B33-8B8C-ADE4-A3565EACF171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948EFE77-1985-62D2-401A-0440E704B2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369AF19A-CB17-351E-6912-AB005F0E3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49022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9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Placeholder 6[PHJU] (JU-Free)">
            <a:extLst>
              <a:ext uri="{FF2B5EF4-FFF2-40B4-BE49-F238E27FC236}">
                <a16:creationId xmlns:a16="http://schemas.microsoft.com/office/drawing/2014/main" id="{70D8E5DA-4844-80FB-966C-3C684EFA80AA}"/>
              </a:ext>
            </a:extLst>
          </p:cNvPr>
          <p:cNvSpPr>
            <a:spLocks noGrp="1"/>
          </p:cNvSpPr>
          <p:nvPr>
            <p:ph type="pic" idx="1004" hasCustomPrompt="1"/>
          </p:nvPr>
        </p:nvSpPr>
        <p:spPr bwMode="gray">
          <a:xfrm>
            <a:off x="6096000" y="1136650"/>
            <a:ext cx="5867400" cy="5264150"/>
          </a:xfrm>
          <a:custGeom>
            <a:avLst/>
            <a:gdLst>
              <a:gd name="connsiteX0" fmla="*/ 0 w 5867400"/>
              <a:gd name="connsiteY0" fmla="*/ 0 h 5263197"/>
              <a:gd name="connsiteX1" fmla="*/ 4956810 w 5867400"/>
              <a:gd name="connsiteY1" fmla="*/ 0 h 5263197"/>
              <a:gd name="connsiteX2" fmla="*/ 5867400 w 5867400"/>
              <a:gd name="connsiteY2" fmla="*/ 910590 h 5263197"/>
              <a:gd name="connsiteX3" fmla="*/ 5867400 w 5867400"/>
              <a:gd name="connsiteY3" fmla="*/ 1080525 h 5263197"/>
              <a:gd name="connsiteX4" fmla="*/ 5867400 w 5867400"/>
              <a:gd name="connsiteY4" fmla="*/ 3591297 h 5263197"/>
              <a:gd name="connsiteX5" fmla="*/ 5867400 w 5867400"/>
              <a:gd name="connsiteY5" fmla="*/ 3706480 h 5263197"/>
              <a:gd name="connsiteX6" fmla="*/ 5867400 w 5867400"/>
              <a:gd name="connsiteY6" fmla="*/ 3833673 h 5263197"/>
              <a:gd name="connsiteX7" fmla="*/ 5867400 w 5867400"/>
              <a:gd name="connsiteY7" fmla="*/ 4348798 h 5263197"/>
              <a:gd name="connsiteX8" fmla="*/ 5867400 w 5867400"/>
              <a:gd name="connsiteY8" fmla="*/ 5263197 h 5263197"/>
              <a:gd name="connsiteX9" fmla="*/ 4953000 w 5867400"/>
              <a:gd name="connsiteY9" fmla="*/ 5263197 h 5263197"/>
              <a:gd name="connsiteX10" fmla="*/ 4140554 w 5867400"/>
              <a:gd name="connsiteY10" fmla="*/ 5263197 h 5263197"/>
              <a:gd name="connsiteX11" fmla="*/ 4074042 w 5867400"/>
              <a:gd name="connsiteY11" fmla="*/ 5263197 h 5263197"/>
              <a:gd name="connsiteX12" fmla="*/ 3838533 w 5867400"/>
              <a:gd name="connsiteY12" fmla="*/ 5263197 h 5263197"/>
              <a:gd name="connsiteX13" fmla="*/ 388144 w 5867400"/>
              <a:gd name="connsiteY13" fmla="*/ 5263197 h 5263197"/>
              <a:gd name="connsiteX14" fmla="*/ 0 w 5867400"/>
              <a:gd name="connsiteY14" fmla="*/ 5263197 h 5263197"/>
              <a:gd name="connsiteX15" fmla="*/ 0 w 5867400"/>
              <a:gd name="connsiteY15" fmla="*/ 3434398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67400" h="5263197">
                <a:moveTo>
                  <a:pt x="0" y="0"/>
                </a:moveTo>
                <a:lnTo>
                  <a:pt x="4956810" y="0"/>
                </a:lnTo>
                <a:cubicBezTo>
                  <a:pt x="5459730" y="0"/>
                  <a:pt x="5867400" y="407670"/>
                  <a:pt x="5867400" y="910590"/>
                </a:cubicBezTo>
                <a:lnTo>
                  <a:pt x="5867400" y="1080525"/>
                </a:lnTo>
                <a:cubicBezTo>
                  <a:pt x="5867400" y="1641475"/>
                  <a:pt x="5867400" y="2443783"/>
                  <a:pt x="5867400" y="3591297"/>
                </a:cubicBezTo>
                <a:lnTo>
                  <a:pt x="5867400" y="3706480"/>
                </a:lnTo>
                <a:lnTo>
                  <a:pt x="5867400" y="3833673"/>
                </a:lnTo>
                <a:cubicBezTo>
                  <a:pt x="5867400" y="3998587"/>
                  <a:pt x="5867400" y="4170204"/>
                  <a:pt x="5867400" y="4348798"/>
                </a:cubicBezTo>
                <a:lnTo>
                  <a:pt x="5867400" y="5263197"/>
                </a:lnTo>
                <a:lnTo>
                  <a:pt x="4953000" y="5263197"/>
                </a:lnTo>
                <a:cubicBezTo>
                  <a:pt x="4953000" y="5263197"/>
                  <a:pt x="4953000" y="5263197"/>
                  <a:pt x="4140554" y="5263197"/>
                </a:cubicBezTo>
                <a:lnTo>
                  <a:pt x="4074042" y="5263197"/>
                </a:lnTo>
                <a:lnTo>
                  <a:pt x="3838533" y="5263197"/>
                </a:lnTo>
                <a:cubicBezTo>
                  <a:pt x="3169853" y="5263197"/>
                  <a:pt x="2099965" y="5263197"/>
                  <a:pt x="388144" y="5263197"/>
                </a:cubicBezTo>
                <a:lnTo>
                  <a:pt x="0" y="5263197"/>
                </a:lnTo>
                <a:cubicBezTo>
                  <a:pt x="0" y="3434398"/>
                  <a:pt x="0" y="3434398"/>
                  <a:pt x="0" y="3434398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25FA5FA3-3156-4542-20B3-EF7FE6FF7E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2559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kleur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6279F51C-CF25-2CEE-9268-A0AA07004D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7B6677CB-FA40-0F4C-330C-0FA62C4904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5264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3004D109-09C9-28F1-02BA-7C368E9D5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B6576533-63F5-3AF4-9F4A-8390ECEF08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35880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wit 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6BA95ACD-0261-A192-9A62-D73B2CBF14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2" name="05_Frame 5[PHJU] (JU-Free)">
            <a:extLst>
              <a:ext uri="{FF2B5EF4-FFF2-40B4-BE49-F238E27FC236}">
                <a16:creationId xmlns:a16="http://schemas.microsoft.com/office/drawing/2014/main" id="{CC0D6E4B-1B6F-FBFC-CCB9-333326DA7266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7" name="02_Title 2 (JU-Free)">
            <a:extLst>
              <a:ext uri="{FF2B5EF4-FFF2-40B4-BE49-F238E27FC236}">
                <a16:creationId xmlns:a16="http://schemas.microsoft.com/office/drawing/2014/main" id="{EE2DEABD-843B-6D57-FACC-C5AC9D1E0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39870C"/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9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2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8" name="05_Rectangle 6{PHJU} (JU-Free)" descr="Moving forward digitally, together">
            <a:extLst>
              <a:ext uri="{FF2B5EF4-FFF2-40B4-BE49-F238E27FC236}">
                <a16:creationId xmlns:a16="http://schemas.microsoft.com/office/drawing/2014/main" id="{18A39AD5-DE48-222F-BAF3-68B31D513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5105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wit vlak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_Frame 5[PHJU] (JU-Free)">
            <a:extLst>
              <a:ext uri="{FF2B5EF4-FFF2-40B4-BE49-F238E27FC236}">
                <a16:creationId xmlns:a16="http://schemas.microsoft.com/office/drawing/2014/main" id="{CC0D6E4B-1B6F-FBFC-CCB9-333326DA7266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93745CE5-CE07-28EB-184F-1BCAE6529C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2_Title 2 (JU-Free)">
            <a:extLst>
              <a:ext uri="{FF2B5EF4-FFF2-40B4-BE49-F238E27FC236}">
                <a16:creationId xmlns:a16="http://schemas.microsoft.com/office/drawing/2014/main" id="{EE2DEABD-843B-6D57-FACC-C5AC9D1E0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9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2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4" name="05_Rectangle 6{PHJU} (JU-Free)" descr="Moving forward digitally, together">
            <a:extLst>
              <a:ext uri="{FF2B5EF4-FFF2-40B4-BE49-F238E27FC236}">
                <a16:creationId xmlns:a16="http://schemas.microsoft.com/office/drawing/2014/main" id="{F43D8CEC-C6E2-7468-34DD-04434A6FCB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4106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07342765-357A-7CD7-DB50-727762630D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7844D0AA-3A1E-7D1C-22F6-9CEB9177AC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441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DEDEC077-6484-7D48-97D2-DCC607427E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1BAF2ED6-445D-8EF4-8816-D77337F934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1713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  <a:endParaRPr lang="en-GB" dirty="0"/>
          </a:p>
        </p:txBody>
      </p:sp>
      <p:sp>
        <p:nvSpPr>
          <p:cNvPr id="4" name="01_Rectangle 2{PHJU} (JU-Free)" descr="Logo Logius, Ministry of the Interior and Kingdom Relations">
            <a:extLst>
              <a:ext uri="{FF2B5EF4-FFF2-40B4-BE49-F238E27FC236}">
                <a16:creationId xmlns:a16="http://schemas.microsoft.com/office/drawing/2014/main" id="{2F0D4E19-17FF-E85B-4748-E79E7B7EC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[Spreker: Naam Achternaam]</a:t>
            </a:r>
            <a:endParaRPr lang="en-GB" dirty="0"/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[00 maand jjjj]</a:t>
            </a:r>
            <a:endParaRPr lang="en-GB" dirty="0"/>
          </a:p>
        </p:txBody>
      </p:sp>
      <p:sp>
        <p:nvSpPr>
          <p:cNvPr id="5" name="05_Rectangle 6{PHJU} (JU-Free)" descr="Moving forward digitally, together">
            <a:extLst>
              <a:ext uri="{FF2B5EF4-FFF2-40B4-BE49-F238E27FC236}">
                <a16:creationId xmlns:a16="http://schemas.microsoft.com/office/drawing/2014/main" id="{549D883E-B9D3-4DB5-A4FF-737F80443C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1427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">
            <a:extLst>
              <a:ext uri="{FF2B5EF4-FFF2-40B4-BE49-F238E27FC236}">
                <a16:creationId xmlns:a16="http://schemas.microsoft.com/office/drawing/2014/main" id="{6E35DC26-1F58-0938-DCD8-D7F3726A1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7AC6B2DF-9FE8-13CD-615E-E45B3F15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0" y="1397000"/>
            <a:ext cx="5041900" cy="901700"/>
          </a:xfrm>
        </p:spPr>
        <p:txBody>
          <a:bodyPr/>
          <a:lstStyle>
            <a:lvl1pPr>
              <a:defRPr kumimoji="0" sz="36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[Inhoud]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A24CC0C1-2A17-EEAF-E2DE-E03A0E7E2BB9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2362200"/>
            <a:ext cx="5867400" cy="4038600"/>
          </a:xfrm>
          <a:custGeom>
            <a:avLst/>
            <a:gdLst>
              <a:gd name="T0" fmla="*/ 2880 w 18480"/>
              <a:gd name="T1" fmla="*/ 0 h 12720"/>
              <a:gd name="T2" fmla="*/ 0 w 18480"/>
              <a:gd name="T3" fmla="*/ 2880 h 12720"/>
              <a:gd name="T4" fmla="*/ 0 w 18480"/>
              <a:gd name="T5" fmla="*/ 12720 h 12720"/>
              <a:gd name="T6" fmla="*/ 18480 w 18480"/>
              <a:gd name="T7" fmla="*/ 12720 h 12720"/>
              <a:gd name="T8" fmla="*/ 18480 w 18480"/>
              <a:gd name="T9" fmla="*/ 0 h 12720"/>
              <a:gd name="T10" fmla="*/ 2880 w 18480"/>
              <a:gd name="T11" fmla="*/ 0 h 12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12720">
                <a:moveTo>
                  <a:pt x="2880" y="0"/>
                </a:moveTo>
                <a:cubicBezTo>
                  <a:pt x="1289" y="0"/>
                  <a:pt x="0" y="1289"/>
                  <a:pt x="0" y="2880"/>
                </a:cubicBezTo>
                <a:cubicBezTo>
                  <a:pt x="0" y="12720"/>
                  <a:pt x="0" y="12720"/>
                  <a:pt x="0" y="12720"/>
                </a:cubicBezTo>
                <a:cubicBezTo>
                  <a:pt x="18480" y="12720"/>
                  <a:pt x="18480" y="12720"/>
                  <a:pt x="18480" y="12720"/>
                </a:cubicBezTo>
                <a:cubicBezTo>
                  <a:pt x="18480" y="0"/>
                  <a:pt x="18480" y="0"/>
                  <a:pt x="18480" y="0"/>
                </a:cubicBezTo>
                <a:lnTo>
                  <a:pt x="288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Content Placeholder 4[PHJU] (JU-Free)"/>
          <p:cNvSpPr>
            <a:spLocks noGrp="1"/>
          </p:cNvSpPr>
          <p:nvPr>
            <p:ph idx="1" hasCustomPrompt="1"/>
          </p:nvPr>
        </p:nvSpPr>
        <p:spPr bwMode="gray">
          <a:xfrm>
            <a:off x="685800" y="2590800"/>
            <a:ext cx="5041900" cy="3683000"/>
          </a:xfrm>
        </p:spPr>
        <p:txBody>
          <a:bodyPr/>
          <a:lstStyle>
            <a:lvl1pPr marL="324000" indent="-324000">
              <a:spcBef>
                <a:spcPts val="1900"/>
              </a:spcBef>
              <a:buFont typeface="+mj-lt"/>
              <a:buAutoNum type="arabicPeriod"/>
              <a:defRPr baseline="0"/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3" name="04_Date Placeholder 5 (JU-Free)">
            <a:extLst>
              <a:ext uri="{FF2B5EF4-FFF2-40B4-BE49-F238E27FC236}">
                <a16:creationId xmlns:a16="http://schemas.microsoft.com/office/drawing/2014/main" id="{6B833CA0-BAD7-DBCB-4FAC-26FD28A0D8A9}"/>
              </a:ext>
            </a:extLst>
          </p:cNvPr>
          <p:cNvSpPr>
            <a:spLocks noGrp="1"/>
          </p:cNvSpPr>
          <p:nvPr>
            <p:ph type="dt" sz="half" idx="1001"/>
          </p:nvPr>
        </p:nvSpPr>
        <p:spPr/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4" name="05_Footer Placeholder 6 (JU-Free)">
            <a:extLst>
              <a:ext uri="{FF2B5EF4-FFF2-40B4-BE49-F238E27FC236}">
                <a16:creationId xmlns:a16="http://schemas.microsoft.com/office/drawing/2014/main" id="{60473E45-CC50-BD34-BFAA-734C13DF79FF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06_Slide Number Placeholder 7 (JU-Free)">
            <a:extLst>
              <a:ext uri="{FF2B5EF4-FFF2-40B4-BE49-F238E27FC236}">
                <a16:creationId xmlns:a16="http://schemas.microsoft.com/office/drawing/2014/main" id="{F9CAED95-CC84-1EF2-0885-0A8BFBF00EEB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/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3601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FD11C155-B087-A60E-1182-EB6F71E01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57B7823A-4B4B-B519-D1F6-E72FE062E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[Hoofdstuk 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DF07D41E-CCDE-3AC4-BF6A-56F946A6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F1477D7D-F45D-E43B-4D12-21769CD3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29F35FB4-4777-E9D0-D7F6-8C959922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11261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1B2CCC3D-1541-52FD-9695-6E5BA69D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57B7823A-4B4B-B519-D1F6-E72FE062E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[Hoofdstuk 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DF07D41E-CCDE-3AC4-BF6A-56F946A6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F1477D7D-F45D-E43B-4D12-21769CD3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29F35FB4-4777-E9D0-D7F6-8C959922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30490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29306216-3F47-E250-6EB6-6E75E560C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1AB7D2E2-BAB4-71B7-BD0F-36E8C9663A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[Hoofdstuk 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5B643D7A-CF43-4A45-EAAF-5A86E690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1FC1C603-E171-C9E3-0B7F-9269B26D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5D11FB60-CCDA-DA43-4B50-28905545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7933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492F9DFF-41E2-4465-3D27-7DC75C2CF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F9B8AEA3-7B0F-98BC-3F69-B1E541D43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[Hoofdstuk 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E1F30003-E151-AFC9-FED7-FAF4ED1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584ECDC-4554-A3EE-CB2B-AA29A7DE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1908B4EC-8FD8-652C-9D43-B356556E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28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CDC6E20-A31F-9D09-0E82-9C60D989C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F9B8AEA3-7B0F-98BC-3F69-B1E541D43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[Hoofdstuk 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E1F30003-E151-AFC9-FED7-FAF4ED1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584ECDC-4554-A3EE-CB2B-AA29A7DE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1908B4EC-8FD8-652C-9D43-B356556E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2779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9F2EC9F8-B54D-F53D-3713-A514B3E98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4377402-CB0D-17B3-CC1D-88CD24224944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88D3E2F-E46A-92C8-CD09-6CC13ED9A5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5535ED53-5071-1A00-63A6-7F4DB2DDA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4F222B71-AE61-D88C-776C-0E13213E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1277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F0C07AFA-CA38-B95F-82B5-E3198F090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21A8502-52D4-E676-8554-987E6208C72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E5E18AB-A48D-CBF6-D70F-41387A9F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A4891658-634E-277B-FABD-60E3056B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C198CFE9-1703-633B-3447-D0ECED9F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6472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9CE9716-D5ED-1F04-DB73-16F42E5D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0BC65126-4686-20F0-ACF5-E0B19ED9DFA4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E5E18AB-A48D-CBF6-D70F-41387A9F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A4891658-634E-277B-FABD-60E3056B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C198CFE9-1703-633B-3447-D0ECED9F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1385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BDD8503-4722-E37F-D596-6C97B7F1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D78CE5AC-3A93-FCCA-E7E9-ACFD3EC7CF23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584ACF3D-0116-39AA-7C63-BA505AA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4FEE5059-D3E8-70B4-D6AE-FC6F313E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DBD8D12B-67C3-347C-0599-3585772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055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A0032A6-A886-94B4-4BE1-DB7F1CA6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6F3A9B5D-8AA7-6912-C3E5-522EC1B7D76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584ACF3D-0116-39AA-7C63-BA505AA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4FEE5059-D3E8-70B4-D6AE-FC6F313E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DBD8D12B-67C3-347C-0599-3585772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96831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R)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>
            <a:extLst>
              <a:ext uri="{FF2B5EF4-FFF2-40B4-BE49-F238E27FC236}">
                <a16:creationId xmlns:a16="http://schemas.microsoft.com/office/drawing/2014/main" id="{BE9A2396-BA6C-AD9A-2281-80BDF40EB689}"/>
              </a:ext>
            </a:extLst>
          </p:cNvPr>
          <p:cNvSpPr>
            <a:spLocks noGrp="1"/>
          </p:cNvSpPr>
          <p:nvPr>
            <p:ph type="title" idx="1004" hasCustomPrompt="1"/>
          </p:nvPr>
        </p:nvSpPr>
        <p:spPr/>
        <p:txBody>
          <a:bodyPr/>
          <a:lstStyle>
            <a:lvl1pPr>
              <a:defRPr sz="3600">
                <a:solidFill>
                  <a:srgbClr val="39870C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3" name="02_Placeholder 2[PHJU] (JU-Free)">
            <a:extLst>
              <a:ext uri="{FF2B5EF4-FFF2-40B4-BE49-F238E27FC236}">
                <a16:creationId xmlns:a16="http://schemas.microsoft.com/office/drawing/2014/main" id="{73D3AE9C-D219-12F5-00B4-0F37B66521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4" name="03_Picture Placeholder 3 [PHJU] (JU-Free)">
            <a:extLst>
              <a:ext uri="{FF2B5EF4-FFF2-40B4-BE49-F238E27FC236}">
                <a16:creationId xmlns:a16="http://schemas.microsoft.com/office/drawing/2014/main" id="{24549F35-E012-3099-F624-CF805B1D0AD9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1828800"/>
            <a:ext cx="5867400" cy="4572000"/>
          </a:xfrm>
          <a:custGeom>
            <a:avLst/>
            <a:gdLst>
              <a:gd name="connsiteX0" fmla="*/ 0 w 5867400"/>
              <a:gd name="connsiteY0" fmla="*/ 0 h 4572000"/>
              <a:gd name="connsiteX1" fmla="*/ 914400 w 5867400"/>
              <a:gd name="connsiteY1" fmla="*/ 0 h 4572000"/>
              <a:gd name="connsiteX2" fmla="*/ 4953000 w 5867400"/>
              <a:gd name="connsiteY2" fmla="*/ 0 h 4572000"/>
              <a:gd name="connsiteX3" fmla="*/ 5867400 w 5867400"/>
              <a:gd name="connsiteY3" fmla="*/ 914400 h 4572000"/>
              <a:gd name="connsiteX4" fmla="*/ 5867400 w 5867400"/>
              <a:gd name="connsiteY4" fmla="*/ 957012 h 4572000"/>
              <a:gd name="connsiteX5" fmla="*/ 5867400 w 5867400"/>
              <a:gd name="connsiteY5" fmla="*/ 4572000 h 4572000"/>
              <a:gd name="connsiteX6" fmla="*/ 0 w 5867400"/>
              <a:gd name="connsiteY6" fmla="*/ 4572000 h 4572000"/>
              <a:gd name="connsiteX7" fmla="*/ 0 w 5867400"/>
              <a:gd name="connsiteY7" fmla="*/ 9144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7400" h="4572000">
                <a:moveTo>
                  <a:pt x="0" y="0"/>
                </a:moveTo>
                <a:lnTo>
                  <a:pt x="914400" y="0"/>
                </a:lnTo>
                <a:lnTo>
                  <a:pt x="4953000" y="0"/>
                </a:lnTo>
                <a:cubicBezTo>
                  <a:pt x="5458142" y="0"/>
                  <a:pt x="5867400" y="409257"/>
                  <a:pt x="5867400" y="914400"/>
                </a:cubicBezTo>
                <a:lnTo>
                  <a:pt x="5867400" y="957012"/>
                </a:lnTo>
                <a:cubicBezTo>
                  <a:pt x="5867400" y="1611809"/>
                  <a:pt x="5867400" y="2714625"/>
                  <a:pt x="5867400" y="4572000"/>
                </a:cubicBezTo>
                <a:cubicBezTo>
                  <a:pt x="5867400" y="4572000"/>
                  <a:pt x="5867400" y="4572000"/>
                  <a:pt x="0" y="4572000"/>
                </a:cubicBezTo>
                <a:cubicBezTo>
                  <a:pt x="0" y="4572000"/>
                  <a:pt x="0" y="4572000"/>
                  <a:pt x="0" y="91440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5" name="04_Date Placeholder 4 (JU-Free)">
            <a:extLst>
              <a:ext uri="{FF2B5EF4-FFF2-40B4-BE49-F238E27FC236}">
                <a16:creationId xmlns:a16="http://schemas.microsoft.com/office/drawing/2014/main" id="{9B674E7B-4058-DA00-CE85-E401F960FC2F}"/>
              </a:ext>
            </a:extLst>
          </p:cNvPr>
          <p:cNvSpPr>
            <a:spLocks noGrp="1"/>
          </p:cNvSpPr>
          <p:nvPr>
            <p:ph type="dt" sz="half" idx="1001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2" name="05_Footer Placeholder 5 (JU-Free)">
            <a:extLst>
              <a:ext uri="{FF2B5EF4-FFF2-40B4-BE49-F238E27FC236}">
                <a16:creationId xmlns:a16="http://schemas.microsoft.com/office/drawing/2014/main" id="{E4A28719-CAFF-18F7-6460-7E3C32F5318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6 (JU-Free)">
            <a:extLst>
              <a:ext uri="{FF2B5EF4-FFF2-40B4-BE49-F238E27FC236}">
                <a16:creationId xmlns:a16="http://schemas.microsoft.com/office/drawing/2014/main" id="{6B1C2809-7447-745F-07AA-886E064EEDAE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5196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R)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>
            <a:extLst>
              <a:ext uri="{FF2B5EF4-FFF2-40B4-BE49-F238E27FC236}">
                <a16:creationId xmlns:a16="http://schemas.microsoft.com/office/drawing/2014/main" id="{3A76C71B-5C4F-E093-DF1F-307AD075937C}"/>
              </a:ext>
            </a:extLst>
          </p:cNvPr>
          <p:cNvSpPr>
            <a:spLocks noGrp="1"/>
          </p:cNvSpPr>
          <p:nvPr>
            <p:ph type="title" idx="1004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3" name="02_Placeholder 2[PHJU] (JU-Free)">
            <a:extLst>
              <a:ext uri="{FF2B5EF4-FFF2-40B4-BE49-F238E27FC236}">
                <a16:creationId xmlns:a16="http://schemas.microsoft.com/office/drawing/2014/main" id="{73D3AE9C-D219-12F5-00B4-0F37B66521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4" name="03_Picture Placeholder 3 [PHJU] (JU-Free)">
            <a:extLst>
              <a:ext uri="{FF2B5EF4-FFF2-40B4-BE49-F238E27FC236}">
                <a16:creationId xmlns:a16="http://schemas.microsoft.com/office/drawing/2014/main" id="{BBDA6D65-94BE-7EC9-6E2C-DA87781A3D98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1828800"/>
            <a:ext cx="5867400" cy="4572000"/>
          </a:xfrm>
          <a:custGeom>
            <a:avLst/>
            <a:gdLst>
              <a:gd name="connsiteX0" fmla="*/ 0 w 5867400"/>
              <a:gd name="connsiteY0" fmla="*/ 0 h 4572000"/>
              <a:gd name="connsiteX1" fmla="*/ 914400 w 5867400"/>
              <a:gd name="connsiteY1" fmla="*/ 0 h 4572000"/>
              <a:gd name="connsiteX2" fmla="*/ 4953000 w 5867400"/>
              <a:gd name="connsiteY2" fmla="*/ 0 h 4572000"/>
              <a:gd name="connsiteX3" fmla="*/ 5867400 w 5867400"/>
              <a:gd name="connsiteY3" fmla="*/ 914400 h 4572000"/>
              <a:gd name="connsiteX4" fmla="*/ 5867400 w 5867400"/>
              <a:gd name="connsiteY4" fmla="*/ 957012 h 4572000"/>
              <a:gd name="connsiteX5" fmla="*/ 5867400 w 5867400"/>
              <a:gd name="connsiteY5" fmla="*/ 4572000 h 4572000"/>
              <a:gd name="connsiteX6" fmla="*/ 0 w 5867400"/>
              <a:gd name="connsiteY6" fmla="*/ 4572000 h 4572000"/>
              <a:gd name="connsiteX7" fmla="*/ 0 w 5867400"/>
              <a:gd name="connsiteY7" fmla="*/ 9144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7400" h="4572000">
                <a:moveTo>
                  <a:pt x="0" y="0"/>
                </a:moveTo>
                <a:lnTo>
                  <a:pt x="914400" y="0"/>
                </a:lnTo>
                <a:lnTo>
                  <a:pt x="4953000" y="0"/>
                </a:lnTo>
                <a:cubicBezTo>
                  <a:pt x="5458142" y="0"/>
                  <a:pt x="5867400" y="409257"/>
                  <a:pt x="5867400" y="914400"/>
                </a:cubicBezTo>
                <a:lnTo>
                  <a:pt x="5867400" y="957012"/>
                </a:lnTo>
                <a:cubicBezTo>
                  <a:pt x="5867400" y="1611809"/>
                  <a:pt x="5867400" y="2714625"/>
                  <a:pt x="5867400" y="4572000"/>
                </a:cubicBezTo>
                <a:cubicBezTo>
                  <a:pt x="5867400" y="4572000"/>
                  <a:pt x="5867400" y="4572000"/>
                  <a:pt x="0" y="4572000"/>
                </a:cubicBezTo>
                <a:cubicBezTo>
                  <a:pt x="0" y="4572000"/>
                  <a:pt x="0" y="4572000"/>
                  <a:pt x="0" y="91440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5" name="04_Date Placeholder 4 (JU-Free)">
            <a:extLst>
              <a:ext uri="{FF2B5EF4-FFF2-40B4-BE49-F238E27FC236}">
                <a16:creationId xmlns:a16="http://schemas.microsoft.com/office/drawing/2014/main" id="{9B674E7B-4058-DA00-CE85-E401F960FC2F}"/>
              </a:ext>
            </a:extLst>
          </p:cNvPr>
          <p:cNvSpPr>
            <a:spLocks noGrp="1"/>
          </p:cNvSpPr>
          <p:nvPr>
            <p:ph type="dt" sz="half" idx="1001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2" name="05_Footer Placeholder 5 (JU-Free)">
            <a:extLst>
              <a:ext uri="{FF2B5EF4-FFF2-40B4-BE49-F238E27FC236}">
                <a16:creationId xmlns:a16="http://schemas.microsoft.com/office/drawing/2014/main" id="{E4A28719-CAFF-18F7-6460-7E3C32F5318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6 (JU-Free)">
            <a:extLst>
              <a:ext uri="{FF2B5EF4-FFF2-40B4-BE49-F238E27FC236}">
                <a16:creationId xmlns:a16="http://schemas.microsoft.com/office/drawing/2014/main" id="{6B1C2809-7447-745F-07AA-886E064EEDAE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5587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L)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ame 1">
            <a:extLst>
              <a:ext uri="{FF2B5EF4-FFF2-40B4-BE49-F238E27FC236}">
                <a16:creationId xmlns:a16="http://schemas.microsoft.com/office/drawing/2014/main" id="{4DF9B1D2-E70E-992A-EED8-6B15EEBFC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CE3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E43B87C2-FAC9-3AD2-C9EB-651FF8B18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53200" y="673100"/>
            <a:ext cx="4953000" cy="901700"/>
          </a:xfrm>
        </p:spPr>
        <p:txBody>
          <a:bodyPr/>
          <a:lstStyle>
            <a:lvl1pPr>
              <a:defRPr kumimoji="0" sz="36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AA503921-B6EF-C62F-1B37-B963B1ED0D2C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228600" y="228600"/>
            <a:ext cx="5867400" cy="6172200"/>
          </a:xfrm>
          <a:custGeom>
            <a:avLst/>
            <a:gdLst>
              <a:gd name="connsiteX0" fmla="*/ 0 w 5867400"/>
              <a:gd name="connsiteY0" fmla="*/ 0 h 6172200"/>
              <a:gd name="connsiteX1" fmla="*/ 5867400 w 5867400"/>
              <a:gd name="connsiteY1" fmla="*/ 0 h 6172200"/>
              <a:gd name="connsiteX2" fmla="*/ 5867400 w 5867400"/>
              <a:gd name="connsiteY2" fmla="*/ 6172200 h 6172200"/>
              <a:gd name="connsiteX3" fmla="*/ 5796717 w 5867400"/>
              <a:gd name="connsiteY3" fmla="*/ 6172200 h 6172200"/>
              <a:gd name="connsiteX4" fmla="*/ 0 w 5867400"/>
              <a:gd name="connsiteY4" fmla="*/ 6172200 h 6172200"/>
              <a:gd name="connsiteX5" fmla="*/ 0 w 5867400"/>
              <a:gd name="connsiteY5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67400" h="6172200">
                <a:moveTo>
                  <a:pt x="0" y="0"/>
                </a:moveTo>
                <a:lnTo>
                  <a:pt x="5867400" y="0"/>
                </a:lnTo>
                <a:lnTo>
                  <a:pt x="5867400" y="6172200"/>
                </a:lnTo>
                <a:lnTo>
                  <a:pt x="5796717" y="6172200"/>
                </a:lnTo>
                <a:cubicBezTo>
                  <a:pt x="4283088" y="6172200"/>
                  <a:pt x="2383631" y="6172200"/>
                  <a:pt x="0" y="6172200"/>
                </a:cubicBezTo>
                <a:cubicBezTo>
                  <a:pt x="0" y="6172200"/>
                  <a:pt x="0" y="6172200"/>
                  <a:pt x="0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1312B15C-D287-972C-EA43-AC1A12B3C1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553200" y="2209800"/>
            <a:ext cx="4953000" cy="3556000"/>
          </a:xfrm>
        </p:spPr>
        <p:txBody>
          <a:bodyPr/>
          <a:lstStyle/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7B46DA2F-D16F-BF5A-7B4B-4B06CC0D008B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AA4E8D-E90A-87CE-3136-811D121BBC50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EBAFE95-033C-721B-EF1D-03A606848219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3436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groen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9870C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554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lintblauw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1080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oranje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4288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donkergeel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40233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lichtblauw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0311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foto's (3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01_Rectangle 1[PHJU] (JU-Free)">
            <a:extLst>
              <a:ext uri="{FF2B5EF4-FFF2-40B4-BE49-F238E27FC236}">
                <a16:creationId xmlns:a16="http://schemas.microsoft.com/office/drawing/2014/main" id="{40F423B0-078A-F08D-1858-EAF86F84650A}"/>
              </a:ext>
            </a:extLst>
          </p:cNvPr>
          <p:cNvSpPr>
            <a:spLocks noGrp="1" noChangeArrowheads="1"/>
          </p:cNvSpPr>
          <p:nvPr>
            <p:ph type="pic" idx="1000" hasCustomPrompt="1"/>
          </p:nvPr>
        </p:nvSpPr>
        <p:spPr bwMode="gray">
          <a:xfrm>
            <a:off x="228600" y="228600"/>
            <a:ext cx="5753100" cy="300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5" name="02_Rectangle 2[PHJU] (JU-Free)">
            <a:extLst>
              <a:ext uri="{FF2B5EF4-FFF2-40B4-BE49-F238E27FC236}">
                <a16:creationId xmlns:a16="http://schemas.microsoft.com/office/drawing/2014/main" id="{F56D21AA-2783-0F1A-3B1F-B2E11AA1FB87}"/>
              </a:ext>
            </a:extLst>
          </p:cNvPr>
          <p:cNvSpPr>
            <a:spLocks noGrp="1" noChangeArrowheads="1"/>
          </p:cNvSpPr>
          <p:nvPr>
            <p:ph type="pic" idx="1001" hasCustomPrompt="1"/>
          </p:nvPr>
        </p:nvSpPr>
        <p:spPr bwMode="gray">
          <a:xfrm>
            <a:off x="228600" y="3390900"/>
            <a:ext cx="5753100" cy="300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6" name="03_Frame 3[PHJU] (JU-Free)">
            <a:extLst>
              <a:ext uri="{FF2B5EF4-FFF2-40B4-BE49-F238E27FC236}">
                <a16:creationId xmlns:a16="http://schemas.microsoft.com/office/drawing/2014/main" id="{CF766590-6253-1AAA-2A9F-D7D475FCEEF7}"/>
              </a:ext>
            </a:extLst>
          </p:cNvPr>
          <p:cNvSpPr>
            <a:spLocks noGrp="1"/>
          </p:cNvSpPr>
          <p:nvPr>
            <p:ph type="pic" idx="1002" hasCustomPrompt="1"/>
          </p:nvPr>
        </p:nvSpPr>
        <p:spPr bwMode="gray">
          <a:xfrm>
            <a:off x="6134100" y="228600"/>
            <a:ext cx="5829300" cy="6172200"/>
          </a:xfrm>
          <a:custGeom>
            <a:avLst/>
            <a:gdLst>
              <a:gd name="T0" fmla="*/ 0 w 18360"/>
              <a:gd name="T1" fmla="*/ 0 h 19440"/>
              <a:gd name="T2" fmla="*/ 0 w 18360"/>
              <a:gd name="T3" fmla="*/ 19440 h 19440"/>
              <a:gd name="T4" fmla="*/ 18360 w 18360"/>
              <a:gd name="T5" fmla="*/ 19440 h 19440"/>
              <a:gd name="T6" fmla="*/ 18360 w 18360"/>
              <a:gd name="T7" fmla="*/ 2880 h 19440"/>
              <a:gd name="T8" fmla="*/ 15480 w 18360"/>
              <a:gd name="T9" fmla="*/ 0 h 19440"/>
              <a:gd name="T10" fmla="*/ 0 w 183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18360" y="19440"/>
                  <a:pt x="18360" y="19440"/>
                  <a:pt x="18360" y="19440"/>
                </a:cubicBezTo>
                <a:cubicBezTo>
                  <a:pt x="18360" y="2880"/>
                  <a:pt x="18360" y="2880"/>
                  <a:pt x="18360" y="2880"/>
                </a:cubicBezTo>
                <a:cubicBezTo>
                  <a:pt x="18360" y="1289"/>
                  <a:pt x="17071" y="0"/>
                  <a:pt x="15480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4_Date Placeholder 4 (JU-Free)">
            <a:extLst>
              <a:ext uri="{FF2B5EF4-FFF2-40B4-BE49-F238E27FC236}">
                <a16:creationId xmlns:a16="http://schemas.microsoft.com/office/drawing/2014/main" id="{BC7E7E6F-8A10-9C49-82FD-B6CC934F5945}"/>
              </a:ext>
            </a:extLst>
          </p:cNvPr>
          <p:cNvSpPr>
            <a:spLocks noGrp="1"/>
          </p:cNvSpPr>
          <p:nvPr>
            <p:ph type="dt" sz="half" idx="100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5_Footer Placeholder 5 (JU-Free)">
            <a:extLst>
              <a:ext uri="{FF2B5EF4-FFF2-40B4-BE49-F238E27FC236}">
                <a16:creationId xmlns:a16="http://schemas.microsoft.com/office/drawing/2014/main" id="{3E1B720E-2834-44E0-69AE-1E3B8050D279}"/>
              </a:ext>
            </a:extLst>
          </p:cNvPr>
          <p:cNvSpPr>
            <a:spLocks noGrp="1"/>
          </p:cNvSpPr>
          <p:nvPr>
            <p:ph type="ftr" sz="quarter" idx="100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6_Slide Number Placeholder 6 (JU-Free)">
            <a:extLst>
              <a:ext uri="{FF2B5EF4-FFF2-40B4-BE49-F238E27FC236}">
                <a16:creationId xmlns:a16="http://schemas.microsoft.com/office/drawing/2014/main" id="{BD3EDC94-1D58-9779-3A84-DC8B045843EB}"/>
              </a:ext>
            </a:extLst>
          </p:cNvPr>
          <p:cNvSpPr>
            <a:spLocks noGrp="1"/>
          </p:cNvSpPr>
          <p:nvPr>
            <p:ph type="sldNum" sz="quarter" idx="100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708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chemeClr val="tx2">
                    <a:lumMod val="100000"/>
                  </a:schemeClr>
                </a:solidFill>
                <a:latin typeface="RijksoverheidSerif" panose="020B0604020202020204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5859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0403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E17000"/>
                </a:solidFill>
                <a:latin typeface="RijksoverheidSerif" panose="020B0604020202020204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1333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9725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85883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D8951452-B46B-E96D-6209-652DF34D3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39C926F8-697B-7BC5-47A1-4399FCFD8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chemeClr val="tx2">
                    <a:lumMod val="100000"/>
                  </a:scheme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4B747F88-3CB3-8C9C-ACA1-5F6CC892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DF62A6BA-4CFE-6EC9-A245-6C8EC1F3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772B5108-7617-3C9B-901F-42448BC1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85346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02B7BED3-E3F3-335F-F760-3CC38AF41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A2D9C19E-F1A9-0E3C-D7FA-591161576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A23097FD-747E-01BC-9CF3-36F3BF0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9842B86-954D-4485-7B30-16AECD4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2298AE60-388B-6DAC-2742-601D3D9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1712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6A4E446-1623-7BE0-CF8F-20EA280B6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A2D9C19E-F1A9-0E3C-D7FA-591161576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E17000">
                    <a:lumMod val="100000"/>
                  </a:srgb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A23097FD-747E-01BC-9CF3-36F3BF0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9842B86-954D-4485-7B30-16AECD4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2298AE60-388B-6DAC-2742-601D3D9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1599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63C9A44F-931B-249A-D84C-D7297DCC4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68EDACC1-8932-F696-7C17-2DA489520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F90A6301-817F-3A81-EC49-F8CCC7CD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03B6AA29-C492-D044-18D7-03D4980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63B89C0D-2075-C310-79C7-BF4E3AC0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6626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1A10CFC-8FF8-5924-7108-170778A19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68EDACC1-8932-F696-7C17-2DA489520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F90A6301-817F-3A81-EC49-F8CCC7CD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03B6AA29-C492-D044-18D7-03D4980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63B89C0D-2075-C310-79C7-BF4E3AC0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167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kleur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850FC4E-F364-D0BD-EB42-51F5B7467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4080 w 36960"/>
              <a:gd name="T5" fmla="*/ 19440 h 19440"/>
              <a:gd name="T6" fmla="*/ 36960 w 36960"/>
              <a:gd name="T7" fmla="*/ 16560 h 19440"/>
              <a:gd name="T8" fmla="*/ 3696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4080" y="19440"/>
                  <a:pt x="34080" y="19440"/>
                  <a:pt x="34080" y="19440"/>
                </a:cubicBezTo>
                <a:cubicBezTo>
                  <a:pt x="35671" y="19440"/>
                  <a:pt x="36960" y="18151"/>
                  <a:pt x="36960" y="16560"/>
                </a:cubicBezTo>
                <a:cubicBezTo>
                  <a:pt x="36960" y="0"/>
                  <a:pt x="36960" y="0"/>
                  <a:pt x="3696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7BD522CF-8FDA-B513-943B-CA717E632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chemeClr val="bg1">
                    <a:lumMod val="100000"/>
                  </a:scheme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en-GB"/>
              <a:t>[“Quote”]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6264532-B631-6FB7-CC30-49AA7030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BACB5FA-C832-9915-C103-C940ED22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B015C9E1-CA6C-9B31-DC22-9067079B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6121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9CEE6FD2-D2EE-28AA-A625-AC90CA732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0D61B40-644C-4A2B-EE6A-9768A9FA82E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9" name="04_Date Placeholder 5 (JU-Free)">
            <a:extLst>
              <a:ext uri="{FF2B5EF4-FFF2-40B4-BE49-F238E27FC236}">
                <a16:creationId xmlns:a16="http://schemas.microsoft.com/office/drawing/2014/main" id="{4B3559F6-B4E8-90BA-50A9-8948376D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0" name="05_Footer Placeholder 6 (JU-Free)">
            <a:extLst>
              <a:ext uri="{FF2B5EF4-FFF2-40B4-BE49-F238E27FC236}">
                <a16:creationId xmlns:a16="http://schemas.microsoft.com/office/drawing/2014/main" id="{914F6924-81FF-FC4A-95BB-2ECC10F4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2" name="06_Slide Number Placeholder 7 (JU-Free)">
            <a:extLst>
              <a:ext uri="{FF2B5EF4-FFF2-40B4-BE49-F238E27FC236}">
                <a16:creationId xmlns:a16="http://schemas.microsoft.com/office/drawing/2014/main" id="{6E2C0466-A8B2-7076-23B6-2130890C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6387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22ACD8E9-7CC9-3136-0443-98A4E5DAE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1F2CD1DB-5558-0EB9-FABF-697518EA8722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10" name="04_Date Placeholder 5 (JU-Free)">
            <a:extLst>
              <a:ext uri="{FF2B5EF4-FFF2-40B4-BE49-F238E27FC236}">
                <a16:creationId xmlns:a16="http://schemas.microsoft.com/office/drawing/2014/main" id="{60EEDD31-2070-47E8-25E4-D303FB6F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2" name="05_Footer Placeholder 6 (JU-Free)">
            <a:extLst>
              <a:ext uri="{FF2B5EF4-FFF2-40B4-BE49-F238E27FC236}">
                <a16:creationId xmlns:a16="http://schemas.microsoft.com/office/drawing/2014/main" id="{38E9E944-A43B-7951-2FC2-CF19816E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7 (JU-Free)">
            <a:extLst>
              <a:ext uri="{FF2B5EF4-FFF2-40B4-BE49-F238E27FC236}">
                <a16:creationId xmlns:a16="http://schemas.microsoft.com/office/drawing/2014/main" id="{02A7DEC4-4E13-9DA3-DA87-F57C07F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6249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A12E568-F53B-F653-BA7F-C856EBE87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56915DC9-8A91-D42B-05CA-907096959B8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10" name="04_Date Placeholder 5 (JU-Free)">
            <a:extLst>
              <a:ext uri="{FF2B5EF4-FFF2-40B4-BE49-F238E27FC236}">
                <a16:creationId xmlns:a16="http://schemas.microsoft.com/office/drawing/2014/main" id="{60EEDD31-2070-47E8-25E4-D303FB6F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2" name="05_Footer Placeholder 6 (JU-Free)">
            <a:extLst>
              <a:ext uri="{FF2B5EF4-FFF2-40B4-BE49-F238E27FC236}">
                <a16:creationId xmlns:a16="http://schemas.microsoft.com/office/drawing/2014/main" id="{38E9E944-A43B-7951-2FC2-CF19816E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7 (JU-Free)">
            <a:extLst>
              <a:ext uri="{FF2B5EF4-FFF2-40B4-BE49-F238E27FC236}">
                <a16:creationId xmlns:a16="http://schemas.microsoft.com/office/drawing/2014/main" id="{02A7DEC4-4E13-9DA3-DA87-F57C07F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6680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AD2CEE91-9CEB-0F7A-BF31-FEB5A9965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0AB0B860-0D52-BA5E-4341-ECF2CFD437EB}"/>
              </a:ext>
            </a:extLst>
          </p:cNvPr>
          <p:cNvSpPr>
            <a:spLocks noGrp="1"/>
          </p:cNvSpPr>
          <p:nvPr>
            <p:ph type="title" idx="18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5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6" name="03_Frame content 4[PHJU] (JU-Free)">
            <a:extLst>
              <a:ext uri="{FF2B5EF4-FFF2-40B4-BE49-F238E27FC236}">
                <a16:creationId xmlns:a16="http://schemas.microsoft.com/office/drawing/2014/main" id="{8810F699-AB7B-FEA2-EABB-2DBCA2172A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7" name="04_Date Placeholder 5 (JU-Free)">
            <a:extLst>
              <a:ext uri="{FF2B5EF4-FFF2-40B4-BE49-F238E27FC236}">
                <a16:creationId xmlns:a16="http://schemas.microsoft.com/office/drawing/2014/main" id="{49BE7272-2941-65BA-DE51-2188192A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8" name="05_Footer Placeholder 6 (JU-Free)">
            <a:extLst>
              <a:ext uri="{FF2B5EF4-FFF2-40B4-BE49-F238E27FC236}">
                <a16:creationId xmlns:a16="http://schemas.microsoft.com/office/drawing/2014/main" id="{311B086E-550D-0D23-C313-B6F7BD9316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9" name="06_Slide Number Placeholder 7 (JU-Free)">
            <a:extLst>
              <a:ext uri="{FF2B5EF4-FFF2-40B4-BE49-F238E27FC236}">
                <a16:creationId xmlns:a16="http://schemas.microsoft.com/office/drawing/2014/main" id="{B48CADE4-9619-E73D-8601-343CE903A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2478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585555D7-9E74-C7F6-EF68-C341B54C9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97683612-DA99-3EB6-DAD7-338B7C6D7659}"/>
              </a:ext>
            </a:extLst>
          </p:cNvPr>
          <p:cNvSpPr>
            <a:spLocks noGrp="1"/>
          </p:cNvSpPr>
          <p:nvPr>
            <p:ph type="title" idx="18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5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6" name="03_Frame content 4[PHJU] (JU-Free)">
            <a:extLst>
              <a:ext uri="{FF2B5EF4-FFF2-40B4-BE49-F238E27FC236}">
                <a16:creationId xmlns:a16="http://schemas.microsoft.com/office/drawing/2014/main" id="{8810F699-AB7B-FEA2-EABB-2DBCA2172A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en-GB"/>
              <a:t>[Typ tekst of klik op een pictogram om een object in te voegen]</a:t>
            </a:r>
            <a:endParaRPr lang="en-GB" dirty="0"/>
          </a:p>
        </p:txBody>
      </p:sp>
      <p:sp>
        <p:nvSpPr>
          <p:cNvPr id="7" name="04_Date Placeholder 5 (JU-Free)">
            <a:extLst>
              <a:ext uri="{FF2B5EF4-FFF2-40B4-BE49-F238E27FC236}">
                <a16:creationId xmlns:a16="http://schemas.microsoft.com/office/drawing/2014/main" id="{49BE7272-2941-65BA-DE51-2188192A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8" name="05_Footer Placeholder 6 (JU-Free)">
            <a:extLst>
              <a:ext uri="{FF2B5EF4-FFF2-40B4-BE49-F238E27FC236}">
                <a16:creationId xmlns:a16="http://schemas.microsoft.com/office/drawing/2014/main" id="{311B086E-550D-0D23-C313-B6F7BD9316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9" name="06_Slide Number Placeholder 7 (JU-Free)">
            <a:extLst>
              <a:ext uri="{FF2B5EF4-FFF2-40B4-BE49-F238E27FC236}">
                <a16:creationId xmlns:a16="http://schemas.microsoft.com/office/drawing/2014/main" id="{B48CADE4-9619-E73D-8601-343CE903A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2753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FFB4E8A-8EDD-82C8-243A-A24DD7844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F307BC5-996B-FF0A-75BE-15CA2268579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5231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6B519CA6-31FD-2906-EEF6-5F4A36952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DAC669C3-BB47-62E0-BA10-E81E0B2286D2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5575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ECD787E2-BAAC-125D-21E1-986BB42EB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41702A1-F3D1-5B30-2892-B8EA97ED76E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237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04D92D8-EB8D-12F9-E16C-BEC75A188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14BD4B4E-C937-5AB6-967B-0D87C5A18C3E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68860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84D99ED-4507-04B4-41F6-9933DC7A0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3E38472-9760-256D-6348-E84E25F9B628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39667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3CA027A5-1216-8270-8A5F-3484B19A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1841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4516806-A9B6-8FDB-E1BD-B9C8EBACA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0994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BCC8F23-E80E-7384-1F1B-12C14D471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6036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C144CD1B-6C52-4741-0947-E7F5149E0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2746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2B3BB64-DB36-DFD3-557D-94D38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0542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9870C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8C92FCF4-4940-AD04-3C06-EB234D9DD104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D03F8915-C3C5-21E1-8F6A-42C87D1804BC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6371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2B8F1B70-2DB9-090C-7671-E606B439E413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5BFE936E-2EB5-D3D8-EDEB-174859E948FB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628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A81C4823-52FC-1780-4F8A-4ADD39A1BF0A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888F316F-B258-61D2-73A3-EFAD1F2CE708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3447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24FF10AE-A59A-EF9F-E9AC-C1391701A8F5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F0A70F12-BE5F-9E55-B501-6BE0BA719DCB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961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>
                <a:solidFill>
                  <a:srgbClr val="154273"/>
                </a:solidFill>
              </a:defRPr>
            </a:lvl1pPr>
          </a:lstStyle>
          <a:p>
            <a:r>
              <a:rPr lang="en-GB"/>
              <a:t>[Afbeelding]</a:t>
            </a:r>
            <a:endParaRPr lang="en-GB" dirty="0"/>
          </a:p>
        </p:txBody>
      </p:sp>
      <p:sp>
        <p:nvSpPr>
          <p:cNvPr id="3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2BB58F0C-BB9F-AAD7-3512-A7ADCC6F02B4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1C8FCE37-E2F3-305D-E628-154952F09C1D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0311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14DAAEB-9B4A-6F65-D56D-A521E8C4FF6F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4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8AFD6EFC-556A-1060-2A1E-921550C9DC7C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4D271211-4E1E-1E68-9FCD-D62D5B71D68A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9885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4894BF1D-DB87-623C-D664-E301AA261C68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C0E2BB59-9E69-2B00-F627-C95352658D9F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855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BA09AD24-707E-934B-3671-227E509CB8B8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B9A31146-6CF0-6992-5952-E7C7F636F96A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77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5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D61015EC-79AE-9F66-4C61-11E107AA7AC8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6" name="05_Rectangle 6" descr="Moving forward digitally, together">
            <a:extLst>
              <a:ext uri="{FF2B5EF4-FFF2-40B4-BE49-F238E27FC236}">
                <a16:creationId xmlns:a16="http://schemas.microsoft.com/office/drawing/2014/main" id="{EDCF9574-FBD5-92AE-3C3E-9BD2C0D51EC2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2775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>
              <a:latin typeface="RijksSansTT" panose="020B0504010101010104" pitchFamily="34" charset="0"/>
            </a:endParaRP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en-GB"/>
              <a:t>[Bedankt]</a:t>
            </a:r>
            <a:endParaRPr lang="en-GB" dirty="0"/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[Tekst]</a:t>
            </a:r>
            <a:endParaRPr lang="en-GB" dirty="0"/>
          </a:p>
        </p:txBody>
      </p:sp>
      <p:sp>
        <p:nvSpPr>
          <p:cNvPr id="9" name="01_Rectangle 2" descr="Logo Logius, Ministry of the Interior and Kingdom Relations">
            <a:extLst>
              <a:ext uri="{FF2B5EF4-FFF2-40B4-BE49-F238E27FC236}">
                <a16:creationId xmlns:a16="http://schemas.microsoft.com/office/drawing/2014/main" id="{38158A21-73EE-B35B-9C94-D2185EF74C9D}"/>
              </a:ext>
            </a:extLst>
          </p:cNvPr>
          <p:cNvSpPr txBox="1">
            <a:spLocks noSelect="1"/>
          </p:cNvSpPr>
          <p:nvPr/>
        </p:nvSpPr>
        <p:spPr>
          <a:xfrm>
            <a:off x="5873750" y="-7200"/>
            <a:ext cx="3127375" cy="911225"/>
          </a:xfrm>
          <a:custGeom>
            <a:avLst/>
            <a:gdLst>
              <a:gd name="connsiteX0" fmla="*/ 0 w 3127375"/>
              <a:gd name="connsiteY0" fmla="*/ 0 h 911225"/>
              <a:gd name="connsiteX1" fmla="*/ 3127375 w 3127375"/>
              <a:gd name="connsiteY1" fmla="*/ 0 h 911225"/>
              <a:gd name="connsiteX2" fmla="*/ 3127375 w 3127375"/>
              <a:gd name="connsiteY2" fmla="*/ 911225 h 911225"/>
              <a:gd name="connsiteX3" fmla="*/ 0 w 3127375"/>
              <a:gd name="connsiteY3" fmla="*/ 911225 h 91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7375" h="911225">
                <a:moveTo>
                  <a:pt x="0" y="0"/>
                </a:moveTo>
                <a:lnTo>
                  <a:pt x="3127375" y="0"/>
                </a:lnTo>
                <a:lnTo>
                  <a:pt x="3127375" y="911225"/>
                </a:lnTo>
                <a:lnTo>
                  <a:pt x="0" y="9112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0" name="05_Rectangle 6" descr="Moving forward digitally, together">
            <a:extLst>
              <a:ext uri="{FF2B5EF4-FFF2-40B4-BE49-F238E27FC236}">
                <a16:creationId xmlns:a16="http://schemas.microsoft.com/office/drawing/2014/main" id="{78AB12AB-8CE3-DBB0-A4D1-174B8D75935B}"/>
              </a:ext>
            </a:extLst>
          </p:cNvPr>
          <p:cNvSpPr txBox="1">
            <a:spLocks noSelect="1"/>
          </p:cNvSpPr>
          <p:nvPr/>
        </p:nvSpPr>
        <p:spPr>
          <a:xfrm>
            <a:off x="246063" y="6530975"/>
            <a:ext cx="1798638" cy="133350"/>
          </a:xfrm>
          <a:custGeom>
            <a:avLst/>
            <a:gdLst>
              <a:gd name="connsiteX0" fmla="*/ 0 w 1798638"/>
              <a:gd name="connsiteY0" fmla="*/ 0 h 133350"/>
              <a:gd name="connsiteX1" fmla="*/ 1798638 w 1798638"/>
              <a:gd name="connsiteY1" fmla="*/ 0 h 133350"/>
              <a:gd name="connsiteX2" fmla="*/ 1798638 w 1798638"/>
              <a:gd name="connsiteY2" fmla="*/ 133350 h 133350"/>
              <a:gd name="connsiteX3" fmla="*/ 0 w 1798638"/>
              <a:gd name="connsiteY3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8638" h="133350">
                <a:moveTo>
                  <a:pt x="0" y="0"/>
                </a:moveTo>
                <a:lnTo>
                  <a:pt x="1798638" y="0"/>
                </a:lnTo>
                <a:lnTo>
                  <a:pt x="1798638" y="133350"/>
                </a:lnTo>
                <a:lnTo>
                  <a:pt x="0" y="1333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1206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0B3EAF-ADB9-228E-995B-A428216E2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4100129-29E6-1525-5504-CF183519A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56CF3A7-3A5C-6AA8-C6D1-F7079349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DEA1929-B2DB-8B5A-51F2-C40A4C9B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056B7B9-6336-7846-1D5A-0914D6C0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64067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D09C1DA-48E1-BD2F-6179-4D72F1C08013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83E7929-AA56-B478-9F0F-1F78F35197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0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A344B82-CD71-3020-126A-5056D5924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C32DC341-DA14-5AE5-854B-657F153722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63614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36141063-59A1-68C7-237C-50361373B9F0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925B6A44-554E-E783-5378-AFC82C11A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2A344B82-CD71-3020-126A-5056D5924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F2ACAD92-4762-0173-B85F-3815C65A1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6308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601EF38-E193-5FB0-8683-CA98E105E10E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56957C5-6F1A-D1BC-16B3-7E0AE21CBA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8B445384-D813-8F92-867E-8B2C0E48F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0000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1C241F21-AF4C-0D90-41B4-4A95779541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7716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579DC138-F4E1-5F49-F699-61EF2F5DD1A3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D7077C84-B5CC-FA1E-0FAA-734E06C580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0942158F-4FC3-25F7-D4F5-8C21FFE66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7EE2DD2B-F30E-EDFC-921B-5661E89FFB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0881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318A48CB-9C3B-BCC5-7ABA-D14FEE9E199E}"/>
              </a:ext>
            </a:extLst>
          </p:cNvPr>
          <p:cNvSpPr>
            <a:spLocks noSelect="1"/>
          </p:cNvSpPr>
          <p:nvPr/>
        </p:nvSpPr>
        <p:spPr bwMode="auto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FE3F7680-303F-E26E-037E-564502BF17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4AED3985-496E-8F9D-39F1-EEF37871A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2FF2FB1C-9933-3BB2-BAFB-D13A0F43EF61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9B83AC51-4276-5547-D6F5-79341CEF62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3893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BDABE0C-C66C-D06E-2EB8-950B79638687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4D3F97A3-8DBF-7C4D-9F93-7BE0F6F0D5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30420568-08F3-6A8B-F311-D4E3D36EB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tx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E21D64D9-F3F0-6512-1606-6F9DA470E5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3052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1_Rectangle 1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2A88D1BC-6727-E3AC-C5B1-6B58866C2C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2 (JU-Free)">
            <a:extLst>
              <a:ext uri="{FF2B5EF4-FFF2-40B4-BE49-F238E27FC236}">
                <a16:creationId xmlns:a16="http://schemas.microsoft.com/office/drawing/2014/main" id="{A1CFF0E3-B573-8C24-6C8F-1AF0FEC17C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5{PHJU} (JU-Free)" descr="Logius. Samen digitaal verder.">
            <a:extLst>
              <a:ext uri="{FF2B5EF4-FFF2-40B4-BE49-F238E27FC236}">
                <a16:creationId xmlns:a16="http://schemas.microsoft.com/office/drawing/2014/main" id="{1F9BA0A0-6049-6ECC-0EF8-67A8EE0768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5" name="Frame 6">
            <a:extLst>
              <a:ext uri="{FF2B5EF4-FFF2-40B4-BE49-F238E27FC236}">
                <a16:creationId xmlns:a16="http://schemas.microsoft.com/office/drawing/2014/main" id="{CFE1D408-8083-C165-1224-62FC5D8166C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631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92AA0633-383A-0101-12ED-F86405913A4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D36974DB-8C28-9707-3034-7D71F4D28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37CC5796-B82F-787E-6F1A-BE92A9C701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E17000">
                    <a:lumMod val="100000"/>
                  </a:srgb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CC8D5881-C3C9-DAF9-2FD1-6897C675CCE1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0000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EEE635FB-7E9B-61B3-4F5E-2B62D4C7A6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4574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8639B94F-25BA-422D-A428-8AC7F7307BF0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8C720D96-6DBB-CF67-F157-C23DC87481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E3DCECE3-A58B-8ED7-311C-50577605B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61FC5C0B-A168-2EE1-D5FC-6CFFF4B09F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552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rand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1D9CCFD-5505-696D-1EFB-6F6DD0BD9989}"/>
              </a:ext>
            </a:extLst>
          </p:cNvPr>
          <p:cNvSpPr>
            <a:spLocks noSelect="1"/>
          </p:cNvSpPr>
          <p:nvPr/>
        </p:nvSpPr>
        <p:spPr bwMode="auto">
          <a:xfrm rot="10800000" flipH="1">
            <a:off x="228600" y="1137600"/>
            <a:ext cx="11741150" cy="5263195"/>
          </a:xfrm>
          <a:custGeom>
            <a:avLst/>
            <a:gdLst>
              <a:gd name="connsiteX0" fmla="*/ 10824210 w 11741150"/>
              <a:gd name="connsiteY0" fmla="*/ 5263195 h 5263195"/>
              <a:gd name="connsiteX1" fmla="*/ 0 w 11741150"/>
              <a:gd name="connsiteY1" fmla="*/ 5263195 h 5263195"/>
              <a:gd name="connsiteX2" fmla="*/ 0 w 11741150"/>
              <a:gd name="connsiteY2" fmla="*/ 5250495 h 5263195"/>
              <a:gd name="connsiteX3" fmla="*/ 10824210 w 11741150"/>
              <a:gd name="connsiteY3" fmla="*/ 5250495 h 5263195"/>
              <a:gd name="connsiteX4" fmla="*/ 11728450 w 11741150"/>
              <a:gd name="connsiteY4" fmla="*/ 4346255 h 5263195"/>
              <a:gd name="connsiteX5" fmla="*/ 11728450 w 11741150"/>
              <a:gd name="connsiteY5" fmla="*/ 235 h 5263195"/>
              <a:gd name="connsiteX6" fmla="*/ 11728450 w 11741150"/>
              <a:gd name="connsiteY6" fmla="*/ 0 h 5263195"/>
              <a:gd name="connsiteX7" fmla="*/ 11741150 w 11741150"/>
              <a:gd name="connsiteY7" fmla="*/ 0 h 5263195"/>
              <a:gd name="connsiteX8" fmla="*/ 11741150 w 11741150"/>
              <a:gd name="connsiteY8" fmla="*/ 39927 h 5263195"/>
              <a:gd name="connsiteX9" fmla="*/ 11741150 w 11741150"/>
              <a:gd name="connsiteY9" fmla="*/ 4346255 h 5263195"/>
              <a:gd name="connsiteX10" fmla="*/ 10824210 w 11741150"/>
              <a:gd name="connsiteY10" fmla="*/ 5263195 h 526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41150" h="5263195">
                <a:moveTo>
                  <a:pt x="10824210" y="5263195"/>
                </a:moveTo>
                <a:cubicBezTo>
                  <a:pt x="0" y="5263195"/>
                  <a:pt x="0" y="5263195"/>
                  <a:pt x="0" y="5263195"/>
                </a:cubicBezTo>
                <a:cubicBezTo>
                  <a:pt x="0" y="5250495"/>
                  <a:pt x="0" y="5250495"/>
                  <a:pt x="0" y="5250495"/>
                </a:cubicBezTo>
                <a:cubicBezTo>
                  <a:pt x="10824210" y="5250495"/>
                  <a:pt x="10824210" y="5250495"/>
                  <a:pt x="10824210" y="5250495"/>
                </a:cubicBezTo>
                <a:cubicBezTo>
                  <a:pt x="11323002" y="5250495"/>
                  <a:pt x="11728450" y="4845047"/>
                  <a:pt x="11728450" y="4346255"/>
                </a:cubicBezTo>
                <a:cubicBezTo>
                  <a:pt x="11728450" y="2113278"/>
                  <a:pt x="11728450" y="787447"/>
                  <a:pt x="11728450" y="235"/>
                </a:cubicBezTo>
                <a:lnTo>
                  <a:pt x="11728450" y="0"/>
                </a:lnTo>
                <a:lnTo>
                  <a:pt x="11741150" y="0"/>
                </a:lnTo>
                <a:lnTo>
                  <a:pt x="11741150" y="39927"/>
                </a:lnTo>
                <a:cubicBezTo>
                  <a:pt x="11741150" y="4346255"/>
                  <a:pt x="11741150" y="4346255"/>
                  <a:pt x="11741150" y="4346255"/>
                </a:cubicBezTo>
                <a:cubicBezTo>
                  <a:pt x="11741150" y="4852033"/>
                  <a:pt x="11329988" y="5263195"/>
                  <a:pt x="10824210" y="5263195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D3147E05-8A8D-F1E9-7518-9F39AA694B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E3DCECE3-A58B-8ED7-311C-50577605B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108204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0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108204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1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108204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2" name="05_Rectangle 6{PHJU} (JU-Free)" descr="Logius. Samen digitaal verder.">
            <a:extLst>
              <a:ext uri="{FF2B5EF4-FFF2-40B4-BE49-F238E27FC236}">
                <a16:creationId xmlns:a16="http://schemas.microsoft.com/office/drawing/2014/main" id="{DAA19046-952C-50A2-BB2B-FFE195F3D3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5145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(1/2)+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EDC0D71-E98D-12F1-A853-AEBD870F773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EBF5D664-FBD7-C759-BFB9-59A36E314E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369AF19A-CB17-351E-6912-AB005F0E3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49022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tx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9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5" name="05_Placeholder 6[PHJU] (JU-Free)">
            <a:extLst>
              <a:ext uri="{FF2B5EF4-FFF2-40B4-BE49-F238E27FC236}">
                <a16:creationId xmlns:a16="http://schemas.microsoft.com/office/drawing/2014/main" id="{FD030714-B5E4-7A16-573D-C53C6E9F59DA}"/>
              </a:ext>
            </a:extLst>
          </p:cNvPr>
          <p:cNvSpPr>
            <a:spLocks noGrp="1"/>
          </p:cNvSpPr>
          <p:nvPr>
            <p:ph type="pic" idx="1004" hasCustomPrompt="1"/>
          </p:nvPr>
        </p:nvSpPr>
        <p:spPr bwMode="gray">
          <a:xfrm>
            <a:off x="6096000" y="1136650"/>
            <a:ext cx="5867400" cy="5264150"/>
          </a:xfrm>
          <a:custGeom>
            <a:avLst/>
            <a:gdLst>
              <a:gd name="connsiteX0" fmla="*/ 0 w 5867400"/>
              <a:gd name="connsiteY0" fmla="*/ 0 h 5263197"/>
              <a:gd name="connsiteX1" fmla="*/ 4956810 w 5867400"/>
              <a:gd name="connsiteY1" fmla="*/ 0 h 5263197"/>
              <a:gd name="connsiteX2" fmla="*/ 5867400 w 5867400"/>
              <a:gd name="connsiteY2" fmla="*/ 910590 h 5263197"/>
              <a:gd name="connsiteX3" fmla="*/ 5867400 w 5867400"/>
              <a:gd name="connsiteY3" fmla="*/ 1080525 h 5263197"/>
              <a:gd name="connsiteX4" fmla="*/ 5867400 w 5867400"/>
              <a:gd name="connsiteY4" fmla="*/ 3591297 h 5263197"/>
              <a:gd name="connsiteX5" fmla="*/ 5867400 w 5867400"/>
              <a:gd name="connsiteY5" fmla="*/ 3706480 h 5263197"/>
              <a:gd name="connsiteX6" fmla="*/ 5867400 w 5867400"/>
              <a:gd name="connsiteY6" fmla="*/ 3833673 h 5263197"/>
              <a:gd name="connsiteX7" fmla="*/ 5867400 w 5867400"/>
              <a:gd name="connsiteY7" fmla="*/ 4348798 h 5263197"/>
              <a:gd name="connsiteX8" fmla="*/ 5867400 w 5867400"/>
              <a:gd name="connsiteY8" fmla="*/ 5263197 h 5263197"/>
              <a:gd name="connsiteX9" fmla="*/ 4953000 w 5867400"/>
              <a:gd name="connsiteY9" fmla="*/ 5263197 h 5263197"/>
              <a:gd name="connsiteX10" fmla="*/ 4140554 w 5867400"/>
              <a:gd name="connsiteY10" fmla="*/ 5263197 h 5263197"/>
              <a:gd name="connsiteX11" fmla="*/ 4074042 w 5867400"/>
              <a:gd name="connsiteY11" fmla="*/ 5263197 h 5263197"/>
              <a:gd name="connsiteX12" fmla="*/ 3838533 w 5867400"/>
              <a:gd name="connsiteY12" fmla="*/ 5263197 h 5263197"/>
              <a:gd name="connsiteX13" fmla="*/ 388144 w 5867400"/>
              <a:gd name="connsiteY13" fmla="*/ 5263197 h 5263197"/>
              <a:gd name="connsiteX14" fmla="*/ 0 w 5867400"/>
              <a:gd name="connsiteY14" fmla="*/ 5263197 h 5263197"/>
              <a:gd name="connsiteX15" fmla="*/ 0 w 5867400"/>
              <a:gd name="connsiteY15" fmla="*/ 3434398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67400" h="5263197">
                <a:moveTo>
                  <a:pt x="0" y="0"/>
                </a:moveTo>
                <a:lnTo>
                  <a:pt x="4956810" y="0"/>
                </a:lnTo>
                <a:cubicBezTo>
                  <a:pt x="5459730" y="0"/>
                  <a:pt x="5867400" y="407670"/>
                  <a:pt x="5867400" y="910590"/>
                </a:cubicBezTo>
                <a:lnTo>
                  <a:pt x="5867400" y="1080525"/>
                </a:lnTo>
                <a:cubicBezTo>
                  <a:pt x="5867400" y="1641475"/>
                  <a:pt x="5867400" y="2443783"/>
                  <a:pt x="5867400" y="3591297"/>
                </a:cubicBezTo>
                <a:lnTo>
                  <a:pt x="5867400" y="3706480"/>
                </a:lnTo>
                <a:lnTo>
                  <a:pt x="5867400" y="3833673"/>
                </a:lnTo>
                <a:cubicBezTo>
                  <a:pt x="5867400" y="3998587"/>
                  <a:pt x="5867400" y="4170204"/>
                  <a:pt x="5867400" y="4348798"/>
                </a:cubicBezTo>
                <a:lnTo>
                  <a:pt x="5867400" y="5263197"/>
                </a:lnTo>
                <a:lnTo>
                  <a:pt x="4953000" y="5263197"/>
                </a:lnTo>
                <a:cubicBezTo>
                  <a:pt x="4953000" y="5263197"/>
                  <a:pt x="4953000" y="5263197"/>
                  <a:pt x="4140554" y="5263197"/>
                </a:cubicBezTo>
                <a:lnTo>
                  <a:pt x="4074042" y="5263197"/>
                </a:lnTo>
                <a:lnTo>
                  <a:pt x="3838533" y="5263197"/>
                </a:lnTo>
                <a:cubicBezTo>
                  <a:pt x="3169853" y="5263197"/>
                  <a:pt x="2099965" y="5263197"/>
                  <a:pt x="388144" y="5263197"/>
                </a:cubicBezTo>
                <a:lnTo>
                  <a:pt x="0" y="5263197"/>
                </a:lnTo>
                <a:cubicBezTo>
                  <a:pt x="0" y="3434398"/>
                  <a:pt x="0" y="3434398"/>
                  <a:pt x="0" y="3434398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37857A1B-B7BE-632E-F423-2DC9E0B6D4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0209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(1/2)+vlak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8C3BAA92-6B33-8B8C-ADE4-A3565EACF171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6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9596D64F-EC43-9049-FE75-188C6A2EA5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7" name="02_Title 3 (JU-Free)">
            <a:extLst>
              <a:ext uri="{FF2B5EF4-FFF2-40B4-BE49-F238E27FC236}">
                <a16:creationId xmlns:a16="http://schemas.microsoft.com/office/drawing/2014/main" id="{369AF19A-CB17-351E-6912-AB005F0E3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4902200" cy="14351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8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3314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9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3594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4" name="05_Placeholder 6[PHJU] (JU-Free)">
            <a:extLst>
              <a:ext uri="{FF2B5EF4-FFF2-40B4-BE49-F238E27FC236}">
                <a16:creationId xmlns:a16="http://schemas.microsoft.com/office/drawing/2014/main" id="{70D8E5DA-4844-80FB-966C-3C684EFA80AA}"/>
              </a:ext>
            </a:extLst>
          </p:cNvPr>
          <p:cNvSpPr>
            <a:spLocks noGrp="1"/>
          </p:cNvSpPr>
          <p:nvPr>
            <p:ph type="pic" idx="1004" hasCustomPrompt="1"/>
          </p:nvPr>
        </p:nvSpPr>
        <p:spPr bwMode="gray">
          <a:xfrm>
            <a:off x="6096000" y="1136650"/>
            <a:ext cx="5867400" cy="5264150"/>
          </a:xfrm>
          <a:custGeom>
            <a:avLst/>
            <a:gdLst>
              <a:gd name="connsiteX0" fmla="*/ 0 w 5867400"/>
              <a:gd name="connsiteY0" fmla="*/ 0 h 5263197"/>
              <a:gd name="connsiteX1" fmla="*/ 4956810 w 5867400"/>
              <a:gd name="connsiteY1" fmla="*/ 0 h 5263197"/>
              <a:gd name="connsiteX2" fmla="*/ 5867400 w 5867400"/>
              <a:gd name="connsiteY2" fmla="*/ 910590 h 5263197"/>
              <a:gd name="connsiteX3" fmla="*/ 5867400 w 5867400"/>
              <a:gd name="connsiteY3" fmla="*/ 1080525 h 5263197"/>
              <a:gd name="connsiteX4" fmla="*/ 5867400 w 5867400"/>
              <a:gd name="connsiteY4" fmla="*/ 3591297 h 5263197"/>
              <a:gd name="connsiteX5" fmla="*/ 5867400 w 5867400"/>
              <a:gd name="connsiteY5" fmla="*/ 3706480 h 5263197"/>
              <a:gd name="connsiteX6" fmla="*/ 5867400 w 5867400"/>
              <a:gd name="connsiteY6" fmla="*/ 3833673 h 5263197"/>
              <a:gd name="connsiteX7" fmla="*/ 5867400 w 5867400"/>
              <a:gd name="connsiteY7" fmla="*/ 4348798 h 5263197"/>
              <a:gd name="connsiteX8" fmla="*/ 5867400 w 5867400"/>
              <a:gd name="connsiteY8" fmla="*/ 5263197 h 5263197"/>
              <a:gd name="connsiteX9" fmla="*/ 4953000 w 5867400"/>
              <a:gd name="connsiteY9" fmla="*/ 5263197 h 5263197"/>
              <a:gd name="connsiteX10" fmla="*/ 4140554 w 5867400"/>
              <a:gd name="connsiteY10" fmla="*/ 5263197 h 5263197"/>
              <a:gd name="connsiteX11" fmla="*/ 4074042 w 5867400"/>
              <a:gd name="connsiteY11" fmla="*/ 5263197 h 5263197"/>
              <a:gd name="connsiteX12" fmla="*/ 3838533 w 5867400"/>
              <a:gd name="connsiteY12" fmla="*/ 5263197 h 5263197"/>
              <a:gd name="connsiteX13" fmla="*/ 388144 w 5867400"/>
              <a:gd name="connsiteY13" fmla="*/ 5263197 h 5263197"/>
              <a:gd name="connsiteX14" fmla="*/ 0 w 5867400"/>
              <a:gd name="connsiteY14" fmla="*/ 5263197 h 5263197"/>
              <a:gd name="connsiteX15" fmla="*/ 0 w 5867400"/>
              <a:gd name="connsiteY15" fmla="*/ 3434398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67400" h="5263197">
                <a:moveTo>
                  <a:pt x="0" y="0"/>
                </a:moveTo>
                <a:lnTo>
                  <a:pt x="4956810" y="0"/>
                </a:lnTo>
                <a:cubicBezTo>
                  <a:pt x="5459730" y="0"/>
                  <a:pt x="5867400" y="407670"/>
                  <a:pt x="5867400" y="910590"/>
                </a:cubicBezTo>
                <a:lnTo>
                  <a:pt x="5867400" y="1080525"/>
                </a:lnTo>
                <a:cubicBezTo>
                  <a:pt x="5867400" y="1641475"/>
                  <a:pt x="5867400" y="2443783"/>
                  <a:pt x="5867400" y="3591297"/>
                </a:cubicBezTo>
                <a:lnTo>
                  <a:pt x="5867400" y="3706480"/>
                </a:lnTo>
                <a:lnTo>
                  <a:pt x="5867400" y="3833673"/>
                </a:lnTo>
                <a:cubicBezTo>
                  <a:pt x="5867400" y="3998587"/>
                  <a:pt x="5867400" y="4170204"/>
                  <a:pt x="5867400" y="4348798"/>
                </a:cubicBezTo>
                <a:lnTo>
                  <a:pt x="5867400" y="5263197"/>
                </a:lnTo>
                <a:lnTo>
                  <a:pt x="4953000" y="5263197"/>
                </a:lnTo>
                <a:cubicBezTo>
                  <a:pt x="4953000" y="5263197"/>
                  <a:pt x="4953000" y="5263197"/>
                  <a:pt x="4140554" y="5263197"/>
                </a:cubicBezTo>
                <a:lnTo>
                  <a:pt x="4074042" y="5263197"/>
                </a:lnTo>
                <a:lnTo>
                  <a:pt x="3838533" y="5263197"/>
                </a:lnTo>
                <a:cubicBezTo>
                  <a:pt x="3169853" y="5263197"/>
                  <a:pt x="2099965" y="5263197"/>
                  <a:pt x="388144" y="5263197"/>
                </a:cubicBezTo>
                <a:lnTo>
                  <a:pt x="0" y="5263197"/>
                </a:lnTo>
                <a:cubicBezTo>
                  <a:pt x="0" y="3434398"/>
                  <a:pt x="0" y="3434398"/>
                  <a:pt x="0" y="3434398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4DC1728A-C956-7F9F-391A-CDEC330BE6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4055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kleur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09769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9434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wit vlak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01_Rectangle 1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7EF6141-E9D4-E793-93A7-B04F2F4494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2" name="05_Frame 5[PHJU] (JU-Free)">
            <a:extLst>
              <a:ext uri="{FF2B5EF4-FFF2-40B4-BE49-F238E27FC236}">
                <a16:creationId xmlns:a16="http://schemas.microsoft.com/office/drawing/2014/main" id="{CC0D6E4B-1B6F-FBFC-CCB9-333326DA7266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7" name="02_Title 2 (JU-Free)">
            <a:extLst>
              <a:ext uri="{FF2B5EF4-FFF2-40B4-BE49-F238E27FC236}">
                <a16:creationId xmlns:a16="http://schemas.microsoft.com/office/drawing/2014/main" id="{EE2DEABD-843B-6D57-FACC-C5AC9D1E0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39870C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9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2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3" name="06_Rectangle 6{PHJU} (JU-Free)" descr="Logius. Samen digitaal verder.">
            <a:extLst>
              <a:ext uri="{FF2B5EF4-FFF2-40B4-BE49-F238E27FC236}">
                <a16:creationId xmlns:a16="http://schemas.microsoft.com/office/drawing/2014/main" id="{2E715980-EC3E-F7B6-45A8-7F68E9124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0542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+wit vlak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01_Rectangle 1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37EF6141-E9D4-E793-93A7-B04F2F4494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2" name="05_Frame 5[PHJU] (JU-Free)">
            <a:extLst>
              <a:ext uri="{FF2B5EF4-FFF2-40B4-BE49-F238E27FC236}">
                <a16:creationId xmlns:a16="http://schemas.microsoft.com/office/drawing/2014/main" id="{CC0D6E4B-1B6F-FBFC-CCB9-333326DA7266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7" name="02_Title 2 (JU-Free)">
            <a:extLst>
              <a:ext uri="{FF2B5EF4-FFF2-40B4-BE49-F238E27FC236}">
                <a16:creationId xmlns:a16="http://schemas.microsoft.com/office/drawing/2014/main" id="{EE2DEABD-843B-6D57-FACC-C5AC9D1E0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9" name="03_Subtitle 3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2" name="04_Placeholder 4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3" name="06_Rectangle 6{PHJU} (JU-Free)" descr="Logius. Samen digitaal verder.">
            <a:extLst>
              <a:ext uri="{FF2B5EF4-FFF2-40B4-BE49-F238E27FC236}">
                <a16:creationId xmlns:a16="http://schemas.microsoft.com/office/drawing/2014/main" id="{2E715980-EC3E-F7B6-45A8-7F68E91242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889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6328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9523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[Titeldia+foto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FCE2B64C-D96D-2E45-0F96-470B75561032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656647"/>
            <a:ext cx="5867400" cy="2743200"/>
          </a:xfrm>
          <a:custGeom>
            <a:avLst/>
            <a:gdLst>
              <a:gd name="T0" fmla="*/ 0 w 18480"/>
              <a:gd name="T1" fmla="*/ 0 h 8640"/>
              <a:gd name="T2" fmla="*/ 0 w 18480"/>
              <a:gd name="T3" fmla="*/ 8640 h 8640"/>
              <a:gd name="T4" fmla="*/ 18480 w 18480"/>
              <a:gd name="T5" fmla="*/ 8640 h 8640"/>
              <a:gd name="T6" fmla="*/ 18480 w 18480"/>
              <a:gd name="T7" fmla="*/ 2880 h 8640"/>
              <a:gd name="T8" fmla="*/ 15600 w 18480"/>
              <a:gd name="T9" fmla="*/ 0 h 8640"/>
              <a:gd name="T10" fmla="*/ 0 w 18480"/>
              <a:gd name="T11" fmla="*/ 0 h 8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8640">
                <a:moveTo>
                  <a:pt x="0" y="0"/>
                </a:moveTo>
                <a:cubicBezTo>
                  <a:pt x="0" y="8640"/>
                  <a:pt x="0" y="8640"/>
                  <a:pt x="0" y="8640"/>
                </a:cubicBezTo>
                <a:cubicBezTo>
                  <a:pt x="18480" y="8640"/>
                  <a:pt x="18480" y="8640"/>
                  <a:pt x="18480" y="8640"/>
                </a:cubicBezTo>
                <a:cubicBezTo>
                  <a:pt x="18480" y="2880"/>
                  <a:pt x="18480" y="2880"/>
                  <a:pt x="18480" y="2880"/>
                </a:cubicBezTo>
                <a:cubicBezTo>
                  <a:pt x="18480" y="1289"/>
                  <a:pt x="17191" y="0"/>
                  <a:pt x="1560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solidFill>
              <a:srgbClr val="D52B1E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 </a:t>
            </a:r>
          </a:p>
        </p:txBody>
      </p:sp>
      <p:sp>
        <p:nvSpPr>
          <p:cNvPr id="7" name="01_Rectangle 2{PHJU} (JU-Free)" descr="Logo Logius, Ministerie van Binnenlandse Zaken en Koninkrijksrelaties">
            <a:extLst>
              <a:ext uri="{FF2B5EF4-FFF2-40B4-BE49-F238E27FC236}">
                <a16:creationId xmlns:a16="http://schemas.microsoft.com/office/drawing/2014/main" id="{03429CFA-4669-92F4-7B8E-2BED99BFA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05_Frame 6[PHJU] (JU-Free)">
            <a:extLst>
              <a:ext uri="{FF2B5EF4-FFF2-40B4-BE49-F238E27FC236}">
                <a16:creationId xmlns:a16="http://schemas.microsoft.com/office/drawing/2014/main" id="{F764C09F-1479-94DF-2637-C43545132B0F}"/>
              </a:ext>
            </a:extLst>
          </p:cNvPr>
          <p:cNvSpPr>
            <a:spLocks noGrp="1"/>
          </p:cNvSpPr>
          <p:nvPr>
            <p:ph type="pic" idx="1001" hasCustomPrompt="1"/>
          </p:nvPr>
        </p:nvSpPr>
        <p:spPr bwMode="gray">
          <a:xfrm>
            <a:off x="228600" y="1136650"/>
            <a:ext cx="11734800" cy="5263197"/>
          </a:xfrm>
          <a:custGeom>
            <a:avLst/>
            <a:gdLst>
              <a:gd name="connsiteX0" fmla="*/ 0 w 11734800"/>
              <a:gd name="connsiteY0" fmla="*/ 0 h 5263197"/>
              <a:gd name="connsiteX1" fmla="*/ 10824210 w 11734800"/>
              <a:gd name="connsiteY1" fmla="*/ 0 h 5263197"/>
              <a:gd name="connsiteX2" fmla="*/ 11734800 w 11734800"/>
              <a:gd name="connsiteY2" fmla="*/ 910590 h 5263197"/>
              <a:gd name="connsiteX3" fmla="*/ 11734800 w 11734800"/>
              <a:gd name="connsiteY3" fmla="*/ 1080525 h 5263197"/>
              <a:gd name="connsiteX4" fmla="*/ 11734800 w 11734800"/>
              <a:gd name="connsiteY4" fmla="*/ 3591297 h 5263197"/>
              <a:gd name="connsiteX5" fmla="*/ 11734800 w 11734800"/>
              <a:gd name="connsiteY5" fmla="*/ 3706480 h 5263197"/>
              <a:gd name="connsiteX6" fmla="*/ 11734800 w 11734800"/>
              <a:gd name="connsiteY6" fmla="*/ 3833673 h 5263197"/>
              <a:gd name="connsiteX7" fmla="*/ 11734800 w 11734800"/>
              <a:gd name="connsiteY7" fmla="*/ 4348798 h 5263197"/>
              <a:gd name="connsiteX8" fmla="*/ 11734800 w 11734800"/>
              <a:gd name="connsiteY8" fmla="*/ 5263197 h 5263197"/>
              <a:gd name="connsiteX9" fmla="*/ 10820400 w 11734800"/>
              <a:gd name="connsiteY9" fmla="*/ 5263197 h 5263197"/>
              <a:gd name="connsiteX10" fmla="*/ 10007954 w 11734800"/>
              <a:gd name="connsiteY10" fmla="*/ 5263197 h 5263197"/>
              <a:gd name="connsiteX11" fmla="*/ 9941442 w 11734800"/>
              <a:gd name="connsiteY11" fmla="*/ 5263197 h 5263197"/>
              <a:gd name="connsiteX12" fmla="*/ 9705933 w 11734800"/>
              <a:gd name="connsiteY12" fmla="*/ 5263197 h 5263197"/>
              <a:gd name="connsiteX13" fmla="*/ 6255544 w 11734800"/>
              <a:gd name="connsiteY13" fmla="*/ 5263197 h 5263197"/>
              <a:gd name="connsiteX14" fmla="*/ 5867400 w 11734800"/>
              <a:gd name="connsiteY14" fmla="*/ 5263197 h 5263197"/>
              <a:gd name="connsiteX15" fmla="*/ 5867400 w 11734800"/>
              <a:gd name="connsiteY15" fmla="*/ 3434398 h 5263197"/>
              <a:gd name="connsiteX16" fmla="*/ 4953000 w 11734800"/>
              <a:gd name="connsiteY16" fmla="*/ 2519999 h 5263197"/>
              <a:gd name="connsiteX17" fmla="*/ 0 w 11734800"/>
              <a:gd name="connsiteY17" fmla="*/ 2519999 h 5263197"/>
              <a:gd name="connsiteX18" fmla="*/ 0 w 11734800"/>
              <a:gd name="connsiteY18" fmla="*/ 2320421 h 5263197"/>
              <a:gd name="connsiteX19" fmla="*/ 0 w 11734800"/>
              <a:gd name="connsiteY19" fmla="*/ 153592 h 526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734800" h="5263197">
                <a:moveTo>
                  <a:pt x="0" y="0"/>
                </a:move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080525"/>
                </a:lnTo>
                <a:cubicBezTo>
                  <a:pt x="11734800" y="1641475"/>
                  <a:pt x="11734800" y="2443783"/>
                  <a:pt x="11734800" y="3591297"/>
                </a:cubicBezTo>
                <a:lnTo>
                  <a:pt x="11734800" y="3706480"/>
                </a:lnTo>
                <a:lnTo>
                  <a:pt x="11734800" y="3833673"/>
                </a:lnTo>
                <a:cubicBezTo>
                  <a:pt x="11734800" y="3998587"/>
                  <a:pt x="11734800" y="4170204"/>
                  <a:pt x="11734800" y="4348798"/>
                </a:cubicBezTo>
                <a:lnTo>
                  <a:pt x="11734800" y="5263197"/>
                </a:lnTo>
                <a:lnTo>
                  <a:pt x="10820400" y="5263197"/>
                </a:lnTo>
                <a:cubicBezTo>
                  <a:pt x="10820400" y="5263197"/>
                  <a:pt x="10820400" y="5263197"/>
                  <a:pt x="10007954" y="5263197"/>
                </a:cubicBezTo>
                <a:lnTo>
                  <a:pt x="9941442" y="5263197"/>
                </a:lnTo>
                <a:lnTo>
                  <a:pt x="9705933" y="5263197"/>
                </a:lnTo>
                <a:cubicBezTo>
                  <a:pt x="9037253" y="5263197"/>
                  <a:pt x="7967365" y="5263197"/>
                  <a:pt x="6255544" y="5263197"/>
                </a:cubicBezTo>
                <a:lnTo>
                  <a:pt x="5867400" y="5263197"/>
                </a:lnTo>
                <a:cubicBezTo>
                  <a:pt x="5867400" y="3434398"/>
                  <a:pt x="5867400" y="3434398"/>
                  <a:pt x="5867400" y="3434398"/>
                </a:cubicBezTo>
                <a:cubicBezTo>
                  <a:pt x="5867400" y="2929256"/>
                  <a:pt x="5458143" y="2519999"/>
                  <a:pt x="4953000" y="2519999"/>
                </a:cubicBezTo>
                <a:lnTo>
                  <a:pt x="0" y="2519999"/>
                </a:lnTo>
                <a:lnTo>
                  <a:pt x="0" y="2320421"/>
                </a:lnTo>
                <a:cubicBezTo>
                  <a:pt x="0" y="1726206"/>
                  <a:pt x="0" y="1012006"/>
                  <a:pt x="0" y="153592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9" name="02_Title 3 (JU-Free)">
            <a:extLst>
              <a:ext uri="{FF2B5EF4-FFF2-40B4-BE49-F238E27FC236}">
                <a16:creationId xmlns:a16="http://schemas.microsoft.com/office/drawing/2014/main" id="{252412D0-4505-A74C-7D5A-71FD69721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29100"/>
            <a:ext cx="4864100" cy="977900"/>
          </a:xfrm>
        </p:spPr>
        <p:txBody>
          <a:bodyPr/>
          <a:lstStyle>
            <a:lvl1pPr algn="l">
              <a:defRPr kumimoji="0" sz="36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2" name="03_Subtitle 4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473700"/>
            <a:ext cx="4864100" cy="2667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[Spreker: Naam Achternaam]</a:t>
            </a:r>
          </a:p>
        </p:txBody>
      </p:sp>
      <p:sp>
        <p:nvSpPr>
          <p:cNvPr id="13" name="04_Placeholder 5[PHJU] (JU-Free)">
            <a:extLst>
              <a:ext uri="{FF2B5EF4-FFF2-40B4-BE49-F238E27FC236}">
                <a16:creationId xmlns:a16="http://schemas.microsoft.com/office/drawing/2014/main" id="{E46105B6-720D-AC3A-1A4F-EBC6160790D4}"/>
              </a:ext>
            </a:extLst>
          </p:cNvPr>
          <p:cNvSpPr>
            <a:spLocks noGrp="1"/>
          </p:cNvSpPr>
          <p:nvPr>
            <p:ph type="body" sz="quarter" idx="1002" hasCustomPrompt="1"/>
          </p:nvPr>
        </p:nvSpPr>
        <p:spPr>
          <a:xfrm>
            <a:off x="685800" y="5753100"/>
            <a:ext cx="4864100" cy="2667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6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[00 maand </a:t>
            </a:r>
            <a:r>
              <a:rPr lang="nl-NL" dirty="0" err="1"/>
              <a:t>jjjj</a:t>
            </a:r>
            <a:r>
              <a:rPr lang="nl-NL" dirty="0"/>
              <a:t>]</a:t>
            </a:r>
          </a:p>
        </p:txBody>
      </p:sp>
      <p:sp>
        <p:nvSpPr>
          <p:cNvPr id="14" name="06_Rectangle 7{PHJU} (JU-Free)" descr="Logius. Samen digitaal verder.">
            <a:extLst>
              <a:ext uri="{FF2B5EF4-FFF2-40B4-BE49-F238E27FC236}">
                <a16:creationId xmlns:a16="http://schemas.microsoft.com/office/drawing/2014/main" id="{EEABE70A-C39C-EEF2-72DD-C692524C4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>
                <a:latin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/>
            </a:lvl5pPr>
          </a:lstStyle>
          <a:p>
            <a:pPr lvl="0"/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2061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">
            <a:extLst>
              <a:ext uri="{FF2B5EF4-FFF2-40B4-BE49-F238E27FC236}">
                <a16:creationId xmlns:a16="http://schemas.microsoft.com/office/drawing/2014/main" id="{6E35DC26-1F58-0938-DCD8-D7F3726A1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CE3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7AC6B2DF-9FE8-13CD-615E-E45B3F15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0" y="1397000"/>
            <a:ext cx="5041900" cy="901700"/>
          </a:xfrm>
        </p:spPr>
        <p:txBody>
          <a:bodyPr/>
          <a:lstStyle>
            <a:lvl1pPr>
              <a:defRPr kumimoji="0" sz="36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[Inhoud]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A24CC0C1-2A17-EEAF-E2DE-E03A0E7E2BB9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2362200"/>
            <a:ext cx="5867400" cy="4038600"/>
          </a:xfrm>
          <a:custGeom>
            <a:avLst/>
            <a:gdLst>
              <a:gd name="T0" fmla="*/ 2880 w 18480"/>
              <a:gd name="T1" fmla="*/ 0 h 12720"/>
              <a:gd name="T2" fmla="*/ 0 w 18480"/>
              <a:gd name="T3" fmla="*/ 2880 h 12720"/>
              <a:gd name="T4" fmla="*/ 0 w 18480"/>
              <a:gd name="T5" fmla="*/ 12720 h 12720"/>
              <a:gd name="T6" fmla="*/ 18480 w 18480"/>
              <a:gd name="T7" fmla="*/ 12720 h 12720"/>
              <a:gd name="T8" fmla="*/ 18480 w 18480"/>
              <a:gd name="T9" fmla="*/ 0 h 12720"/>
              <a:gd name="T10" fmla="*/ 2880 w 18480"/>
              <a:gd name="T11" fmla="*/ 0 h 12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80" h="12720">
                <a:moveTo>
                  <a:pt x="2880" y="0"/>
                </a:moveTo>
                <a:cubicBezTo>
                  <a:pt x="1289" y="0"/>
                  <a:pt x="0" y="1289"/>
                  <a:pt x="0" y="2880"/>
                </a:cubicBezTo>
                <a:cubicBezTo>
                  <a:pt x="0" y="12720"/>
                  <a:pt x="0" y="12720"/>
                  <a:pt x="0" y="12720"/>
                </a:cubicBezTo>
                <a:cubicBezTo>
                  <a:pt x="18480" y="12720"/>
                  <a:pt x="18480" y="12720"/>
                  <a:pt x="18480" y="12720"/>
                </a:cubicBezTo>
                <a:cubicBezTo>
                  <a:pt x="18480" y="0"/>
                  <a:pt x="18480" y="0"/>
                  <a:pt x="18480" y="0"/>
                </a:cubicBezTo>
                <a:lnTo>
                  <a:pt x="288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/>
              <a:t>[Afbeelding]</a:t>
            </a:r>
            <a:endParaRPr lang="nl-NL" dirty="0"/>
          </a:p>
        </p:txBody>
      </p:sp>
      <p:sp>
        <p:nvSpPr>
          <p:cNvPr id="19" name="03_Content Placeholder 4[PHJU] (JU-Free)"/>
          <p:cNvSpPr>
            <a:spLocks noGrp="1"/>
          </p:cNvSpPr>
          <p:nvPr>
            <p:ph idx="1" hasCustomPrompt="1"/>
          </p:nvPr>
        </p:nvSpPr>
        <p:spPr bwMode="gray">
          <a:xfrm>
            <a:off x="685800" y="2590800"/>
            <a:ext cx="5041900" cy="3683000"/>
          </a:xfrm>
        </p:spPr>
        <p:txBody>
          <a:bodyPr/>
          <a:lstStyle>
            <a:lvl1pPr marL="324000" indent="-324000">
              <a:spcBef>
                <a:spcPts val="1900"/>
              </a:spcBef>
              <a:buFont typeface="+mj-lt"/>
              <a:buAutoNum type="arabicPeriod"/>
              <a:defRPr baseline="0"/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tx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3" name="04_Date Placeholder 5 (JU-Free)">
            <a:extLst>
              <a:ext uri="{FF2B5EF4-FFF2-40B4-BE49-F238E27FC236}">
                <a16:creationId xmlns:a16="http://schemas.microsoft.com/office/drawing/2014/main" id="{6B833CA0-BAD7-DBCB-4FAC-26FD28A0D8A9}"/>
              </a:ext>
            </a:extLst>
          </p:cNvPr>
          <p:cNvSpPr>
            <a:spLocks noGrp="1"/>
          </p:cNvSpPr>
          <p:nvPr>
            <p:ph type="dt" sz="half" idx="1001"/>
          </p:nvPr>
        </p:nvSpPr>
        <p:spPr/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4" name="05_Footer Placeholder 6 (JU-Free)">
            <a:extLst>
              <a:ext uri="{FF2B5EF4-FFF2-40B4-BE49-F238E27FC236}">
                <a16:creationId xmlns:a16="http://schemas.microsoft.com/office/drawing/2014/main" id="{60473E45-CC50-BD34-BFAA-734C13DF79FF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06_Slide Number Placeholder 7 (JU-Free)">
            <a:extLst>
              <a:ext uri="{FF2B5EF4-FFF2-40B4-BE49-F238E27FC236}">
                <a16:creationId xmlns:a16="http://schemas.microsoft.com/office/drawing/2014/main" id="{F9CAED95-CC84-1EF2-0885-0A8BFBF00EEB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/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5237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FD11C155-B087-A60E-1182-EB6F71E01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57B7823A-4B4B-B519-D1F6-E72FE062E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DF07D41E-CCDE-3AC4-BF6A-56F946A6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F1477D7D-F45D-E43B-4D12-21769CD3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29F35FB4-4777-E9D0-D7F6-8C959922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3383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lin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1B2CCC3D-1541-52FD-9695-6E5BA69D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57B7823A-4B4B-B519-D1F6-E72FE062E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DF07D41E-CCDE-3AC4-BF6A-56F946A6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F1477D7D-F45D-E43B-4D12-21769CD3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29F35FB4-4777-E9D0-D7F6-8C959922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6849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oranje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29306216-3F47-E250-6EB6-6E75E560C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1AB7D2E2-BAB4-71B7-BD0F-36E8C9663A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chemeClr val="bg2">
                    <a:lumMod val="100000"/>
                  </a:schemeClr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5B643D7A-CF43-4A45-EAAF-5A86E690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3_Footer Placeholder 4 (JU-Free)">
            <a:extLst>
              <a:ext uri="{FF2B5EF4-FFF2-40B4-BE49-F238E27FC236}">
                <a16:creationId xmlns:a16="http://schemas.microsoft.com/office/drawing/2014/main" id="{1FC1C603-E171-C9E3-0B7F-9269B26D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5D11FB60-CCDA-DA43-4B50-28905545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4095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donkergeel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492F9DFF-41E2-4465-3D27-7DC75C2CF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F9B8AEA3-7B0F-98BC-3F69-B1E541D43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E1F30003-E151-AFC9-FED7-FAF4ED1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584ECDC-4554-A3EE-CB2B-AA29A7DE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1908B4EC-8FD8-652C-9D43-B356556E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8969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[Hoofdstuktitel lichtblauw (H1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CDC6E20-A31F-9D09-0E82-9C60D989C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F9B8AEA3-7B0F-98BC-3F69-B1E541D43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196882"/>
            <a:ext cx="10820400" cy="1574800"/>
          </a:xfrm>
        </p:spPr>
        <p:txBody>
          <a:bodyPr/>
          <a:lstStyle>
            <a:lvl1pPr algn="l">
              <a:defRPr kumimoji="0" sz="5400" b="1" i="0" u="none" baseline="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 dirty="0"/>
              <a:t>[Hoofdstuk titel]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E1F30003-E151-AFC9-FED7-FAF4ED18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584ECDC-4554-A3EE-CB2B-AA29A7DE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1908B4EC-8FD8-652C-9D43-B356556E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668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9F2EC9F8-B54D-F53D-3713-A514B3E98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4377402-CB0D-17B3-CC1D-88CD24224944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88D3E2F-E46A-92C8-CD09-6CC13ED9A5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5535ED53-5071-1A00-63A6-7F4DB2DDA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4F222B71-AE61-D88C-776C-0E13213E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7762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F0C07AFA-CA38-B95F-82B5-E3198F090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21A8502-52D4-E676-8554-987E6208C72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E5E18AB-A48D-CBF6-D70F-41387A9F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A4891658-634E-277B-FABD-60E3056B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C198CFE9-1703-633B-3447-D0ECED9F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490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9CE9716-D5ED-1F04-DB73-16F42E5D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0BC65126-4686-20F0-ACF5-E0B19ED9DFA4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DE5E18AB-A48D-CBF6-D70F-41387A9F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A4891658-634E-277B-FABD-60E3056B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C198CFE9-1703-633B-3447-D0ECED9F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3373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BDD8503-4722-E37F-D596-6C97B7F1F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D78CE5AC-3A93-FCCA-E7E9-ACFD3EC7CF23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584ACF3D-0116-39AA-7C63-BA505AA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4FEE5059-D3E8-70B4-D6AE-FC6F313E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DBD8D12B-67C3-347C-0599-3585772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674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 en object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A0032A6-A886-94B4-4BE1-DB7F1CA6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6F3A9B5D-8AA7-6912-C3E5-522EC1B7D76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Content Placeholder 3[PHJU] (JU-Free)"/>
          <p:cNvSpPr>
            <a:spLocks noGrp="1"/>
          </p:cNvSpPr>
          <p:nvPr>
            <p:ph idx="1" hasCustomPrompt="1"/>
          </p:nvPr>
        </p:nvSpPr>
        <p:spPr>
          <a:xfrm>
            <a:off x="685800" y="1752600"/>
            <a:ext cx="10820400" cy="4013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Date Placeholder 4 (JU-Free)">
            <a:extLst>
              <a:ext uri="{FF2B5EF4-FFF2-40B4-BE49-F238E27FC236}">
                <a16:creationId xmlns:a16="http://schemas.microsoft.com/office/drawing/2014/main" id="{584ACF3D-0116-39AA-7C63-BA505AA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9" name="04_Footer Placeholder 5 (JU-Free)">
            <a:extLst>
              <a:ext uri="{FF2B5EF4-FFF2-40B4-BE49-F238E27FC236}">
                <a16:creationId xmlns:a16="http://schemas.microsoft.com/office/drawing/2014/main" id="{4FEE5059-D3E8-70B4-D6AE-FC6F313E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5_Slide Number Placeholder 6 (JU-Free)">
            <a:extLst>
              <a:ext uri="{FF2B5EF4-FFF2-40B4-BE49-F238E27FC236}">
                <a16:creationId xmlns:a16="http://schemas.microsoft.com/office/drawing/2014/main" id="{DBD8D12B-67C3-347C-0599-35857727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64338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R)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>
            <a:extLst>
              <a:ext uri="{FF2B5EF4-FFF2-40B4-BE49-F238E27FC236}">
                <a16:creationId xmlns:a16="http://schemas.microsoft.com/office/drawing/2014/main" id="{BE9A2396-BA6C-AD9A-2281-80BDF40EB689}"/>
              </a:ext>
            </a:extLst>
          </p:cNvPr>
          <p:cNvSpPr>
            <a:spLocks noGrp="1"/>
          </p:cNvSpPr>
          <p:nvPr>
            <p:ph type="title" idx="1004" hasCustomPrompt="1"/>
          </p:nvPr>
        </p:nvSpPr>
        <p:spPr/>
        <p:txBody>
          <a:bodyPr/>
          <a:lstStyle>
            <a:lvl1pPr>
              <a:defRPr sz="3600">
                <a:solidFill>
                  <a:srgbClr val="39870C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3" name="02_Placeholder 2[PHJU] (JU-Free)">
            <a:extLst>
              <a:ext uri="{FF2B5EF4-FFF2-40B4-BE49-F238E27FC236}">
                <a16:creationId xmlns:a16="http://schemas.microsoft.com/office/drawing/2014/main" id="{73D3AE9C-D219-12F5-00B4-0F37B66521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4" name="03_Picture Placeholder 3 [PHJU] (JU-Free)">
            <a:extLst>
              <a:ext uri="{FF2B5EF4-FFF2-40B4-BE49-F238E27FC236}">
                <a16:creationId xmlns:a16="http://schemas.microsoft.com/office/drawing/2014/main" id="{24549F35-E012-3099-F624-CF805B1D0AD9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1828800"/>
            <a:ext cx="5867400" cy="4572000"/>
          </a:xfrm>
          <a:custGeom>
            <a:avLst/>
            <a:gdLst>
              <a:gd name="connsiteX0" fmla="*/ 0 w 5867400"/>
              <a:gd name="connsiteY0" fmla="*/ 0 h 4572000"/>
              <a:gd name="connsiteX1" fmla="*/ 914400 w 5867400"/>
              <a:gd name="connsiteY1" fmla="*/ 0 h 4572000"/>
              <a:gd name="connsiteX2" fmla="*/ 4953000 w 5867400"/>
              <a:gd name="connsiteY2" fmla="*/ 0 h 4572000"/>
              <a:gd name="connsiteX3" fmla="*/ 5867400 w 5867400"/>
              <a:gd name="connsiteY3" fmla="*/ 914400 h 4572000"/>
              <a:gd name="connsiteX4" fmla="*/ 5867400 w 5867400"/>
              <a:gd name="connsiteY4" fmla="*/ 957012 h 4572000"/>
              <a:gd name="connsiteX5" fmla="*/ 5867400 w 5867400"/>
              <a:gd name="connsiteY5" fmla="*/ 4572000 h 4572000"/>
              <a:gd name="connsiteX6" fmla="*/ 0 w 5867400"/>
              <a:gd name="connsiteY6" fmla="*/ 4572000 h 4572000"/>
              <a:gd name="connsiteX7" fmla="*/ 0 w 5867400"/>
              <a:gd name="connsiteY7" fmla="*/ 9144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7400" h="4572000">
                <a:moveTo>
                  <a:pt x="0" y="0"/>
                </a:moveTo>
                <a:lnTo>
                  <a:pt x="914400" y="0"/>
                </a:lnTo>
                <a:lnTo>
                  <a:pt x="4953000" y="0"/>
                </a:lnTo>
                <a:cubicBezTo>
                  <a:pt x="5458142" y="0"/>
                  <a:pt x="5867400" y="409257"/>
                  <a:pt x="5867400" y="914400"/>
                </a:cubicBezTo>
                <a:lnTo>
                  <a:pt x="5867400" y="957012"/>
                </a:lnTo>
                <a:cubicBezTo>
                  <a:pt x="5867400" y="1611809"/>
                  <a:pt x="5867400" y="2714625"/>
                  <a:pt x="5867400" y="4572000"/>
                </a:cubicBezTo>
                <a:cubicBezTo>
                  <a:pt x="5867400" y="4572000"/>
                  <a:pt x="5867400" y="4572000"/>
                  <a:pt x="0" y="4572000"/>
                </a:cubicBezTo>
                <a:cubicBezTo>
                  <a:pt x="0" y="4572000"/>
                  <a:pt x="0" y="4572000"/>
                  <a:pt x="0" y="91440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/>
              <a:t>[Afbeelding]</a:t>
            </a:r>
            <a:endParaRPr lang="nl-NL" dirty="0"/>
          </a:p>
        </p:txBody>
      </p:sp>
      <p:sp>
        <p:nvSpPr>
          <p:cNvPr id="5" name="04_Date Placeholder 4 (JU-Free)">
            <a:extLst>
              <a:ext uri="{FF2B5EF4-FFF2-40B4-BE49-F238E27FC236}">
                <a16:creationId xmlns:a16="http://schemas.microsoft.com/office/drawing/2014/main" id="{9B674E7B-4058-DA00-CE85-E401F960FC2F}"/>
              </a:ext>
            </a:extLst>
          </p:cNvPr>
          <p:cNvSpPr>
            <a:spLocks noGrp="1"/>
          </p:cNvSpPr>
          <p:nvPr>
            <p:ph type="dt" sz="half" idx="1001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2" name="05_Footer Placeholder 5 (JU-Free)">
            <a:extLst>
              <a:ext uri="{FF2B5EF4-FFF2-40B4-BE49-F238E27FC236}">
                <a16:creationId xmlns:a16="http://schemas.microsoft.com/office/drawing/2014/main" id="{E4A28719-CAFF-18F7-6460-7E3C32F5318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6 (JU-Free)">
            <a:extLst>
              <a:ext uri="{FF2B5EF4-FFF2-40B4-BE49-F238E27FC236}">
                <a16:creationId xmlns:a16="http://schemas.microsoft.com/office/drawing/2014/main" id="{6B1C2809-7447-745F-07AA-886E064EEDAE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28681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R)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_Title 1 (JU-Free)">
            <a:extLst>
              <a:ext uri="{FF2B5EF4-FFF2-40B4-BE49-F238E27FC236}">
                <a16:creationId xmlns:a16="http://schemas.microsoft.com/office/drawing/2014/main" id="{3A76C71B-5C4F-E093-DF1F-307AD075937C}"/>
              </a:ext>
            </a:extLst>
          </p:cNvPr>
          <p:cNvSpPr>
            <a:spLocks noGrp="1"/>
          </p:cNvSpPr>
          <p:nvPr>
            <p:ph type="title" idx="1004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3" name="02_Placeholder 2[PHJU] (JU-Free)">
            <a:extLst>
              <a:ext uri="{FF2B5EF4-FFF2-40B4-BE49-F238E27FC236}">
                <a16:creationId xmlns:a16="http://schemas.microsoft.com/office/drawing/2014/main" id="{73D3AE9C-D219-12F5-00B4-0F37B66521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4" name="03_Picture Placeholder 3 [PHJU] (JU-Free)">
            <a:extLst>
              <a:ext uri="{FF2B5EF4-FFF2-40B4-BE49-F238E27FC236}">
                <a16:creationId xmlns:a16="http://schemas.microsoft.com/office/drawing/2014/main" id="{BBDA6D65-94BE-7EC9-6E2C-DA87781A3D98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096000" y="1828800"/>
            <a:ext cx="5867400" cy="4572000"/>
          </a:xfrm>
          <a:custGeom>
            <a:avLst/>
            <a:gdLst>
              <a:gd name="connsiteX0" fmla="*/ 0 w 5867400"/>
              <a:gd name="connsiteY0" fmla="*/ 0 h 4572000"/>
              <a:gd name="connsiteX1" fmla="*/ 914400 w 5867400"/>
              <a:gd name="connsiteY1" fmla="*/ 0 h 4572000"/>
              <a:gd name="connsiteX2" fmla="*/ 4953000 w 5867400"/>
              <a:gd name="connsiteY2" fmla="*/ 0 h 4572000"/>
              <a:gd name="connsiteX3" fmla="*/ 5867400 w 5867400"/>
              <a:gd name="connsiteY3" fmla="*/ 914400 h 4572000"/>
              <a:gd name="connsiteX4" fmla="*/ 5867400 w 5867400"/>
              <a:gd name="connsiteY4" fmla="*/ 957012 h 4572000"/>
              <a:gd name="connsiteX5" fmla="*/ 5867400 w 5867400"/>
              <a:gd name="connsiteY5" fmla="*/ 4572000 h 4572000"/>
              <a:gd name="connsiteX6" fmla="*/ 0 w 5867400"/>
              <a:gd name="connsiteY6" fmla="*/ 4572000 h 4572000"/>
              <a:gd name="connsiteX7" fmla="*/ 0 w 5867400"/>
              <a:gd name="connsiteY7" fmla="*/ 9144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7400" h="4572000">
                <a:moveTo>
                  <a:pt x="0" y="0"/>
                </a:moveTo>
                <a:lnTo>
                  <a:pt x="914400" y="0"/>
                </a:lnTo>
                <a:lnTo>
                  <a:pt x="4953000" y="0"/>
                </a:lnTo>
                <a:cubicBezTo>
                  <a:pt x="5458142" y="0"/>
                  <a:pt x="5867400" y="409257"/>
                  <a:pt x="5867400" y="914400"/>
                </a:cubicBezTo>
                <a:lnTo>
                  <a:pt x="5867400" y="957012"/>
                </a:lnTo>
                <a:cubicBezTo>
                  <a:pt x="5867400" y="1611809"/>
                  <a:pt x="5867400" y="2714625"/>
                  <a:pt x="5867400" y="4572000"/>
                </a:cubicBezTo>
                <a:cubicBezTo>
                  <a:pt x="5867400" y="4572000"/>
                  <a:pt x="5867400" y="4572000"/>
                  <a:pt x="0" y="4572000"/>
                </a:cubicBezTo>
                <a:cubicBezTo>
                  <a:pt x="0" y="4572000"/>
                  <a:pt x="0" y="4572000"/>
                  <a:pt x="0" y="91440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/>
              <a:t>[Afbeelding]</a:t>
            </a:r>
            <a:endParaRPr lang="nl-NL" dirty="0"/>
          </a:p>
        </p:txBody>
      </p:sp>
      <p:sp>
        <p:nvSpPr>
          <p:cNvPr id="5" name="04_Date Placeholder 4 (JU-Free)">
            <a:extLst>
              <a:ext uri="{FF2B5EF4-FFF2-40B4-BE49-F238E27FC236}">
                <a16:creationId xmlns:a16="http://schemas.microsoft.com/office/drawing/2014/main" id="{9B674E7B-4058-DA00-CE85-E401F960FC2F}"/>
              </a:ext>
            </a:extLst>
          </p:cNvPr>
          <p:cNvSpPr>
            <a:spLocks noGrp="1"/>
          </p:cNvSpPr>
          <p:nvPr>
            <p:ph type="dt" sz="half" idx="1001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2" name="05_Footer Placeholder 5 (JU-Free)">
            <a:extLst>
              <a:ext uri="{FF2B5EF4-FFF2-40B4-BE49-F238E27FC236}">
                <a16:creationId xmlns:a16="http://schemas.microsoft.com/office/drawing/2014/main" id="{E4A28719-CAFF-18F7-6460-7E3C32F5318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6 (JU-Free)">
            <a:extLst>
              <a:ext uri="{FF2B5EF4-FFF2-40B4-BE49-F238E27FC236}">
                <a16:creationId xmlns:a16="http://schemas.microsoft.com/office/drawing/2014/main" id="{6B1C2809-7447-745F-07AA-886E064EEDAE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14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tekst+foto (L)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ame 1">
            <a:extLst>
              <a:ext uri="{FF2B5EF4-FFF2-40B4-BE49-F238E27FC236}">
                <a16:creationId xmlns:a16="http://schemas.microsoft.com/office/drawing/2014/main" id="{4DF9B1D2-E70E-992A-EED8-6B15EEBFC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6960 w 36960"/>
              <a:gd name="T5" fmla="*/ 19440 h 19440"/>
              <a:gd name="T6" fmla="*/ 36960 w 36960"/>
              <a:gd name="T7" fmla="*/ 2880 h 19440"/>
              <a:gd name="T8" fmla="*/ 3408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6960" y="19440"/>
                  <a:pt x="36960" y="19440"/>
                  <a:pt x="36960" y="19440"/>
                </a:cubicBezTo>
                <a:cubicBezTo>
                  <a:pt x="36960" y="2880"/>
                  <a:pt x="36960" y="2880"/>
                  <a:pt x="36960" y="2880"/>
                </a:cubicBezTo>
                <a:cubicBezTo>
                  <a:pt x="36960" y="1289"/>
                  <a:pt x="35671" y="0"/>
                  <a:pt x="3408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CE3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E43B87C2-FAC9-3AD2-C9EB-651FF8B18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53200" y="673100"/>
            <a:ext cx="4953000" cy="901700"/>
          </a:xfrm>
        </p:spPr>
        <p:txBody>
          <a:bodyPr/>
          <a:lstStyle>
            <a:lvl1pPr>
              <a:defRPr kumimoji="0" sz="36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AA503921-B6EF-C62F-1B37-B963B1ED0D2C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228600" y="228600"/>
            <a:ext cx="5867400" cy="6172200"/>
          </a:xfrm>
          <a:custGeom>
            <a:avLst/>
            <a:gdLst>
              <a:gd name="connsiteX0" fmla="*/ 0 w 5867400"/>
              <a:gd name="connsiteY0" fmla="*/ 0 h 6172200"/>
              <a:gd name="connsiteX1" fmla="*/ 5867400 w 5867400"/>
              <a:gd name="connsiteY1" fmla="*/ 0 h 6172200"/>
              <a:gd name="connsiteX2" fmla="*/ 5867400 w 5867400"/>
              <a:gd name="connsiteY2" fmla="*/ 6172200 h 6172200"/>
              <a:gd name="connsiteX3" fmla="*/ 5796717 w 5867400"/>
              <a:gd name="connsiteY3" fmla="*/ 6172200 h 6172200"/>
              <a:gd name="connsiteX4" fmla="*/ 0 w 5867400"/>
              <a:gd name="connsiteY4" fmla="*/ 6172200 h 6172200"/>
              <a:gd name="connsiteX5" fmla="*/ 0 w 5867400"/>
              <a:gd name="connsiteY5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67400" h="6172200">
                <a:moveTo>
                  <a:pt x="0" y="0"/>
                </a:moveTo>
                <a:lnTo>
                  <a:pt x="5867400" y="0"/>
                </a:lnTo>
                <a:lnTo>
                  <a:pt x="5867400" y="6172200"/>
                </a:lnTo>
                <a:lnTo>
                  <a:pt x="5796717" y="6172200"/>
                </a:lnTo>
                <a:cubicBezTo>
                  <a:pt x="4283088" y="6172200"/>
                  <a:pt x="2383631" y="6172200"/>
                  <a:pt x="0" y="6172200"/>
                </a:cubicBezTo>
                <a:cubicBezTo>
                  <a:pt x="0" y="6172200"/>
                  <a:pt x="0" y="6172200"/>
                  <a:pt x="0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1312B15C-D287-972C-EA43-AC1A12B3C1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553200" y="2209800"/>
            <a:ext cx="4953000" cy="3556000"/>
          </a:xfrm>
        </p:spPr>
        <p:txBody>
          <a:bodyPr/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7B46DA2F-D16F-BF5A-7B4B-4B06CC0D008B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AA4E8D-E90A-87CE-3136-811D121BBC50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EBAFE95-033C-721B-EF1D-03A606848219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09753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groen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9870C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3151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lintblauw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28543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oranje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chemeClr val="bg1">
                    <a:lumMod val="100000"/>
                  </a:schemeClr>
                </a:solidFill>
                <a:latin typeface="RijksSansTT" panose="020B060402020202020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7260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donkergeel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264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Titel+foto+lichtblauw 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">
            <a:extLst>
              <a:ext uri="{FF2B5EF4-FFF2-40B4-BE49-F238E27FC236}">
                <a16:creationId xmlns:a16="http://schemas.microsoft.com/office/drawing/2014/main" id="{45EE1838-D770-679E-626B-161C1889A8C5}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228600"/>
            <a:ext cx="3911600" cy="3200400"/>
          </a:xfrm>
          <a:custGeom>
            <a:avLst/>
            <a:gdLst>
              <a:gd name="T0" fmla="*/ 0 w 12320"/>
              <a:gd name="T1" fmla="*/ 0 h 10080"/>
              <a:gd name="T2" fmla="*/ 0 w 12320"/>
              <a:gd name="T3" fmla="*/ 10080 h 10080"/>
              <a:gd name="T4" fmla="*/ 9440 w 12320"/>
              <a:gd name="T5" fmla="*/ 10080 h 10080"/>
              <a:gd name="T6" fmla="*/ 12320 w 12320"/>
              <a:gd name="T7" fmla="*/ 7200 h 10080"/>
              <a:gd name="T8" fmla="*/ 12320 w 12320"/>
              <a:gd name="T9" fmla="*/ 0 h 10080"/>
              <a:gd name="T10" fmla="*/ 0 w 12320"/>
              <a:gd name="T11" fmla="*/ 0 h 100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10080">
                <a:moveTo>
                  <a:pt x="0" y="0"/>
                </a:moveTo>
                <a:cubicBezTo>
                  <a:pt x="0" y="10080"/>
                  <a:pt x="0" y="10080"/>
                  <a:pt x="0" y="10080"/>
                </a:cubicBezTo>
                <a:cubicBezTo>
                  <a:pt x="9440" y="10080"/>
                  <a:pt x="9440" y="10080"/>
                  <a:pt x="9440" y="10080"/>
                </a:cubicBezTo>
                <a:cubicBezTo>
                  <a:pt x="11031" y="10080"/>
                  <a:pt x="12320" y="8791"/>
                  <a:pt x="12320" y="7200"/>
                </a:cubicBezTo>
                <a:cubicBezTo>
                  <a:pt x="12320" y="0"/>
                  <a:pt x="12320" y="0"/>
                  <a:pt x="1232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solidFill>
              <a:srgbClr val="154273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7" name="01_***Title 2 (JU-Free)">
            <a:extLst>
              <a:ext uri="{FF2B5EF4-FFF2-40B4-BE49-F238E27FC236}">
                <a16:creationId xmlns:a16="http://schemas.microsoft.com/office/drawing/2014/main" id="{DB0C8DB8-5C79-1069-0FAB-5C37E88CE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85803" y="673100"/>
            <a:ext cx="3179191" cy="419100"/>
          </a:xfrm>
        </p:spPr>
        <p:txBody>
          <a:bodyPr/>
          <a:lstStyle>
            <a:lvl1pPr>
              <a:defRPr kumimoji="0" sz="2700" b="1" i="0" u="none" baseline="0">
                <a:solidFill>
                  <a:srgbClr val="154273"/>
                </a:solidFill>
                <a:latin typeface="RijksSansTT" panose="020B0604020202020204" charset="0"/>
              </a:defRPr>
            </a:lvl1pPr>
          </a:lstStyle>
          <a:p>
            <a:r>
              <a:rPr lang="nl-NL" dirty="0"/>
              <a:t>[Titel]</a:t>
            </a:r>
          </a:p>
        </p:txBody>
      </p:sp>
      <p:sp>
        <p:nvSpPr>
          <p:cNvPr id="18" name="02_Frame 3[PHJU] (JU-Free)">
            <a:extLst>
              <a:ext uri="{FF2B5EF4-FFF2-40B4-BE49-F238E27FC236}">
                <a16:creationId xmlns:a16="http://schemas.microsoft.com/office/drawing/2014/main" id="{7B244A98-59AC-F29E-33D4-8D38EC3266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228600" y="228600"/>
            <a:ext cx="11734800" cy="6172200"/>
          </a:xfrm>
          <a:custGeom>
            <a:avLst/>
            <a:gdLst>
              <a:gd name="connsiteX0" fmla="*/ 3911600 w 11734800"/>
              <a:gd name="connsiteY0" fmla="*/ 0 h 6172200"/>
              <a:gd name="connsiteX1" fmla="*/ 10820400 w 11734800"/>
              <a:gd name="connsiteY1" fmla="*/ 0 h 6172200"/>
              <a:gd name="connsiteX2" fmla="*/ 11734800 w 11734800"/>
              <a:gd name="connsiteY2" fmla="*/ 914494 h 6172200"/>
              <a:gd name="connsiteX3" fmla="*/ 11734800 w 11734800"/>
              <a:gd name="connsiteY3" fmla="*/ 915778 h 6172200"/>
              <a:gd name="connsiteX4" fmla="*/ 11734800 w 11734800"/>
              <a:gd name="connsiteY4" fmla="*/ 924763 h 6172200"/>
              <a:gd name="connsiteX5" fmla="*/ 11734800 w 11734800"/>
              <a:gd name="connsiteY5" fmla="*/ 949152 h 6172200"/>
              <a:gd name="connsiteX6" fmla="*/ 11734800 w 11734800"/>
              <a:gd name="connsiteY6" fmla="*/ 969529 h 6172200"/>
              <a:gd name="connsiteX7" fmla="*/ 11734800 w 11734800"/>
              <a:gd name="connsiteY7" fmla="*/ 996646 h 6172200"/>
              <a:gd name="connsiteX8" fmla="*/ 11734800 w 11734800"/>
              <a:gd name="connsiteY8" fmla="*/ 1031464 h 6172200"/>
              <a:gd name="connsiteX9" fmla="*/ 11734800 w 11734800"/>
              <a:gd name="connsiteY9" fmla="*/ 1074947 h 6172200"/>
              <a:gd name="connsiteX10" fmla="*/ 11734800 w 11734800"/>
              <a:gd name="connsiteY10" fmla="*/ 1128056 h 6172200"/>
              <a:gd name="connsiteX11" fmla="*/ 11734800 w 11734800"/>
              <a:gd name="connsiteY11" fmla="*/ 1191756 h 6172200"/>
              <a:gd name="connsiteX12" fmla="*/ 11734800 w 11734800"/>
              <a:gd name="connsiteY12" fmla="*/ 1267008 h 6172200"/>
              <a:gd name="connsiteX13" fmla="*/ 11734800 w 11734800"/>
              <a:gd name="connsiteY13" fmla="*/ 1354776 h 6172200"/>
              <a:gd name="connsiteX14" fmla="*/ 11734800 w 11734800"/>
              <a:gd name="connsiteY14" fmla="*/ 1456021 h 6172200"/>
              <a:gd name="connsiteX15" fmla="*/ 11734800 w 11734800"/>
              <a:gd name="connsiteY15" fmla="*/ 1571707 h 6172200"/>
              <a:gd name="connsiteX16" fmla="*/ 11734800 w 11734800"/>
              <a:gd name="connsiteY16" fmla="*/ 1702797 h 6172200"/>
              <a:gd name="connsiteX17" fmla="*/ 11734800 w 11734800"/>
              <a:gd name="connsiteY17" fmla="*/ 1850253 h 6172200"/>
              <a:gd name="connsiteX18" fmla="*/ 11734800 w 11734800"/>
              <a:gd name="connsiteY18" fmla="*/ 2015037 h 6172200"/>
              <a:gd name="connsiteX19" fmla="*/ 11734800 w 11734800"/>
              <a:gd name="connsiteY19" fmla="*/ 2198114 h 6172200"/>
              <a:gd name="connsiteX20" fmla="*/ 11734800 w 11734800"/>
              <a:gd name="connsiteY20" fmla="*/ 2400444 h 6172200"/>
              <a:gd name="connsiteX21" fmla="*/ 11734800 w 11734800"/>
              <a:gd name="connsiteY21" fmla="*/ 2622992 h 6172200"/>
              <a:gd name="connsiteX22" fmla="*/ 11734800 w 11734800"/>
              <a:gd name="connsiteY22" fmla="*/ 2866719 h 6172200"/>
              <a:gd name="connsiteX23" fmla="*/ 11734800 w 11734800"/>
              <a:gd name="connsiteY23" fmla="*/ 3132589 h 6172200"/>
              <a:gd name="connsiteX24" fmla="*/ 11734800 w 11734800"/>
              <a:gd name="connsiteY24" fmla="*/ 3421564 h 6172200"/>
              <a:gd name="connsiteX25" fmla="*/ 11734800 w 11734800"/>
              <a:gd name="connsiteY25" fmla="*/ 3734606 h 6172200"/>
              <a:gd name="connsiteX26" fmla="*/ 11734800 w 11734800"/>
              <a:gd name="connsiteY26" fmla="*/ 4072680 h 6172200"/>
              <a:gd name="connsiteX27" fmla="*/ 11734800 w 11734800"/>
              <a:gd name="connsiteY27" fmla="*/ 4436746 h 6172200"/>
              <a:gd name="connsiteX28" fmla="*/ 11734800 w 11734800"/>
              <a:gd name="connsiteY28" fmla="*/ 4827769 h 6172200"/>
              <a:gd name="connsiteX29" fmla="*/ 11734800 w 11734800"/>
              <a:gd name="connsiteY29" fmla="*/ 5246710 h 6172200"/>
              <a:gd name="connsiteX30" fmla="*/ 11734800 w 11734800"/>
              <a:gd name="connsiteY30" fmla="*/ 5694533 h 6172200"/>
              <a:gd name="connsiteX31" fmla="*/ 11734800 w 11734800"/>
              <a:gd name="connsiteY31" fmla="*/ 5929576 h 6172200"/>
              <a:gd name="connsiteX32" fmla="*/ 11734800 w 11734800"/>
              <a:gd name="connsiteY32" fmla="*/ 6172200 h 6172200"/>
              <a:gd name="connsiteX33" fmla="*/ 11731935 w 11734800"/>
              <a:gd name="connsiteY33" fmla="*/ 6172200 h 6172200"/>
              <a:gd name="connsiteX34" fmla="*/ 11711881 w 11734800"/>
              <a:gd name="connsiteY34" fmla="*/ 6172200 h 6172200"/>
              <a:gd name="connsiteX35" fmla="*/ 11657447 w 11734800"/>
              <a:gd name="connsiteY35" fmla="*/ 6172200 h 6172200"/>
              <a:gd name="connsiteX36" fmla="*/ 11611966 w 11734800"/>
              <a:gd name="connsiteY36" fmla="*/ 6172200 h 6172200"/>
              <a:gd name="connsiteX37" fmla="*/ 11551444 w 11734800"/>
              <a:gd name="connsiteY37" fmla="*/ 6172200 h 6172200"/>
              <a:gd name="connsiteX38" fmla="*/ 11473732 w 11734800"/>
              <a:gd name="connsiteY38" fmla="*/ 6172200 h 6172200"/>
              <a:gd name="connsiteX39" fmla="*/ 11376682 w 11734800"/>
              <a:gd name="connsiteY39" fmla="*/ 6172200 h 6172200"/>
              <a:gd name="connsiteX40" fmla="*/ 11258145 w 11734800"/>
              <a:gd name="connsiteY40" fmla="*/ 6172200 h 6172200"/>
              <a:gd name="connsiteX41" fmla="*/ 11115973 w 11734800"/>
              <a:gd name="connsiteY41" fmla="*/ 6172200 h 6172200"/>
              <a:gd name="connsiteX42" fmla="*/ 10948016 w 11734800"/>
              <a:gd name="connsiteY42" fmla="*/ 6172200 h 6172200"/>
              <a:gd name="connsiteX43" fmla="*/ 10752125 w 11734800"/>
              <a:gd name="connsiteY43" fmla="*/ 6172200 h 6172200"/>
              <a:gd name="connsiteX44" fmla="*/ 10526153 w 11734800"/>
              <a:gd name="connsiteY44" fmla="*/ 6172200 h 6172200"/>
              <a:gd name="connsiteX45" fmla="*/ 10267950 w 11734800"/>
              <a:gd name="connsiteY45" fmla="*/ 6172200 h 6172200"/>
              <a:gd name="connsiteX46" fmla="*/ 9975368 w 11734800"/>
              <a:gd name="connsiteY46" fmla="*/ 6172200 h 6172200"/>
              <a:gd name="connsiteX47" fmla="*/ 9646258 w 11734800"/>
              <a:gd name="connsiteY47" fmla="*/ 6172200 h 6172200"/>
              <a:gd name="connsiteX48" fmla="*/ 9278471 w 11734800"/>
              <a:gd name="connsiteY48" fmla="*/ 6172200 h 6172200"/>
              <a:gd name="connsiteX49" fmla="*/ 8869859 w 11734800"/>
              <a:gd name="connsiteY49" fmla="*/ 6172200 h 6172200"/>
              <a:gd name="connsiteX50" fmla="*/ 8418272 w 11734800"/>
              <a:gd name="connsiteY50" fmla="*/ 6172200 h 6172200"/>
              <a:gd name="connsiteX51" fmla="*/ 7921563 w 11734800"/>
              <a:gd name="connsiteY51" fmla="*/ 6172200 h 6172200"/>
              <a:gd name="connsiteX52" fmla="*/ 7377583 w 11734800"/>
              <a:gd name="connsiteY52" fmla="*/ 6172200 h 6172200"/>
              <a:gd name="connsiteX53" fmla="*/ 6784182 w 11734800"/>
              <a:gd name="connsiteY53" fmla="*/ 6172200 h 6172200"/>
              <a:gd name="connsiteX54" fmla="*/ 6139212 w 11734800"/>
              <a:gd name="connsiteY54" fmla="*/ 6172200 h 6172200"/>
              <a:gd name="connsiteX55" fmla="*/ 5440524 w 11734800"/>
              <a:gd name="connsiteY55" fmla="*/ 6172200 h 6172200"/>
              <a:gd name="connsiteX56" fmla="*/ 5070365 w 11734800"/>
              <a:gd name="connsiteY56" fmla="*/ 6172200 h 6172200"/>
              <a:gd name="connsiteX57" fmla="*/ 4685970 w 11734800"/>
              <a:gd name="connsiteY57" fmla="*/ 6172200 h 6172200"/>
              <a:gd name="connsiteX58" fmla="*/ 4287072 w 11734800"/>
              <a:gd name="connsiteY58" fmla="*/ 6172200 h 6172200"/>
              <a:gd name="connsiteX59" fmla="*/ 3873401 w 11734800"/>
              <a:gd name="connsiteY59" fmla="*/ 6172200 h 6172200"/>
              <a:gd name="connsiteX60" fmla="*/ 3444690 w 11734800"/>
              <a:gd name="connsiteY60" fmla="*/ 6172200 h 6172200"/>
              <a:gd name="connsiteX61" fmla="*/ 3000668 w 11734800"/>
              <a:gd name="connsiteY61" fmla="*/ 6172200 h 6172200"/>
              <a:gd name="connsiteX62" fmla="*/ 2541069 w 11734800"/>
              <a:gd name="connsiteY62" fmla="*/ 6172200 h 6172200"/>
              <a:gd name="connsiteX63" fmla="*/ 2065623 w 11734800"/>
              <a:gd name="connsiteY63" fmla="*/ 6172200 h 6172200"/>
              <a:gd name="connsiteX64" fmla="*/ 1574062 w 11734800"/>
              <a:gd name="connsiteY64" fmla="*/ 6172200 h 6172200"/>
              <a:gd name="connsiteX65" fmla="*/ 1066117 w 11734800"/>
              <a:gd name="connsiteY65" fmla="*/ 6172200 h 6172200"/>
              <a:gd name="connsiteX66" fmla="*/ 541519 w 11734800"/>
              <a:gd name="connsiteY66" fmla="*/ 6172200 h 6172200"/>
              <a:gd name="connsiteX67" fmla="*/ 0 w 11734800"/>
              <a:gd name="connsiteY67" fmla="*/ 6172200 h 6172200"/>
              <a:gd name="connsiteX68" fmla="*/ 0 w 11734800"/>
              <a:gd name="connsiteY68" fmla="*/ 6171482 h 6172200"/>
              <a:gd name="connsiteX69" fmla="*/ 0 w 11734800"/>
              <a:gd name="connsiteY69" fmla="*/ 6166452 h 6172200"/>
              <a:gd name="connsiteX70" fmla="*/ 0 w 11734800"/>
              <a:gd name="connsiteY70" fmla="*/ 6152800 h 6172200"/>
              <a:gd name="connsiteX71" fmla="*/ 0 w 11734800"/>
              <a:gd name="connsiteY71" fmla="*/ 6126214 h 6172200"/>
              <a:gd name="connsiteX72" fmla="*/ 0 w 11734800"/>
              <a:gd name="connsiteY72" fmla="*/ 6082383 h 6172200"/>
              <a:gd name="connsiteX73" fmla="*/ 0 w 11734800"/>
              <a:gd name="connsiteY73" fmla="*/ 6016996 h 6172200"/>
              <a:gd name="connsiteX74" fmla="*/ 0 w 11734800"/>
              <a:gd name="connsiteY74" fmla="*/ 5974872 h 6172200"/>
              <a:gd name="connsiteX75" fmla="*/ 0 w 11734800"/>
              <a:gd name="connsiteY75" fmla="*/ 5925741 h 6172200"/>
              <a:gd name="connsiteX76" fmla="*/ 0 w 11734800"/>
              <a:gd name="connsiteY76" fmla="*/ 5869067 h 6172200"/>
              <a:gd name="connsiteX77" fmla="*/ 0 w 11734800"/>
              <a:gd name="connsiteY77" fmla="*/ 5804308 h 6172200"/>
              <a:gd name="connsiteX78" fmla="*/ 0 w 11734800"/>
              <a:gd name="connsiteY78" fmla="*/ 5730928 h 6172200"/>
              <a:gd name="connsiteX79" fmla="*/ 0 w 11734800"/>
              <a:gd name="connsiteY79" fmla="*/ 5648386 h 6172200"/>
              <a:gd name="connsiteX80" fmla="*/ 0 w 11734800"/>
              <a:gd name="connsiteY80" fmla="*/ 5556143 h 6172200"/>
              <a:gd name="connsiteX81" fmla="*/ 0 w 11734800"/>
              <a:gd name="connsiteY81" fmla="*/ 5453662 h 6172200"/>
              <a:gd name="connsiteX82" fmla="*/ 0 w 11734800"/>
              <a:gd name="connsiteY82" fmla="*/ 5340402 h 6172200"/>
              <a:gd name="connsiteX83" fmla="*/ 0 w 11734800"/>
              <a:gd name="connsiteY83" fmla="*/ 5215825 h 6172200"/>
              <a:gd name="connsiteX84" fmla="*/ 0 w 11734800"/>
              <a:gd name="connsiteY84" fmla="*/ 5079393 h 6172200"/>
              <a:gd name="connsiteX85" fmla="*/ 0 w 11734800"/>
              <a:gd name="connsiteY85" fmla="*/ 4930566 h 6172200"/>
              <a:gd name="connsiteX86" fmla="*/ 0 w 11734800"/>
              <a:gd name="connsiteY86" fmla="*/ 4768805 h 6172200"/>
              <a:gd name="connsiteX87" fmla="*/ 0 w 11734800"/>
              <a:gd name="connsiteY87" fmla="*/ 4593571 h 6172200"/>
              <a:gd name="connsiteX88" fmla="*/ 0 w 11734800"/>
              <a:gd name="connsiteY88" fmla="*/ 4404326 h 6172200"/>
              <a:gd name="connsiteX89" fmla="*/ 0 w 11734800"/>
              <a:gd name="connsiteY89" fmla="*/ 4200530 h 6172200"/>
              <a:gd name="connsiteX90" fmla="*/ 0 w 11734800"/>
              <a:gd name="connsiteY90" fmla="*/ 3981646 h 6172200"/>
              <a:gd name="connsiteX91" fmla="*/ 0 w 11734800"/>
              <a:gd name="connsiteY91" fmla="*/ 3747132 h 6172200"/>
              <a:gd name="connsiteX92" fmla="*/ 0 w 11734800"/>
              <a:gd name="connsiteY92" fmla="*/ 3496452 h 6172200"/>
              <a:gd name="connsiteX93" fmla="*/ 0 w 11734800"/>
              <a:gd name="connsiteY93" fmla="*/ 3229066 h 6172200"/>
              <a:gd name="connsiteX94" fmla="*/ 0 w 11734800"/>
              <a:gd name="connsiteY94" fmla="*/ 3200400 h 6172200"/>
              <a:gd name="connsiteX95" fmla="*/ 2997200 w 11734800"/>
              <a:gd name="connsiteY95" fmla="*/ 3200400 h 6172200"/>
              <a:gd name="connsiteX96" fmla="*/ 3911600 w 11734800"/>
              <a:gd name="connsiteY96" fmla="*/ 2286000 h 6172200"/>
              <a:gd name="connsiteX97" fmla="*/ 3911600 w 11734800"/>
              <a:gd name="connsiteY97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1734800" h="6172200">
                <a:moveTo>
                  <a:pt x="3911600" y="0"/>
                </a:moveTo>
                <a:lnTo>
                  <a:pt x="10820400" y="0"/>
                </a:lnTo>
                <a:cubicBezTo>
                  <a:pt x="11325542" y="0"/>
                  <a:pt x="11734800" y="409300"/>
                  <a:pt x="11734800" y="914494"/>
                </a:cubicBezTo>
                <a:lnTo>
                  <a:pt x="11734800" y="915778"/>
                </a:lnTo>
                <a:lnTo>
                  <a:pt x="11734800" y="924763"/>
                </a:lnTo>
                <a:lnTo>
                  <a:pt x="11734800" y="949152"/>
                </a:lnTo>
                <a:lnTo>
                  <a:pt x="11734800" y="969529"/>
                </a:lnTo>
                <a:lnTo>
                  <a:pt x="11734800" y="996646"/>
                </a:lnTo>
                <a:lnTo>
                  <a:pt x="11734800" y="1031464"/>
                </a:lnTo>
                <a:lnTo>
                  <a:pt x="11734800" y="1074947"/>
                </a:lnTo>
                <a:lnTo>
                  <a:pt x="11734800" y="1128056"/>
                </a:lnTo>
                <a:lnTo>
                  <a:pt x="11734800" y="1191756"/>
                </a:lnTo>
                <a:lnTo>
                  <a:pt x="11734800" y="1267008"/>
                </a:lnTo>
                <a:lnTo>
                  <a:pt x="11734800" y="1354776"/>
                </a:lnTo>
                <a:lnTo>
                  <a:pt x="11734800" y="1456021"/>
                </a:lnTo>
                <a:lnTo>
                  <a:pt x="11734800" y="1571707"/>
                </a:lnTo>
                <a:lnTo>
                  <a:pt x="11734800" y="1702797"/>
                </a:lnTo>
                <a:lnTo>
                  <a:pt x="11734800" y="1850253"/>
                </a:lnTo>
                <a:lnTo>
                  <a:pt x="11734800" y="2015037"/>
                </a:lnTo>
                <a:lnTo>
                  <a:pt x="11734800" y="2198114"/>
                </a:lnTo>
                <a:lnTo>
                  <a:pt x="11734800" y="2400444"/>
                </a:lnTo>
                <a:lnTo>
                  <a:pt x="11734800" y="2622992"/>
                </a:lnTo>
                <a:lnTo>
                  <a:pt x="11734800" y="2866719"/>
                </a:lnTo>
                <a:lnTo>
                  <a:pt x="11734800" y="3132589"/>
                </a:lnTo>
                <a:lnTo>
                  <a:pt x="11734800" y="3421564"/>
                </a:lnTo>
                <a:lnTo>
                  <a:pt x="11734800" y="3734606"/>
                </a:lnTo>
                <a:lnTo>
                  <a:pt x="11734800" y="4072680"/>
                </a:lnTo>
                <a:lnTo>
                  <a:pt x="11734800" y="4436746"/>
                </a:lnTo>
                <a:lnTo>
                  <a:pt x="11734800" y="4827769"/>
                </a:lnTo>
                <a:lnTo>
                  <a:pt x="11734800" y="5246710"/>
                </a:lnTo>
                <a:lnTo>
                  <a:pt x="11734800" y="5694533"/>
                </a:lnTo>
                <a:lnTo>
                  <a:pt x="11734800" y="5929576"/>
                </a:lnTo>
                <a:lnTo>
                  <a:pt x="11734800" y="6172200"/>
                </a:lnTo>
                <a:lnTo>
                  <a:pt x="11731935" y="6172200"/>
                </a:lnTo>
                <a:lnTo>
                  <a:pt x="11711881" y="6172200"/>
                </a:lnTo>
                <a:lnTo>
                  <a:pt x="11657447" y="6172200"/>
                </a:lnTo>
                <a:lnTo>
                  <a:pt x="11611966" y="6172200"/>
                </a:lnTo>
                <a:lnTo>
                  <a:pt x="11551444" y="6172200"/>
                </a:lnTo>
                <a:lnTo>
                  <a:pt x="11473732" y="6172200"/>
                </a:lnTo>
                <a:lnTo>
                  <a:pt x="11376682" y="6172200"/>
                </a:lnTo>
                <a:lnTo>
                  <a:pt x="11258145" y="6172200"/>
                </a:lnTo>
                <a:lnTo>
                  <a:pt x="11115973" y="6172200"/>
                </a:lnTo>
                <a:lnTo>
                  <a:pt x="10948016" y="6172200"/>
                </a:lnTo>
                <a:lnTo>
                  <a:pt x="10752125" y="6172200"/>
                </a:lnTo>
                <a:lnTo>
                  <a:pt x="10526153" y="6172200"/>
                </a:lnTo>
                <a:lnTo>
                  <a:pt x="10267950" y="6172200"/>
                </a:lnTo>
                <a:lnTo>
                  <a:pt x="9975368" y="6172200"/>
                </a:lnTo>
                <a:lnTo>
                  <a:pt x="9646258" y="6172200"/>
                </a:lnTo>
                <a:lnTo>
                  <a:pt x="9278471" y="6172200"/>
                </a:lnTo>
                <a:lnTo>
                  <a:pt x="8869859" y="6172200"/>
                </a:lnTo>
                <a:lnTo>
                  <a:pt x="8418272" y="6172200"/>
                </a:lnTo>
                <a:lnTo>
                  <a:pt x="7921563" y="6172200"/>
                </a:lnTo>
                <a:lnTo>
                  <a:pt x="7377583" y="6172200"/>
                </a:lnTo>
                <a:lnTo>
                  <a:pt x="6784182" y="6172200"/>
                </a:lnTo>
                <a:lnTo>
                  <a:pt x="6139212" y="6172200"/>
                </a:lnTo>
                <a:lnTo>
                  <a:pt x="5440524" y="6172200"/>
                </a:lnTo>
                <a:lnTo>
                  <a:pt x="5070365" y="6172200"/>
                </a:lnTo>
                <a:lnTo>
                  <a:pt x="4685970" y="6172200"/>
                </a:lnTo>
                <a:lnTo>
                  <a:pt x="4287072" y="6172200"/>
                </a:lnTo>
                <a:lnTo>
                  <a:pt x="3873401" y="6172200"/>
                </a:lnTo>
                <a:lnTo>
                  <a:pt x="3444690" y="6172200"/>
                </a:lnTo>
                <a:lnTo>
                  <a:pt x="3000668" y="6172200"/>
                </a:lnTo>
                <a:lnTo>
                  <a:pt x="2541069" y="6172200"/>
                </a:lnTo>
                <a:lnTo>
                  <a:pt x="2065623" y="6172200"/>
                </a:lnTo>
                <a:lnTo>
                  <a:pt x="1574062" y="6172200"/>
                </a:lnTo>
                <a:lnTo>
                  <a:pt x="1066117" y="6172200"/>
                </a:lnTo>
                <a:lnTo>
                  <a:pt x="541519" y="6172200"/>
                </a:lnTo>
                <a:lnTo>
                  <a:pt x="0" y="6172200"/>
                </a:lnTo>
                <a:lnTo>
                  <a:pt x="0" y="6171482"/>
                </a:lnTo>
                <a:lnTo>
                  <a:pt x="0" y="6166452"/>
                </a:lnTo>
                <a:lnTo>
                  <a:pt x="0" y="6152800"/>
                </a:lnTo>
                <a:lnTo>
                  <a:pt x="0" y="6126214"/>
                </a:lnTo>
                <a:lnTo>
                  <a:pt x="0" y="6082383"/>
                </a:lnTo>
                <a:lnTo>
                  <a:pt x="0" y="6016996"/>
                </a:lnTo>
                <a:lnTo>
                  <a:pt x="0" y="5974872"/>
                </a:lnTo>
                <a:lnTo>
                  <a:pt x="0" y="5925741"/>
                </a:lnTo>
                <a:lnTo>
                  <a:pt x="0" y="5869067"/>
                </a:lnTo>
                <a:lnTo>
                  <a:pt x="0" y="5804308"/>
                </a:lnTo>
                <a:lnTo>
                  <a:pt x="0" y="5730928"/>
                </a:lnTo>
                <a:lnTo>
                  <a:pt x="0" y="5648386"/>
                </a:lnTo>
                <a:lnTo>
                  <a:pt x="0" y="5556143"/>
                </a:lnTo>
                <a:lnTo>
                  <a:pt x="0" y="5453662"/>
                </a:lnTo>
                <a:lnTo>
                  <a:pt x="0" y="5340402"/>
                </a:lnTo>
                <a:lnTo>
                  <a:pt x="0" y="5215825"/>
                </a:lnTo>
                <a:lnTo>
                  <a:pt x="0" y="5079393"/>
                </a:lnTo>
                <a:lnTo>
                  <a:pt x="0" y="4930566"/>
                </a:lnTo>
                <a:lnTo>
                  <a:pt x="0" y="4768805"/>
                </a:lnTo>
                <a:lnTo>
                  <a:pt x="0" y="4593571"/>
                </a:lnTo>
                <a:lnTo>
                  <a:pt x="0" y="4404326"/>
                </a:lnTo>
                <a:lnTo>
                  <a:pt x="0" y="4200530"/>
                </a:lnTo>
                <a:lnTo>
                  <a:pt x="0" y="3981646"/>
                </a:lnTo>
                <a:lnTo>
                  <a:pt x="0" y="3747132"/>
                </a:lnTo>
                <a:lnTo>
                  <a:pt x="0" y="3496452"/>
                </a:lnTo>
                <a:lnTo>
                  <a:pt x="0" y="3229066"/>
                </a:lnTo>
                <a:lnTo>
                  <a:pt x="0" y="3200400"/>
                </a:lnTo>
                <a:cubicBezTo>
                  <a:pt x="2997200" y="3200400"/>
                  <a:pt x="2997200" y="3200400"/>
                  <a:pt x="2997200" y="3200400"/>
                </a:cubicBezTo>
                <a:cubicBezTo>
                  <a:pt x="3502343" y="3200400"/>
                  <a:pt x="3911600" y="2791143"/>
                  <a:pt x="3911600" y="2286000"/>
                </a:cubicBezTo>
                <a:cubicBezTo>
                  <a:pt x="3911600" y="0"/>
                  <a:pt x="3911600" y="0"/>
                  <a:pt x="3911600" y="0"/>
                </a:cubicBezTo>
                <a:close/>
              </a:path>
            </a:pathLst>
          </a:custGeom>
        </p:spPr>
        <p:txBody>
          <a:bodyPr wrap="square" lIns="0" tIns="0" rIns="0" bIns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9" name="03_Placeholder 4[PHJU] (JU-Free)">
            <a:extLst>
              <a:ext uri="{FF2B5EF4-FFF2-40B4-BE49-F238E27FC236}">
                <a16:creationId xmlns:a16="http://schemas.microsoft.com/office/drawing/2014/main" id="{6C3D7563-D5B2-C730-1BDA-C26BAC23A6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85800" y="1244600"/>
            <a:ext cx="3175000" cy="1803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2pPr>
            <a:lvl3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3pPr>
            <a:lvl4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4pPr>
            <a:lvl5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5pPr>
            <a:lvl6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6pPr>
            <a:lvl7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7pPr>
            <a:lvl8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8pPr>
            <a:lvl9pPr marL="0" marR="0" indent="0" algn="l" fontAlgn="auto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700" b="0" i="0" u="none" baseline="0">
                <a:solidFill>
                  <a:schemeClr val="bg1">
                    <a:lumMod val="100000"/>
                  </a:schemeClr>
                </a:solidFill>
                <a:latin typeface="RijksSansTT" panose="020B0404010101010104" pitchFamily="34" charset="0"/>
              </a:defRPr>
            </a:lvl9pPr>
          </a:lstStyle>
          <a:p>
            <a:pPr lvl="0"/>
            <a:r>
              <a:rPr lang="nl-NL" dirty="0"/>
              <a:t>[Tekst]</a:t>
            </a:r>
          </a:p>
        </p:txBody>
      </p:sp>
      <p:sp>
        <p:nvSpPr>
          <p:cNvPr id="20" name="04_Date Placeholder 5 (JU-Free)">
            <a:extLst>
              <a:ext uri="{FF2B5EF4-FFF2-40B4-BE49-F238E27FC236}">
                <a16:creationId xmlns:a16="http://schemas.microsoft.com/office/drawing/2014/main" id="{0C6C36CD-425B-B7A5-3EF3-9BB31AA8152D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21" name="05_Footer Placeholder 6 (JU-Free)">
            <a:extLst>
              <a:ext uri="{FF2B5EF4-FFF2-40B4-BE49-F238E27FC236}">
                <a16:creationId xmlns:a16="http://schemas.microsoft.com/office/drawing/2014/main" id="{0E9E9993-0E26-DD0B-D967-D08C0D9B595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22" name="06_Slide Number Placeholder 7 (JU-Free)">
            <a:extLst>
              <a:ext uri="{FF2B5EF4-FFF2-40B4-BE49-F238E27FC236}">
                <a16:creationId xmlns:a16="http://schemas.microsoft.com/office/drawing/2014/main" id="{AD60C44F-C2B7-E578-6715-227706B1CE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6885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foto's (3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01_Rectangle 1[PHJU] (JU-Free)">
            <a:extLst>
              <a:ext uri="{FF2B5EF4-FFF2-40B4-BE49-F238E27FC236}">
                <a16:creationId xmlns:a16="http://schemas.microsoft.com/office/drawing/2014/main" id="{40F423B0-078A-F08D-1858-EAF86F84650A}"/>
              </a:ext>
            </a:extLst>
          </p:cNvPr>
          <p:cNvSpPr>
            <a:spLocks noGrp="1" noChangeArrowheads="1"/>
          </p:cNvSpPr>
          <p:nvPr>
            <p:ph type="pic" idx="1000" hasCustomPrompt="1"/>
          </p:nvPr>
        </p:nvSpPr>
        <p:spPr bwMode="gray">
          <a:xfrm>
            <a:off x="228600" y="228600"/>
            <a:ext cx="5753100" cy="300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5" name="02_Rectangle 2[PHJU] (JU-Free)">
            <a:extLst>
              <a:ext uri="{FF2B5EF4-FFF2-40B4-BE49-F238E27FC236}">
                <a16:creationId xmlns:a16="http://schemas.microsoft.com/office/drawing/2014/main" id="{F56D21AA-2783-0F1A-3B1F-B2E11AA1FB87}"/>
              </a:ext>
            </a:extLst>
          </p:cNvPr>
          <p:cNvSpPr>
            <a:spLocks noGrp="1" noChangeArrowheads="1"/>
          </p:cNvSpPr>
          <p:nvPr>
            <p:ph type="pic" idx="1001" hasCustomPrompt="1"/>
          </p:nvPr>
        </p:nvSpPr>
        <p:spPr bwMode="gray">
          <a:xfrm>
            <a:off x="228600" y="3390900"/>
            <a:ext cx="5753100" cy="3009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6" name="03_Frame 3[PHJU] (JU-Free)">
            <a:extLst>
              <a:ext uri="{FF2B5EF4-FFF2-40B4-BE49-F238E27FC236}">
                <a16:creationId xmlns:a16="http://schemas.microsoft.com/office/drawing/2014/main" id="{CF766590-6253-1AAA-2A9F-D7D475FCEEF7}"/>
              </a:ext>
            </a:extLst>
          </p:cNvPr>
          <p:cNvSpPr>
            <a:spLocks noGrp="1"/>
          </p:cNvSpPr>
          <p:nvPr>
            <p:ph type="pic" idx="1002" hasCustomPrompt="1"/>
          </p:nvPr>
        </p:nvSpPr>
        <p:spPr bwMode="gray">
          <a:xfrm>
            <a:off x="6134100" y="228600"/>
            <a:ext cx="5829300" cy="6172200"/>
          </a:xfrm>
          <a:custGeom>
            <a:avLst/>
            <a:gdLst>
              <a:gd name="T0" fmla="*/ 0 w 18360"/>
              <a:gd name="T1" fmla="*/ 0 h 19440"/>
              <a:gd name="T2" fmla="*/ 0 w 18360"/>
              <a:gd name="T3" fmla="*/ 19440 h 19440"/>
              <a:gd name="T4" fmla="*/ 18360 w 18360"/>
              <a:gd name="T5" fmla="*/ 19440 h 19440"/>
              <a:gd name="T6" fmla="*/ 18360 w 18360"/>
              <a:gd name="T7" fmla="*/ 2880 h 19440"/>
              <a:gd name="T8" fmla="*/ 15480 w 18360"/>
              <a:gd name="T9" fmla="*/ 0 h 19440"/>
              <a:gd name="T10" fmla="*/ 0 w 183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18360" y="19440"/>
                  <a:pt x="18360" y="19440"/>
                  <a:pt x="18360" y="19440"/>
                </a:cubicBezTo>
                <a:cubicBezTo>
                  <a:pt x="18360" y="2880"/>
                  <a:pt x="18360" y="2880"/>
                  <a:pt x="18360" y="2880"/>
                </a:cubicBezTo>
                <a:cubicBezTo>
                  <a:pt x="18360" y="1289"/>
                  <a:pt x="17071" y="0"/>
                  <a:pt x="15480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4_Date Placeholder 4 (JU-Free)">
            <a:extLst>
              <a:ext uri="{FF2B5EF4-FFF2-40B4-BE49-F238E27FC236}">
                <a16:creationId xmlns:a16="http://schemas.microsoft.com/office/drawing/2014/main" id="{BC7E7E6F-8A10-9C49-82FD-B6CC934F5945}"/>
              </a:ext>
            </a:extLst>
          </p:cNvPr>
          <p:cNvSpPr>
            <a:spLocks noGrp="1"/>
          </p:cNvSpPr>
          <p:nvPr>
            <p:ph type="dt" sz="half" idx="1003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5_Footer Placeholder 5 (JU-Free)">
            <a:extLst>
              <a:ext uri="{FF2B5EF4-FFF2-40B4-BE49-F238E27FC236}">
                <a16:creationId xmlns:a16="http://schemas.microsoft.com/office/drawing/2014/main" id="{3E1B720E-2834-44E0-69AE-1E3B8050D279}"/>
              </a:ext>
            </a:extLst>
          </p:cNvPr>
          <p:cNvSpPr>
            <a:spLocks noGrp="1"/>
          </p:cNvSpPr>
          <p:nvPr>
            <p:ph type="ftr" sz="quarter" idx="1004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6_Slide Number Placeholder 6 (JU-Free)">
            <a:extLst>
              <a:ext uri="{FF2B5EF4-FFF2-40B4-BE49-F238E27FC236}">
                <a16:creationId xmlns:a16="http://schemas.microsoft.com/office/drawing/2014/main" id="{BD3EDC94-1D58-9779-3A84-DC8B045843EB}"/>
              </a:ext>
            </a:extLst>
          </p:cNvPr>
          <p:cNvSpPr>
            <a:spLocks noGrp="1"/>
          </p:cNvSpPr>
          <p:nvPr>
            <p:ph type="sldNum" sz="quarter" idx="1005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4584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chemeClr val="tx2">
                    <a:lumMod val="100000"/>
                  </a:schemeClr>
                </a:solidFill>
                <a:latin typeface="RijksoverheidSerif" panose="020B0604020202020204" charset="0"/>
              </a:defRPr>
            </a:lvl1pPr>
          </a:lstStyle>
          <a:p>
            <a:r>
              <a:rPr lang="nl-NL"/>
              <a:t>[“Quote”]</a:t>
            </a:r>
            <a:endParaRPr lang="nl-NL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6299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38506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E17000"/>
                </a:solidFill>
                <a:latin typeface="RijksoverheidSerif" panose="020B0604020202020204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7755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nl-NL"/>
              <a:t>[“Quote”]</a:t>
            </a:r>
            <a:endParaRPr lang="nl-NL" dirty="0"/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6806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foto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1">
            <a:extLst>
              <a:ext uri="{FF2B5EF4-FFF2-40B4-BE49-F238E27FC236}">
                <a16:creationId xmlns:a16="http://schemas.microsoft.com/office/drawing/2014/main" id="{2852B30F-3FF7-7CCE-4FBE-1A4E7D8CE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>
            <a:off x="565150" y="3200400"/>
            <a:ext cx="5619750" cy="1828800"/>
          </a:xfrm>
          <a:custGeom>
            <a:avLst/>
            <a:gdLst>
              <a:gd name="T0" fmla="*/ 17700 w 17700"/>
              <a:gd name="T1" fmla="*/ 5760 h 5760"/>
              <a:gd name="T2" fmla="*/ 740 w 17700"/>
              <a:gd name="T3" fmla="*/ 5760 h 5760"/>
              <a:gd name="T4" fmla="*/ 0 w 17700"/>
              <a:gd name="T5" fmla="*/ 5020 h 5760"/>
              <a:gd name="T6" fmla="*/ 0 w 17700"/>
              <a:gd name="T7" fmla="*/ 0 h 5760"/>
              <a:gd name="T8" fmla="*/ 40 w 17700"/>
              <a:gd name="T9" fmla="*/ 0 h 5760"/>
              <a:gd name="T10" fmla="*/ 40 w 17700"/>
              <a:gd name="T11" fmla="*/ 5020 h 5760"/>
              <a:gd name="T12" fmla="*/ 740 w 17700"/>
              <a:gd name="T13" fmla="*/ 5720 h 5760"/>
              <a:gd name="T14" fmla="*/ 17700 w 17700"/>
              <a:gd name="T15" fmla="*/ 5720 h 5760"/>
              <a:gd name="T16" fmla="*/ 17700 w 17700"/>
              <a:gd name="T17" fmla="*/ 5760 h 5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700" h="5760">
                <a:moveTo>
                  <a:pt x="17700" y="5760"/>
                </a:moveTo>
                <a:cubicBezTo>
                  <a:pt x="740" y="5760"/>
                  <a:pt x="740" y="5760"/>
                  <a:pt x="740" y="5760"/>
                </a:cubicBezTo>
                <a:cubicBezTo>
                  <a:pt x="332" y="5760"/>
                  <a:pt x="0" y="5428"/>
                  <a:pt x="0" y="5020"/>
                </a:cubicBezTo>
                <a:cubicBezTo>
                  <a:pt x="0" y="0"/>
                  <a:pt x="0" y="0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5020"/>
                  <a:pt x="40" y="5020"/>
                  <a:pt x="40" y="5020"/>
                </a:cubicBezTo>
                <a:cubicBezTo>
                  <a:pt x="40" y="5406"/>
                  <a:pt x="354" y="5720"/>
                  <a:pt x="740" y="5720"/>
                </a:cubicBezTo>
                <a:cubicBezTo>
                  <a:pt x="17700" y="5720"/>
                  <a:pt x="17700" y="5720"/>
                  <a:pt x="17700" y="5720"/>
                </a:cubicBezTo>
                <a:lnTo>
                  <a:pt x="17700" y="5760"/>
                </a:ln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15" name="01_***Title 2 (JU-Free)">
            <a:extLst>
              <a:ext uri="{FF2B5EF4-FFF2-40B4-BE49-F238E27FC236}">
                <a16:creationId xmlns:a16="http://schemas.microsoft.com/office/drawing/2014/main" id="{F74B5406-7E67-9DA4-0372-4988A83743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14400" y="3136900"/>
            <a:ext cx="4889500" cy="1689100"/>
          </a:xfrm>
        </p:spPr>
        <p:txBody>
          <a:bodyPr/>
          <a:lstStyle>
            <a:lvl1pPr>
              <a:defRPr kumimoji="0" sz="2700" b="0" i="0" u="none" baseline="0">
                <a:solidFill>
                  <a:srgbClr val="154273"/>
                </a:solidFill>
                <a:latin typeface="RijksoverheidSerif" panose="020B0604020202020204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16" name="02_Frame 3[PHJU] (JU-Free)">
            <a:extLst>
              <a:ext uri="{FF2B5EF4-FFF2-40B4-BE49-F238E27FC236}">
                <a16:creationId xmlns:a16="http://schemas.microsoft.com/office/drawing/2014/main" id="{BEB50982-9EAF-EDB2-64C3-AA573900B0F5}"/>
              </a:ext>
            </a:extLst>
          </p:cNvPr>
          <p:cNvSpPr>
            <a:spLocks noGrp="1"/>
          </p:cNvSpPr>
          <p:nvPr>
            <p:ph type="pic" idx="1000" hasCustomPrompt="1"/>
          </p:nvPr>
        </p:nvSpPr>
        <p:spPr bwMode="gray">
          <a:xfrm>
            <a:off x="6134100" y="231775"/>
            <a:ext cx="5829300" cy="6169025"/>
          </a:xfrm>
          <a:custGeom>
            <a:avLst/>
            <a:gdLst>
              <a:gd name="T0" fmla="*/ 0 w 18360"/>
              <a:gd name="T1" fmla="*/ 0 h 19428"/>
              <a:gd name="T2" fmla="*/ 0 w 18360"/>
              <a:gd name="T3" fmla="*/ 19428 h 19428"/>
              <a:gd name="T4" fmla="*/ 18360 w 18360"/>
              <a:gd name="T5" fmla="*/ 19428 h 19428"/>
              <a:gd name="T6" fmla="*/ 18360 w 18360"/>
              <a:gd name="T7" fmla="*/ 2868 h 19428"/>
              <a:gd name="T8" fmla="*/ 15741 w 18360"/>
              <a:gd name="T9" fmla="*/ 0 h 19428"/>
              <a:gd name="T10" fmla="*/ 0 w 18360"/>
              <a:gd name="T11" fmla="*/ 0 h 19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360" h="19428">
                <a:moveTo>
                  <a:pt x="0" y="0"/>
                </a:moveTo>
                <a:cubicBezTo>
                  <a:pt x="0" y="19428"/>
                  <a:pt x="0" y="19428"/>
                  <a:pt x="0" y="19428"/>
                </a:cubicBezTo>
                <a:cubicBezTo>
                  <a:pt x="18360" y="19428"/>
                  <a:pt x="18360" y="19428"/>
                  <a:pt x="18360" y="19428"/>
                </a:cubicBezTo>
                <a:cubicBezTo>
                  <a:pt x="18360" y="2868"/>
                  <a:pt x="18360" y="2868"/>
                  <a:pt x="18360" y="2868"/>
                </a:cubicBezTo>
                <a:cubicBezTo>
                  <a:pt x="18360" y="1365"/>
                  <a:pt x="17210" y="132"/>
                  <a:pt x="15741" y="0"/>
                </a:cubicBez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/>
            </a:lvl1pPr>
          </a:lstStyle>
          <a:p>
            <a:r>
              <a:rPr lang="nl-NL" dirty="0"/>
              <a:t>[Afbeelding]</a:t>
            </a:r>
          </a:p>
        </p:txBody>
      </p:sp>
      <p:sp>
        <p:nvSpPr>
          <p:cNvPr id="17" name="03_Date Placeholder 4 (JU-Free)">
            <a:extLst>
              <a:ext uri="{FF2B5EF4-FFF2-40B4-BE49-F238E27FC236}">
                <a16:creationId xmlns:a16="http://schemas.microsoft.com/office/drawing/2014/main" id="{EE9AF505-413B-93EC-911B-AC5C6E994F71}"/>
              </a:ext>
            </a:extLst>
          </p:cNvPr>
          <p:cNvSpPr>
            <a:spLocks noGrp="1"/>
          </p:cNvSpPr>
          <p:nvPr>
            <p:ph type="dt" sz="half" idx="1001"/>
          </p:nvPr>
        </p:nvSpPr>
        <p:spPr bwMode="gray">
          <a:xfrm>
            <a:off x="10744200" y="6553200"/>
            <a:ext cx="762000" cy="254000"/>
          </a:xfrm>
        </p:spPr>
        <p:txBody>
          <a:bodyPr/>
          <a:lstStyle/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8" name="04_Footer Placeholder 5 (JU-Free)">
            <a:extLst>
              <a:ext uri="{FF2B5EF4-FFF2-40B4-BE49-F238E27FC236}">
                <a16:creationId xmlns:a16="http://schemas.microsoft.com/office/drawing/2014/main" id="{36C609C9-1103-5AE4-EACF-9B5B6003304D}"/>
              </a:ext>
            </a:extLst>
          </p:cNvPr>
          <p:cNvSpPr>
            <a:spLocks noGrp="1"/>
          </p:cNvSpPr>
          <p:nvPr>
            <p:ph type="ftr" sz="quarter" idx="1002"/>
          </p:nvPr>
        </p:nvSpPr>
        <p:spPr bwMode="gray">
          <a:xfrm>
            <a:off x="3073400" y="6553200"/>
            <a:ext cx="6045200" cy="254000"/>
          </a:xfrm>
        </p:spPr>
        <p:txBody>
          <a:bodyPr/>
          <a:lstStyle/>
          <a:p>
            <a:endParaRPr lang="nl-NL"/>
          </a:p>
        </p:txBody>
      </p:sp>
      <p:sp>
        <p:nvSpPr>
          <p:cNvPr id="19" name="05_Slide Number Placeholder 6 (JU-Free)">
            <a:extLst>
              <a:ext uri="{FF2B5EF4-FFF2-40B4-BE49-F238E27FC236}">
                <a16:creationId xmlns:a16="http://schemas.microsoft.com/office/drawing/2014/main" id="{4D26E9E6-144A-BE78-0712-8E5FD1C4B41A}"/>
              </a:ext>
            </a:extLst>
          </p:cNvPr>
          <p:cNvSpPr>
            <a:spLocks noGrp="1"/>
          </p:cNvSpPr>
          <p:nvPr>
            <p:ph type="sldNum" sz="quarter" idx="1003"/>
          </p:nvPr>
        </p:nvSpPr>
        <p:spPr bwMode="gray">
          <a:xfrm>
            <a:off x="11569700" y="6553200"/>
            <a:ext cx="393700" cy="254000"/>
          </a:xfrm>
        </p:spPr>
        <p:txBody>
          <a:bodyPr/>
          <a:lstStyle/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0497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D8951452-B46B-E96D-6209-652DF34D3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39C926F8-697B-7BC5-47A1-4399FCFD8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chemeClr val="tx2">
                    <a:lumMod val="100000"/>
                  </a:scheme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4B747F88-3CB3-8C9C-ACA1-5F6CC892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DF62A6BA-4CFE-6EC9-A245-6C8EC1F3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772B5108-7617-3C9B-901F-42448BC1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9474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02B7BED3-E3F3-335F-F760-3CC38AF41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A2D9C19E-F1A9-0E3C-D7FA-591161576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A23097FD-747E-01BC-9CF3-36F3BF0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9842B86-954D-4485-7B30-16AECD4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2298AE60-388B-6DAC-2742-601D3D9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0086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6A4E446-1623-7BE0-CF8F-20EA280B6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A2D9C19E-F1A9-0E3C-D7FA-591161576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E17000">
                    <a:lumMod val="100000"/>
                  </a:srgb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A23097FD-747E-01BC-9CF3-36F3BF0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99842B86-954D-4485-7B30-16AECD4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0" name="04_Slide Number Placeholder 5 (JU-Free)">
            <a:extLst>
              <a:ext uri="{FF2B5EF4-FFF2-40B4-BE49-F238E27FC236}">
                <a16:creationId xmlns:a16="http://schemas.microsoft.com/office/drawing/2014/main" id="{2298AE60-388B-6DAC-2742-601D3D9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90765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63C9A44F-931B-249A-D84C-D7297DCC4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68EDACC1-8932-F696-7C17-2DA489520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F90A6301-817F-3A81-EC49-F8CCC7CD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03B6AA29-C492-D044-18D7-03D4980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63B89C0D-2075-C310-79C7-BF4E3AC0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294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1A10CFC-8FF8-5924-7108-170778A19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3" name="01_***Title 2 (JU-Free)">
            <a:extLst>
              <a:ext uri="{FF2B5EF4-FFF2-40B4-BE49-F238E27FC236}">
                <a16:creationId xmlns:a16="http://schemas.microsoft.com/office/drawing/2014/main" id="{68EDACC1-8932-F696-7C17-2DA4895206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rgbClr val="154273"/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 dirty="0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F90A6301-817F-3A81-EC49-F8CCC7CD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03B6AA29-C492-D044-18D7-03D4980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7" name="04_Slide Number Placeholder 5 (JU-Free)">
            <a:extLst>
              <a:ext uri="{FF2B5EF4-FFF2-40B4-BE49-F238E27FC236}">
                <a16:creationId xmlns:a16="http://schemas.microsoft.com/office/drawing/2014/main" id="{63B89C0D-2075-C310-79C7-BF4E3AC0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1589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Quote+kleurvlak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850FC4E-F364-D0BD-EB42-51F5B7467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28600" y="228600"/>
            <a:ext cx="11734800" cy="6172200"/>
          </a:xfrm>
          <a:custGeom>
            <a:avLst/>
            <a:gdLst>
              <a:gd name="T0" fmla="*/ 0 w 36960"/>
              <a:gd name="T1" fmla="*/ 0 h 19440"/>
              <a:gd name="T2" fmla="*/ 0 w 36960"/>
              <a:gd name="T3" fmla="*/ 19440 h 19440"/>
              <a:gd name="T4" fmla="*/ 34080 w 36960"/>
              <a:gd name="T5" fmla="*/ 19440 h 19440"/>
              <a:gd name="T6" fmla="*/ 36960 w 36960"/>
              <a:gd name="T7" fmla="*/ 16560 h 19440"/>
              <a:gd name="T8" fmla="*/ 36960 w 36960"/>
              <a:gd name="T9" fmla="*/ 0 h 19440"/>
              <a:gd name="T10" fmla="*/ 0 w 36960"/>
              <a:gd name="T11" fmla="*/ 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60" h="19440">
                <a:moveTo>
                  <a:pt x="0" y="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34080" y="19440"/>
                  <a:pt x="34080" y="19440"/>
                  <a:pt x="34080" y="19440"/>
                </a:cubicBezTo>
                <a:cubicBezTo>
                  <a:pt x="35671" y="19440"/>
                  <a:pt x="36960" y="18151"/>
                  <a:pt x="36960" y="16560"/>
                </a:cubicBezTo>
                <a:cubicBezTo>
                  <a:pt x="36960" y="0"/>
                  <a:pt x="36960" y="0"/>
                  <a:pt x="3696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***Title 2 (JU-Free)">
            <a:extLst>
              <a:ext uri="{FF2B5EF4-FFF2-40B4-BE49-F238E27FC236}">
                <a16:creationId xmlns:a16="http://schemas.microsoft.com/office/drawing/2014/main" id="{7BD522CF-8FDA-B513-943B-CA717E632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828800"/>
            <a:ext cx="10820400" cy="3238500"/>
          </a:xfrm>
        </p:spPr>
        <p:txBody>
          <a:bodyPr/>
          <a:lstStyle>
            <a:lvl1pPr algn="ctr">
              <a:defRPr kumimoji="0" sz="6800" b="0" i="0" u="none" baseline="0">
                <a:solidFill>
                  <a:schemeClr val="bg1">
                    <a:lumMod val="100000"/>
                  </a:schemeClr>
                </a:solidFill>
                <a:latin typeface="RijksoverheidSerif" panose="02000506060000020004" pitchFamily="2" charset="0"/>
              </a:defRPr>
            </a:lvl1pPr>
          </a:lstStyle>
          <a:p>
            <a:r>
              <a:rPr lang="nl-NL"/>
              <a:t>[“Quote”]</a:t>
            </a:r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6264532-B631-6FB7-CC30-49AA7030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BACB5FA-C832-9915-C103-C940ED22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B015C9E1-CA6C-9B31-DC22-9067079B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6664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9CEE6FD2-D2EE-28AA-A625-AC90CA732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0D61B40-644C-4A2B-EE6A-9768A9FA82E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9" name="04_Date Placeholder 5 (JU-Free)">
            <a:extLst>
              <a:ext uri="{FF2B5EF4-FFF2-40B4-BE49-F238E27FC236}">
                <a16:creationId xmlns:a16="http://schemas.microsoft.com/office/drawing/2014/main" id="{4B3559F6-B4E8-90BA-50A9-8948376D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0" name="05_Footer Placeholder 6 (JU-Free)">
            <a:extLst>
              <a:ext uri="{FF2B5EF4-FFF2-40B4-BE49-F238E27FC236}">
                <a16:creationId xmlns:a16="http://schemas.microsoft.com/office/drawing/2014/main" id="{914F6924-81FF-FC4A-95BB-2ECC10F4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2" name="06_Slide Number Placeholder 7 (JU-Free)">
            <a:extLst>
              <a:ext uri="{FF2B5EF4-FFF2-40B4-BE49-F238E27FC236}">
                <a16:creationId xmlns:a16="http://schemas.microsoft.com/office/drawing/2014/main" id="{6E2C0466-A8B2-7076-23B6-2130890C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1758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22ACD8E9-7CC9-3136-0443-98A4E5DAE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1F2CD1DB-5558-0EB9-FABF-697518EA8722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10" name="04_Date Placeholder 5 (JU-Free)">
            <a:extLst>
              <a:ext uri="{FF2B5EF4-FFF2-40B4-BE49-F238E27FC236}">
                <a16:creationId xmlns:a16="http://schemas.microsoft.com/office/drawing/2014/main" id="{60EEDD31-2070-47E8-25E4-D303FB6F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2" name="05_Footer Placeholder 6 (JU-Free)">
            <a:extLst>
              <a:ext uri="{FF2B5EF4-FFF2-40B4-BE49-F238E27FC236}">
                <a16:creationId xmlns:a16="http://schemas.microsoft.com/office/drawing/2014/main" id="{38E9E944-A43B-7951-2FC2-CF19816E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7 (JU-Free)">
            <a:extLst>
              <a:ext uri="{FF2B5EF4-FFF2-40B4-BE49-F238E27FC236}">
                <a16:creationId xmlns:a16="http://schemas.microsoft.com/office/drawing/2014/main" id="{02A7DEC4-4E13-9DA3-DA87-F57C07F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0185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A12E568-F53B-F653-BA7F-C856EBE87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56915DC9-8A91-D42B-05CA-907096959B8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5" name="03_Frame content 4[PHJU] (JU-Free)"/>
          <p:cNvSpPr>
            <a:spLocks noGrp="1"/>
          </p:cNvSpPr>
          <p:nvPr>
            <p:ph sz="half" idx="2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10" name="04_Date Placeholder 5 (JU-Free)">
            <a:extLst>
              <a:ext uri="{FF2B5EF4-FFF2-40B4-BE49-F238E27FC236}">
                <a16:creationId xmlns:a16="http://schemas.microsoft.com/office/drawing/2014/main" id="{60EEDD31-2070-47E8-25E4-D303FB6F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12" name="05_Footer Placeholder 6 (JU-Free)">
            <a:extLst>
              <a:ext uri="{FF2B5EF4-FFF2-40B4-BE49-F238E27FC236}">
                <a16:creationId xmlns:a16="http://schemas.microsoft.com/office/drawing/2014/main" id="{38E9E944-A43B-7951-2FC2-CF19816E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13" name="06_Slide Number Placeholder 7 (JU-Free)">
            <a:extLst>
              <a:ext uri="{FF2B5EF4-FFF2-40B4-BE49-F238E27FC236}">
                <a16:creationId xmlns:a16="http://schemas.microsoft.com/office/drawing/2014/main" id="{02A7DEC4-4E13-9DA3-DA87-F57C07F4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7343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AD2CEE91-9CEB-0F7A-BF31-FEB5A9965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0AB0B860-0D52-BA5E-4341-ECF2CFD437EB}"/>
              </a:ext>
            </a:extLst>
          </p:cNvPr>
          <p:cNvSpPr>
            <a:spLocks noGrp="1"/>
          </p:cNvSpPr>
          <p:nvPr>
            <p:ph type="title" idx="18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5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6" name="03_Frame content 4[PHJU] (JU-Free)">
            <a:extLst>
              <a:ext uri="{FF2B5EF4-FFF2-40B4-BE49-F238E27FC236}">
                <a16:creationId xmlns:a16="http://schemas.microsoft.com/office/drawing/2014/main" id="{8810F699-AB7B-FEA2-EABB-2DBCA2172A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7" name="04_Date Placeholder 5 (JU-Free)">
            <a:extLst>
              <a:ext uri="{FF2B5EF4-FFF2-40B4-BE49-F238E27FC236}">
                <a16:creationId xmlns:a16="http://schemas.microsoft.com/office/drawing/2014/main" id="{49BE7272-2941-65BA-DE51-2188192A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8" name="05_Footer Placeholder 6 (JU-Free)">
            <a:extLst>
              <a:ext uri="{FF2B5EF4-FFF2-40B4-BE49-F238E27FC236}">
                <a16:creationId xmlns:a16="http://schemas.microsoft.com/office/drawing/2014/main" id="{311B086E-550D-0D23-C313-B6F7BD9316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9" name="06_Slide Number Placeholder 7 (JU-Free)">
            <a:extLst>
              <a:ext uri="{FF2B5EF4-FFF2-40B4-BE49-F238E27FC236}">
                <a16:creationId xmlns:a16="http://schemas.microsoft.com/office/drawing/2014/main" id="{B48CADE4-9619-E73D-8601-343CE903A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5191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Inhoud van twee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1">
            <a:extLst>
              <a:ext uri="{FF2B5EF4-FFF2-40B4-BE49-F238E27FC236}">
                <a16:creationId xmlns:a16="http://schemas.microsoft.com/office/drawing/2014/main" id="{585555D7-9E74-C7F6-EF68-C341B54C9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97683612-DA99-3EB6-DAD7-338B7C6D7659}"/>
              </a:ext>
            </a:extLst>
          </p:cNvPr>
          <p:cNvSpPr>
            <a:spLocks noGrp="1"/>
          </p:cNvSpPr>
          <p:nvPr>
            <p:ph type="title" idx="18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5" name="02_Frame content 3[PHJU] (JU-Free)"/>
          <p:cNvSpPr>
            <a:spLocks noGrp="1"/>
          </p:cNvSpPr>
          <p:nvPr>
            <p:ph sz="half" idx="1" hasCustomPrompt="1"/>
          </p:nvPr>
        </p:nvSpPr>
        <p:spPr>
          <a:xfrm>
            <a:off x="6858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6" name="03_Frame content 4[PHJU] (JU-Free)">
            <a:extLst>
              <a:ext uri="{FF2B5EF4-FFF2-40B4-BE49-F238E27FC236}">
                <a16:creationId xmlns:a16="http://schemas.microsoft.com/office/drawing/2014/main" id="{8810F699-AB7B-FEA2-EABB-2DBCA2172A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40500" y="1752600"/>
            <a:ext cx="4965700" cy="4013200"/>
          </a:xfrm>
        </p:spPr>
        <p:txBody>
          <a:bodyPr/>
          <a:lstStyle/>
          <a:p>
            <a:pPr lvl="0"/>
            <a:r>
              <a:rPr lang="nl-NL" dirty="0"/>
              <a:t>[Typ tekst of klik op een pictogram om een object in te voegen]</a:t>
            </a:r>
          </a:p>
        </p:txBody>
      </p:sp>
      <p:sp>
        <p:nvSpPr>
          <p:cNvPr id="7" name="04_Date Placeholder 5 (JU-Free)">
            <a:extLst>
              <a:ext uri="{FF2B5EF4-FFF2-40B4-BE49-F238E27FC236}">
                <a16:creationId xmlns:a16="http://schemas.microsoft.com/office/drawing/2014/main" id="{49BE7272-2941-65BA-DE51-2188192A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8" name="05_Footer Placeholder 6 (JU-Free)">
            <a:extLst>
              <a:ext uri="{FF2B5EF4-FFF2-40B4-BE49-F238E27FC236}">
                <a16:creationId xmlns:a16="http://schemas.microsoft.com/office/drawing/2014/main" id="{311B086E-550D-0D23-C313-B6F7BD9316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9" name="06_Slide Number Placeholder 7 (JU-Free)">
            <a:extLst>
              <a:ext uri="{FF2B5EF4-FFF2-40B4-BE49-F238E27FC236}">
                <a16:creationId xmlns:a16="http://schemas.microsoft.com/office/drawing/2014/main" id="{B48CADE4-9619-E73D-8601-343CE903A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0615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5FFB4E8A-8EDD-82C8-243A-A24DD7844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F307BC5-996B-FF0A-75BE-15CA2268579C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126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lin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6B519CA6-31FD-2906-EEF6-5F4A36952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DAC669C3-BB47-62E0-BA10-E81E0B2286D2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0254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oranje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ECD787E2-BAAC-125D-21E1-986BB42EB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841702A1-F3D1-5B30-2892-B8EA97ED76E1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0767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donkergeel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A04D92D8-EB8D-12F9-E16C-BEC75A188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14BD4B4E-C937-5AB6-967B-0D87C5A18C3E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0382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[Alleen titel lichtblauw (H2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1">
            <a:extLst>
              <a:ext uri="{FF2B5EF4-FFF2-40B4-BE49-F238E27FC236}">
                <a16:creationId xmlns:a16="http://schemas.microsoft.com/office/drawing/2014/main" id="{784D99ED-4507-04B4-41F6-9933DC7A0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2" name="01_Title 2 (JU-Free)">
            <a:extLst>
              <a:ext uri="{FF2B5EF4-FFF2-40B4-BE49-F238E27FC236}">
                <a16:creationId xmlns:a16="http://schemas.microsoft.com/office/drawing/2014/main" id="{23E38472-9760-256D-6348-E84E25F9B628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/>
        <p:txBody>
          <a:bodyPr/>
          <a:lstStyle>
            <a:lvl1pPr>
              <a:defRPr sz="3600">
                <a:solidFill>
                  <a:srgbClr val="154273"/>
                </a:solidFill>
                <a:latin typeface="RijksSansTT" panose="020B0504010101010104" pitchFamily="34" charset="0"/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02_Date Placeholder 3 (JU-Free)">
            <a:extLst>
              <a:ext uri="{FF2B5EF4-FFF2-40B4-BE49-F238E27FC236}">
                <a16:creationId xmlns:a16="http://schemas.microsoft.com/office/drawing/2014/main" id="{C0D57211-D071-F7B6-BE96-815265F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3_Footer Placeholder 4 (JU-Free)">
            <a:extLst>
              <a:ext uri="{FF2B5EF4-FFF2-40B4-BE49-F238E27FC236}">
                <a16:creationId xmlns:a16="http://schemas.microsoft.com/office/drawing/2014/main" id="{7EB36F3E-89E3-E4A2-4ABC-EF228F33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4_Slide Number Placeholder 5 (JU-Free)">
            <a:extLst>
              <a:ext uri="{FF2B5EF4-FFF2-40B4-BE49-F238E27FC236}">
                <a16:creationId xmlns:a16="http://schemas.microsoft.com/office/drawing/2014/main" id="{AEB60C86-A4B5-1874-5759-79B8BD48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9980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3CA027A5-1216-8270-8A5F-3484B19A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840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4516806-A9B6-8FDB-E1BD-B9C8EBACA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978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BCC8F23-E80E-7384-1F1B-12C14D471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98045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C144CD1B-6C52-4741-0947-E7F5149E0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6724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[Leeg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2B3BB64-DB36-DFD3-557D-94D38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Select="1"/>
          </p:cNvSpPr>
          <p:nvPr/>
        </p:nvSpPr>
        <p:spPr bwMode="gray">
          <a:xfrm flipV="1">
            <a:off x="230188" y="228600"/>
            <a:ext cx="11731625" cy="6172200"/>
          </a:xfrm>
          <a:custGeom>
            <a:avLst/>
            <a:gdLst>
              <a:gd name="T0" fmla="*/ 34060 w 36960"/>
              <a:gd name="T1" fmla="*/ 19440 h 19440"/>
              <a:gd name="T2" fmla="*/ 0 w 36960"/>
              <a:gd name="T3" fmla="*/ 19440 h 19440"/>
              <a:gd name="T4" fmla="*/ 0 w 36960"/>
              <a:gd name="T5" fmla="*/ 19400 h 19440"/>
              <a:gd name="T6" fmla="*/ 34060 w 36960"/>
              <a:gd name="T7" fmla="*/ 19400 h 19440"/>
              <a:gd name="T8" fmla="*/ 36920 w 36960"/>
              <a:gd name="T9" fmla="*/ 16540 h 19440"/>
              <a:gd name="T10" fmla="*/ 36920 w 36960"/>
              <a:gd name="T11" fmla="*/ 0 h 19440"/>
              <a:gd name="T12" fmla="*/ 36960 w 36960"/>
              <a:gd name="T13" fmla="*/ 0 h 19440"/>
              <a:gd name="T14" fmla="*/ 36960 w 36960"/>
              <a:gd name="T15" fmla="*/ 16540 h 19440"/>
              <a:gd name="T16" fmla="*/ 34060 w 36960"/>
              <a:gd name="T17" fmla="*/ 19440 h 19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960" h="19440">
                <a:moveTo>
                  <a:pt x="34060" y="19440"/>
                </a:moveTo>
                <a:cubicBezTo>
                  <a:pt x="0" y="19440"/>
                  <a:pt x="0" y="19440"/>
                  <a:pt x="0" y="19440"/>
                </a:cubicBezTo>
                <a:cubicBezTo>
                  <a:pt x="0" y="19400"/>
                  <a:pt x="0" y="19400"/>
                  <a:pt x="0" y="19400"/>
                </a:cubicBezTo>
                <a:cubicBezTo>
                  <a:pt x="34060" y="19400"/>
                  <a:pt x="34060" y="19400"/>
                  <a:pt x="34060" y="19400"/>
                </a:cubicBezTo>
                <a:cubicBezTo>
                  <a:pt x="35637" y="19400"/>
                  <a:pt x="36920" y="18117"/>
                  <a:pt x="36920" y="16540"/>
                </a:cubicBezTo>
                <a:cubicBezTo>
                  <a:pt x="36920" y="0"/>
                  <a:pt x="36920" y="0"/>
                  <a:pt x="36920" y="0"/>
                </a:cubicBezTo>
                <a:cubicBezTo>
                  <a:pt x="36960" y="0"/>
                  <a:pt x="36960" y="0"/>
                  <a:pt x="36960" y="0"/>
                </a:cubicBezTo>
                <a:cubicBezTo>
                  <a:pt x="36960" y="16540"/>
                  <a:pt x="36960" y="16540"/>
                  <a:pt x="36960" y="16540"/>
                </a:cubicBezTo>
                <a:cubicBezTo>
                  <a:pt x="36960" y="18139"/>
                  <a:pt x="35659" y="19440"/>
                  <a:pt x="34060" y="1944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5" name="01_Date Placeholder 2 (JU-Free)">
            <a:extLst>
              <a:ext uri="{FF2B5EF4-FFF2-40B4-BE49-F238E27FC236}">
                <a16:creationId xmlns:a16="http://schemas.microsoft.com/office/drawing/2014/main" id="{A27E4E75-3ECF-20EA-3DAD-863BEC9E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44200" y="6553200"/>
            <a:ext cx="762000" cy="254000"/>
          </a:xfrm>
        </p:spPr>
        <p:txBody>
          <a:bodyPr/>
          <a:lstStyle>
            <a:lvl1pPr algn="r">
              <a:defRPr/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7" name="02_Footer Placeholder 3 (JU-Free)">
            <a:extLst>
              <a:ext uri="{FF2B5EF4-FFF2-40B4-BE49-F238E27FC236}">
                <a16:creationId xmlns:a16="http://schemas.microsoft.com/office/drawing/2014/main" id="{61B980D1-BD40-4497-2704-BBBD4A80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73400" y="6553200"/>
            <a:ext cx="6045200" cy="254000"/>
          </a:xfrm>
        </p:spPr>
        <p:txBody>
          <a:bodyPr/>
          <a:lstStyle>
            <a:lvl1pPr algn="ctr">
              <a:defRPr/>
            </a:lvl1pPr>
          </a:lstStyle>
          <a:p>
            <a:endParaRPr lang="nl-NL"/>
          </a:p>
        </p:txBody>
      </p:sp>
      <p:sp>
        <p:nvSpPr>
          <p:cNvPr id="8" name="03_Slide Number Placeholder 4 (JU-Free)">
            <a:extLst>
              <a:ext uri="{FF2B5EF4-FFF2-40B4-BE49-F238E27FC236}">
                <a16:creationId xmlns:a16="http://schemas.microsoft.com/office/drawing/2014/main" id="{AD00F73B-24C9-4B55-DEFB-4E6959DB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553200"/>
            <a:ext cx="393700" cy="254000"/>
          </a:xfrm>
        </p:spPr>
        <p:txBody>
          <a:bodyPr/>
          <a:lstStyle>
            <a:lvl1pPr algn="r">
              <a:defRPr/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465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9870C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1889411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54273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857493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17000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3458919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B612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/>
            </a:lvl1pPr>
          </a:lstStyle>
          <a:p>
            <a:r>
              <a:rPr lang="nl-NL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1849696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+foto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19DAB98F-F871-EA3E-4B27-9A1C0A0AD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Select="1"/>
          </p:cNvSpPr>
          <p:nvPr/>
        </p:nvSpPr>
        <p:spPr bwMode="gray">
          <a:xfrm>
            <a:off x="228600" y="3758250"/>
            <a:ext cx="3911600" cy="2641600"/>
          </a:xfrm>
          <a:custGeom>
            <a:avLst/>
            <a:gdLst>
              <a:gd name="T0" fmla="*/ 0 w 12320"/>
              <a:gd name="T1" fmla="*/ 0 h 8280"/>
              <a:gd name="T2" fmla="*/ 0 w 12320"/>
              <a:gd name="T3" fmla="*/ 8280 h 8280"/>
              <a:gd name="T4" fmla="*/ 12320 w 12320"/>
              <a:gd name="T5" fmla="*/ 8280 h 8280"/>
              <a:gd name="T6" fmla="*/ 12320 w 12320"/>
              <a:gd name="T7" fmla="*/ 2880 h 8280"/>
              <a:gd name="T8" fmla="*/ 9440 w 12320"/>
              <a:gd name="T9" fmla="*/ 0 h 8280"/>
              <a:gd name="T10" fmla="*/ 0 w 12320"/>
              <a:gd name="T11" fmla="*/ 0 h 8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320" h="8280">
                <a:moveTo>
                  <a:pt x="0" y="0"/>
                </a:moveTo>
                <a:cubicBezTo>
                  <a:pt x="0" y="8280"/>
                  <a:pt x="0" y="8280"/>
                  <a:pt x="0" y="8280"/>
                </a:cubicBezTo>
                <a:cubicBezTo>
                  <a:pt x="12320" y="8280"/>
                  <a:pt x="12320" y="8280"/>
                  <a:pt x="12320" y="8280"/>
                </a:cubicBezTo>
                <a:cubicBezTo>
                  <a:pt x="12320" y="2880"/>
                  <a:pt x="12320" y="2880"/>
                  <a:pt x="12320" y="2880"/>
                </a:cubicBezTo>
                <a:cubicBezTo>
                  <a:pt x="12320" y="1289"/>
                  <a:pt x="11031" y="0"/>
                  <a:pt x="94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FCAE7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-"/>
              <a:defRPr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RijksSansTT ExtraBold" panose="020B0904010101010104" pitchFamily="34" charset="0"/>
              <a:buChar char="&gt;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2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4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0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D62B457D-5595-C10D-4C5A-1AC2CA4EBAB0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4" name="Rectangle 3" descr="Logius. Samen digitaal verder.">
            <a:extLst>
              <a:ext uri="{FF2B5EF4-FFF2-40B4-BE49-F238E27FC236}">
                <a16:creationId xmlns:a16="http://schemas.microsoft.com/office/drawing/2014/main" id="{BDF4C696-B3A8-60F4-5ADB-9F4176C0D50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9B8D5050-8E63-A37E-4E0D-14C8DC750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42799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513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  <p:sp>
        <p:nvSpPr>
          <p:cNvPr id="5" name="03_Frame 6[PHJU] (JU-Free)">
            <a:extLst>
              <a:ext uri="{FF2B5EF4-FFF2-40B4-BE49-F238E27FC236}">
                <a16:creationId xmlns:a16="http://schemas.microsoft.com/office/drawing/2014/main" id="{F15EE0D8-3C5D-4C2B-4AA3-6C10BC7CCE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1136650"/>
            <a:ext cx="11734800" cy="5264148"/>
          </a:xfrm>
          <a:custGeom>
            <a:avLst/>
            <a:gdLst>
              <a:gd name="csX0" fmla="*/ 0 w 11734800"/>
              <a:gd name="csY0" fmla="*/ 0 h 5264148"/>
              <a:gd name="csX1" fmla="*/ 983389 w 11734800"/>
              <a:gd name="csY1" fmla="*/ 0 h 5264148"/>
              <a:gd name="csX2" fmla="*/ 1905336 w 11734800"/>
              <a:gd name="csY2" fmla="*/ 0 h 5264148"/>
              <a:gd name="csX3" fmla="*/ 2767824 w 11734800"/>
              <a:gd name="csY3" fmla="*/ 0 h 5264148"/>
              <a:gd name="csX4" fmla="*/ 3572835 w 11734800"/>
              <a:gd name="csY4" fmla="*/ 0 h 5264148"/>
              <a:gd name="csX5" fmla="*/ 4322351 w 11734800"/>
              <a:gd name="csY5" fmla="*/ 0 h 5264148"/>
              <a:gd name="csX6" fmla="*/ 5018354 w 11734800"/>
              <a:gd name="csY6" fmla="*/ 0 h 5264148"/>
              <a:gd name="csX7" fmla="*/ 5662825 w 11734800"/>
              <a:gd name="csY7" fmla="*/ 0 h 5264148"/>
              <a:gd name="csX8" fmla="*/ 6257747 w 11734800"/>
              <a:gd name="csY8" fmla="*/ 0 h 5264148"/>
              <a:gd name="csX9" fmla="*/ 6805101 w 11734800"/>
              <a:gd name="csY9" fmla="*/ 0 h 5264148"/>
              <a:gd name="csX10" fmla="*/ 7306871 w 11734800"/>
              <a:gd name="csY10" fmla="*/ 0 h 5264148"/>
              <a:gd name="csX11" fmla="*/ 7765037 w 11734800"/>
              <a:gd name="csY11" fmla="*/ 0 h 5264148"/>
              <a:gd name="csX12" fmla="*/ 8181581 w 11734800"/>
              <a:gd name="csY12" fmla="*/ 0 h 5264148"/>
              <a:gd name="csX13" fmla="*/ 8558486 w 11734800"/>
              <a:gd name="csY13" fmla="*/ 0 h 5264148"/>
              <a:gd name="csX14" fmla="*/ 8897733 w 11734800"/>
              <a:gd name="csY14" fmla="*/ 0 h 5264148"/>
              <a:gd name="csX15" fmla="*/ 9201305 w 11734800"/>
              <a:gd name="csY15" fmla="*/ 0 h 5264148"/>
              <a:gd name="csX16" fmla="*/ 9471184 w 11734800"/>
              <a:gd name="csY16" fmla="*/ 0 h 5264148"/>
              <a:gd name="csX17" fmla="*/ 9709351 w 11734800"/>
              <a:gd name="csY17" fmla="*/ 0 h 5264148"/>
              <a:gd name="csX18" fmla="*/ 9917788 w 11734800"/>
              <a:gd name="csY18" fmla="*/ 0 h 5264148"/>
              <a:gd name="csX19" fmla="*/ 10098478 w 11734800"/>
              <a:gd name="csY19" fmla="*/ 0 h 5264148"/>
              <a:gd name="csX20" fmla="*/ 10253402 w 11734800"/>
              <a:gd name="csY20" fmla="*/ 0 h 5264148"/>
              <a:gd name="csX21" fmla="*/ 10384543 w 11734800"/>
              <a:gd name="csY21" fmla="*/ 0 h 5264148"/>
              <a:gd name="csX22" fmla="*/ 10493881 w 11734800"/>
              <a:gd name="csY22" fmla="*/ 0 h 5264148"/>
              <a:gd name="csX23" fmla="*/ 10583400 w 11734800"/>
              <a:gd name="csY23" fmla="*/ 0 h 5264148"/>
              <a:gd name="csX24" fmla="*/ 10655082 w 11734800"/>
              <a:gd name="csY24" fmla="*/ 0 h 5264148"/>
              <a:gd name="csX25" fmla="*/ 10752859 w 11734800"/>
              <a:gd name="csY25" fmla="*/ 0 h 5264148"/>
              <a:gd name="csX26" fmla="*/ 10803069 w 11734800"/>
              <a:gd name="csY26" fmla="*/ 0 h 5264148"/>
              <a:gd name="csX27" fmla="*/ 10821567 w 11734800"/>
              <a:gd name="csY27" fmla="*/ 0 h 5264148"/>
              <a:gd name="csX28" fmla="*/ 10824210 w 11734800"/>
              <a:gd name="csY28" fmla="*/ 0 h 5264148"/>
              <a:gd name="csX29" fmla="*/ 11734800 w 11734800"/>
              <a:gd name="csY29" fmla="*/ 910590 h 5264148"/>
              <a:gd name="csX30" fmla="*/ 11734800 w 11734800"/>
              <a:gd name="csY30" fmla="*/ 1173502 h 5264148"/>
              <a:gd name="csX31" fmla="*/ 11734800 w 11734800"/>
              <a:gd name="csY31" fmla="*/ 1426144 h 5264148"/>
              <a:gd name="csX32" fmla="*/ 11734800 w 11734800"/>
              <a:gd name="csY32" fmla="*/ 1668723 h 5264148"/>
              <a:gd name="csX33" fmla="*/ 11734800 w 11734800"/>
              <a:gd name="csY33" fmla="*/ 1901442 h 5264148"/>
              <a:gd name="csX34" fmla="*/ 11734800 w 11734800"/>
              <a:gd name="csY34" fmla="*/ 2124506 h 5264148"/>
              <a:gd name="csX35" fmla="*/ 11734800 w 11734800"/>
              <a:gd name="csY35" fmla="*/ 2338120 h 5264148"/>
              <a:gd name="csX36" fmla="*/ 11734800 w 11734800"/>
              <a:gd name="csY36" fmla="*/ 2542488 h 5264148"/>
              <a:gd name="csX37" fmla="*/ 11734800 w 11734800"/>
              <a:gd name="csY37" fmla="*/ 2737814 h 5264148"/>
              <a:gd name="csX38" fmla="*/ 11734800 w 11734800"/>
              <a:gd name="csY38" fmla="*/ 2924304 h 5264148"/>
              <a:gd name="csX39" fmla="*/ 11734800 w 11734800"/>
              <a:gd name="csY39" fmla="*/ 3102162 h 5264148"/>
              <a:gd name="csX40" fmla="*/ 11734800 w 11734800"/>
              <a:gd name="csY40" fmla="*/ 3271592 h 5264148"/>
              <a:gd name="csX41" fmla="*/ 11734800 w 11734800"/>
              <a:gd name="csY41" fmla="*/ 3432799 h 5264148"/>
              <a:gd name="csX42" fmla="*/ 11734800 w 11734800"/>
              <a:gd name="csY42" fmla="*/ 3585987 h 5264148"/>
              <a:gd name="csX43" fmla="*/ 11734800 w 11734800"/>
              <a:gd name="csY43" fmla="*/ 3731361 h 5264148"/>
              <a:gd name="csX44" fmla="*/ 11734800 w 11734800"/>
              <a:gd name="csY44" fmla="*/ 3869126 h 5264148"/>
              <a:gd name="csX45" fmla="*/ 11734800 w 11734800"/>
              <a:gd name="csY45" fmla="*/ 3999486 h 5264148"/>
              <a:gd name="csX46" fmla="*/ 11734800 w 11734800"/>
              <a:gd name="csY46" fmla="*/ 4238809 h 5264148"/>
              <a:gd name="csX47" fmla="*/ 11734800 w 11734800"/>
              <a:gd name="csY47" fmla="*/ 4450968 h 5264148"/>
              <a:gd name="csX48" fmla="*/ 11734800 w 11734800"/>
              <a:gd name="csY48" fmla="*/ 4637598 h 5264148"/>
              <a:gd name="csX49" fmla="*/ 11734800 w 11734800"/>
              <a:gd name="csY49" fmla="*/ 4800336 h 5264148"/>
              <a:gd name="csX50" fmla="*/ 11734800 w 11734800"/>
              <a:gd name="csY50" fmla="*/ 4940819 h 5264148"/>
              <a:gd name="csX51" fmla="*/ 11734800 w 11734800"/>
              <a:gd name="csY51" fmla="*/ 5060683 h 5264148"/>
              <a:gd name="csX52" fmla="*/ 11734800 w 11734800"/>
              <a:gd name="csY52" fmla="*/ 5161564 h 5264148"/>
              <a:gd name="csX53" fmla="*/ 11734800 w 11734800"/>
              <a:gd name="csY53" fmla="*/ 5245098 h 5264148"/>
              <a:gd name="csX54" fmla="*/ 11734800 w 11734800"/>
              <a:gd name="csY54" fmla="*/ 5264148 h 5264148"/>
              <a:gd name="csX55" fmla="*/ 0 w 11734800"/>
              <a:gd name="csY55" fmla="*/ 5264148 h 5264148"/>
              <a:gd name="csX56" fmla="*/ 0 w 11734800"/>
              <a:gd name="csY56" fmla="*/ 5263200 h 5264148"/>
              <a:gd name="csX57" fmla="*/ 3911600 w 11734800"/>
              <a:gd name="csY57" fmla="*/ 5263200 h 5264148"/>
              <a:gd name="csX58" fmla="*/ 3911600 w 11734800"/>
              <a:gd name="csY58" fmla="*/ 3540418 h 5264148"/>
              <a:gd name="csX59" fmla="*/ 2997200 w 11734800"/>
              <a:gd name="csY59" fmla="*/ 2621600 h 5264148"/>
              <a:gd name="csX60" fmla="*/ 0 w 11734800"/>
              <a:gd name="csY60" fmla="*/ 2621600 h 5264148"/>
              <a:gd name="csX61" fmla="*/ 0 w 11734800"/>
              <a:gd name="csY61" fmla="*/ 2495395 h 5264148"/>
              <a:gd name="csX62" fmla="*/ 0 w 11734800"/>
              <a:gd name="csY62" fmla="*/ 2268687 h 5264148"/>
              <a:gd name="csX63" fmla="*/ 0 w 11734800"/>
              <a:gd name="csY63" fmla="*/ 2056142 h 5264148"/>
              <a:gd name="csX64" fmla="*/ 0 w 11734800"/>
              <a:gd name="csY64" fmla="*/ 1857306 h 5264148"/>
              <a:gd name="csX65" fmla="*/ 0 w 11734800"/>
              <a:gd name="csY65" fmla="*/ 1671720 h 5264148"/>
              <a:gd name="csX66" fmla="*/ 0 w 11734800"/>
              <a:gd name="csY66" fmla="*/ 1498928 h 5264148"/>
              <a:gd name="csX67" fmla="*/ 0 w 11734800"/>
              <a:gd name="csY67" fmla="*/ 1338473 h 5264148"/>
              <a:gd name="csX68" fmla="*/ 0 w 11734800"/>
              <a:gd name="csY68" fmla="*/ 1189897 h 5264148"/>
              <a:gd name="csX69" fmla="*/ 0 w 11734800"/>
              <a:gd name="csY69" fmla="*/ 1052745 h 5264148"/>
              <a:gd name="csX70" fmla="*/ 0 w 11734800"/>
              <a:gd name="csY70" fmla="*/ 926559 h 5264148"/>
              <a:gd name="csX71" fmla="*/ 0 w 11734800"/>
              <a:gd name="csY71" fmla="*/ 810882 h 5264148"/>
              <a:gd name="csX72" fmla="*/ 0 w 11734800"/>
              <a:gd name="csY72" fmla="*/ 705257 h 5264148"/>
              <a:gd name="csX73" fmla="*/ 0 w 11734800"/>
              <a:gd name="csY73" fmla="*/ 609227 h 5264148"/>
              <a:gd name="csX74" fmla="*/ 0 w 11734800"/>
              <a:gd name="csY74" fmla="*/ 522336 h 5264148"/>
              <a:gd name="csX75" fmla="*/ 0 w 11734800"/>
              <a:gd name="csY75" fmla="*/ 444127 h 5264148"/>
              <a:gd name="csX76" fmla="*/ 0 w 11734800"/>
              <a:gd name="csY76" fmla="*/ 374142 h 5264148"/>
              <a:gd name="csX77" fmla="*/ 0 w 11734800"/>
              <a:gd name="csY77" fmla="*/ 311924 h 5264148"/>
              <a:gd name="csX78" fmla="*/ 0 w 11734800"/>
              <a:gd name="csY78" fmla="*/ 208965 h 5264148"/>
              <a:gd name="csX79" fmla="*/ 0 w 11734800"/>
              <a:gd name="csY79" fmla="*/ 131593 h 5264148"/>
              <a:gd name="csX80" fmla="*/ 0 w 11734800"/>
              <a:gd name="csY80" fmla="*/ 76153 h 5264148"/>
              <a:gd name="csX81" fmla="*/ 0 w 11734800"/>
              <a:gd name="csY81" fmla="*/ 38991 h 5264148"/>
              <a:gd name="csX82" fmla="*/ 0 w 11734800"/>
              <a:gd name="csY82" fmla="*/ 16449 h 5264148"/>
              <a:gd name="csX83" fmla="*/ 0 w 11734800"/>
              <a:gd name="csY83" fmla="*/ 4874 h 526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11734800" h="5264148">
                <a:moveTo>
                  <a:pt x="0" y="0"/>
                </a:moveTo>
                <a:lnTo>
                  <a:pt x="983389" y="0"/>
                </a:lnTo>
                <a:lnTo>
                  <a:pt x="1905336" y="0"/>
                </a:lnTo>
                <a:lnTo>
                  <a:pt x="2767824" y="0"/>
                </a:lnTo>
                <a:lnTo>
                  <a:pt x="3572835" y="0"/>
                </a:lnTo>
                <a:lnTo>
                  <a:pt x="4322351" y="0"/>
                </a:lnTo>
                <a:lnTo>
                  <a:pt x="5018354" y="0"/>
                </a:lnTo>
                <a:lnTo>
                  <a:pt x="5662825" y="0"/>
                </a:lnTo>
                <a:lnTo>
                  <a:pt x="6257747" y="0"/>
                </a:lnTo>
                <a:lnTo>
                  <a:pt x="6805101" y="0"/>
                </a:lnTo>
                <a:lnTo>
                  <a:pt x="7306871" y="0"/>
                </a:lnTo>
                <a:lnTo>
                  <a:pt x="7765037" y="0"/>
                </a:lnTo>
                <a:lnTo>
                  <a:pt x="8181581" y="0"/>
                </a:lnTo>
                <a:lnTo>
                  <a:pt x="8558486" y="0"/>
                </a:lnTo>
                <a:lnTo>
                  <a:pt x="8897733" y="0"/>
                </a:lnTo>
                <a:lnTo>
                  <a:pt x="9201305" y="0"/>
                </a:lnTo>
                <a:lnTo>
                  <a:pt x="9471184" y="0"/>
                </a:lnTo>
                <a:lnTo>
                  <a:pt x="9709351" y="0"/>
                </a:lnTo>
                <a:lnTo>
                  <a:pt x="9917788" y="0"/>
                </a:lnTo>
                <a:lnTo>
                  <a:pt x="10098478" y="0"/>
                </a:lnTo>
                <a:lnTo>
                  <a:pt x="10253402" y="0"/>
                </a:lnTo>
                <a:lnTo>
                  <a:pt x="10384543" y="0"/>
                </a:lnTo>
                <a:lnTo>
                  <a:pt x="10493881" y="0"/>
                </a:lnTo>
                <a:lnTo>
                  <a:pt x="10583400" y="0"/>
                </a:lnTo>
                <a:lnTo>
                  <a:pt x="10655082" y="0"/>
                </a:lnTo>
                <a:lnTo>
                  <a:pt x="10752859" y="0"/>
                </a:lnTo>
                <a:lnTo>
                  <a:pt x="10803069" y="0"/>
                </a:lnTo>
                <a:lnTo>
                  <a:pt x="10821567" y="0"/>
                </a:lnTo>
                <a:lnTo>
                  <a:pt x="10824210" y="0"/>
                </a:lnTo>
                <a:cubicBezTo>
                  <a:pt x="11327130" y="0"/>
                  <a:pt x="11734800" y="407670"/>
                  <a:pt x="11734800" y="910590"/>
                </a:cubicBezTo>
                <a:lnTo>
                  <a:pt x="11734800" y="1173502"/>
                </a:lnTo>
                <a:lnTo>
                  <a:pt x="11734800" y="1426144"/>
                </a:lnTo>
                <a:lnTo>
                  <a:pt x="11734800" y="1668723"/>
                </a:lnTo>
                <a:lnTo>
                  <a:pt x="11734800" y="1901442"/>
                </a:lnTo>
                <a:lnTo>
                  <a:pt x="11734800" y="2124506"/>
                </a:lnTo>
                <a:lnTo>
                  <a:pt x="11734800" y="2338120"/>
                </a:lnTo>
                <a:lnTo>
                  <a:pt x="11734800" y="2542488"/>
                </a:lnTo>
                <a:lnTo>
                  <a:pt x="11734800" y="2737814"/>
                </a:lnTo>
                <a:lnTo>
                  <a:pt x="11734800" y="2924304"/>
                </a:lnTo>
                <a:lnTo>
                  <a:pt x="11734800" y="3102162"/>
                </a:lnTo>
                <a:lnTo>
                  <a:pt x="11734800" y="3271592"/>
                </a:lnTo>
                <a:lnTo>
                  <a:pt x="11734800" y="3432799"/>
                </a:lnTo>
                <a:lnTo>
                  <a:pt x="11734800" y="3585987"/>
                </a:lnTo>
                <a:lnTo>
                  <a:pt x="11734800" y="3731361"/>
                </a:lnTo>
                <a:lnTo>
                  <a:pt x="11734800" y="3869126"/>
                </a:lnTo>
                <a:lnTo>
                  <a:pt x="11734800" y="3999486"/>
                </a:lnTo>
                <a:lnTo>
                  <a:pt x="11734800" y="4238809"/>
                </a:lnTo>
                <a:lnTo>
                  <a:pt x="11734800" y="4450968"/>
                </a:lnTo>
                <a:lnTo>
                  <a:pt x="11734800" y="4637598"/>
                </a:lnTo>
                <a:lnTo>
                  <a:pt x="11734800" y="4800336"/>
                </a:lnTo>
                <a:lnTo>
                  <a:pt x="11734800" y="4940819"/>
                </a:lnTo>
                <a:lnTo>
                  <a:pt x="11734800" y="5060683"/>
                </a:lnTo>
                <a:lnTo>
                  <a:pt x="11734800" y="5161564"/>
                </a:lnTo>
                <a:lnTo>
                  <a:pt x="11734800" y="5245098"/>
                </a:lnTo>
                <a:lnTo>
                  <a:pt x="11734800" y="5264148"/>
                </a:lnTo>
                <a:lnTo>
                  <a:pt x="0" y="5264148"/>
                </a:lnTo>
                <a:lnTo>
                  <a:pt x="0" y="5263200"/>
                </a:lnTo>
                <a:cubicBezTo>
                  <a:pt x="3911600" y="5263200"/>
                  <a:pt x="3911600" y="5263200"/>
                  <a:pt x="3911600" y="5263200"/>
                </a:cubicBezTo>
                <a:cubicBezTo>
                  <a:pt x="3911600" y="3540418"/>
                  <a:pt x="3911600" y="3540418"/>
                  <a:pt x="3911600" y="3540418"/>
                </a:cubicBezTo>
                <a:cubicBezTo>
                  <a:pt x="3911600" y="3032835"/>
                  <a:pt x="3502343" y="2621600"/>
                  <a:pt x="2997200" y="2621600"/>
                </a:cubicBezTo>
                <a:lnTo>
                  <a:pt x="0" y="2621600"/>
                </a:lnTo>
                <a:lnTo>
                  <a:pt x="0" y="2495395"/>
                </a:lnTo>
                <a:lnTo>
                  <a:pt x="0" y="2268687"/>
                </a:lnTo>
                <a:lnTo>
                  <a:pt x="0" y="2056142"/>
                </a:lnTo>
                <a:lnTo>
                  <a:pt x="0" y="1857306"/>
                </a:lnTo>
                <a:lnTo>
                  <a:pt x="0" y="1671720"/>
                </a:lnTo>
                <a:lnTo>
                  <a:pt x="0" y="1498928"/>
                </a:lnTo>
                <a:lnTo>
                  <a:pt x="0" y="1338473"/>
                </a:lnTo>
                <a:lnTo>
                  <a:pt x="0" y="1189897"/>
                </a:lnTo>
                <a:lnTo>
                  <a:pt x="0" y="1052745"/>
                </a:lnTo>
                <a:lnTo>
                  <a:pt x="0" y="926559"/>
                </a:lnTo>
                <a:lnTo>
                  <a:pt x="0" y="810882"/>
                </a:lnTo>
                <a:lnTo>
                  <a:pt x="0" y="705257"/>
                </a:lnTo>
                <a:lnTo>
                  <a:pt x="0" y="609227"/>
                </a:lnTo>
                <a:lnTo>
                  <a:pt x="0" y="522336"/>
                </a:lnTo>
                <a:lnTo>
                  <a:pt x="0" y="444127"/>
                </a:lnTo>
                <a:lnTo>
                  <a:pt x="0" y="374142"/>
                </a:lnTo>
                <a:lnTo>
                  <a:pt x="0" y="311924"/>
                </a:lnTo>
                <a:lnTo>
                  <a:pt x="0" y="208965"/>
                </a:lnTo>
                <a:lnTo>
                  <a:pt x="0" y="131593"/>
                </a:lnTo>
                <a:lnTo>
                  <a:pt x="0" y="76153"/>
                </a:lnTo>
                <a:lnTo>
                  <a:pt x="0" y="38991"/>
                </a:lnTo>
                <a:lnTo>
                  <a:pt x="0" y="16449"/>
                </a:lnTo>
                <a:lnTo>
                  <a:pt x="0" y="4874"/>
                </a:lnTo>
                <a:close/>
              </a:path>
            </a:pathLst>
          </a:custGeom>
          <a:noFill/>
        </p:spPr>
        <p:txBody>
          <a:bodyPr wrap="square"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700">
                <a:solidFill>
                  <a:srgbClr val="154273"/>
                </a:solidFill>
              </a:defRPr>
            </a:lvl1pPr>
          </a:lstStyle>
          <a:p>
            <a:r>
              <a:rPr lang="nl-NL" dirty="0"/>
              <a:t>[Afbeelding]</a:t>
            </a:r>
          </a:p>
        </p:txBody>
      </p:sp>
    </p:spTree>
    <p:extLst>
      <p:ext uri="{BB962C8B-B14F-4D97-AF65-F5344CB8AC3E}">
        <p14:creationId xmlns:p14="http://schemas.microsoft.com/office/powerpoint/2010/main" val="3392997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B14DAAEB-9B4A-6F65-D56D-A521E8C4FF6F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39870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7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91AD3837-CCCA-B0A4-9B57-3A1E7FD30293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BCDFBC28-D8A3-94C2-804C-5E348E5AD8AE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4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967791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lin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15427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1305046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oranje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E17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2222631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donkergee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FFB61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3159118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[Einddia lichtblauw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A52894D6-DCE7-3BF0-090F-D1801DE1D78A}"/>
              </a:ext>
            </a:extLst>
          </p:cNvPr>
          <p:cNvSpPr>
            <a:spLocks noSelect="1"/>
          </p:cNvSpPr>
          <p:nvPr/>
        </p:nvSpPr>
        <p:spPr bwMode="gray">
          <a:xfrm flipH="1">
            <a:off x="228600" y="1136650"/>
            <a:ext cx="11734800" cy="5264148"/>
          </a:xfrm>
          <a:custGeom>
            <a:avLst/>
            <a:gdLst>
              <a:gd name="connsiteX0" fmla="*/ 910590 w 11734800"/>
              <a:gd name="connsiteY0" fmla="*/ 0 h 5264148"/>
              <a:gd name="connsiteX1" fmla="*/ 11734800 w 11734800"/>
              <a:gd name="connsiteY1" fmla="*/ 0 h 5264148"/>
              <a:gd name="connsiteX2" fmla="*/ 11734800 w 11734800"/>
              <a:gd name="connsiteY2" fmla="*/ 5233223 h 5264148"/>
              <a:gd name="connsiteX3" fmla="*/ 11734800 w 11734800"/>
              <a:gd name="connsiteY3" fmla="*/ 5264148 h 5264148"/>
              <a:gd name="connsiteX4" fmla="*/ 0 w 11734800"/>
              <a:gd name="connsiteY4" fmla="*/ 5264148 h 5264148"/>
              <a:gd name="connsiteX5" fmla="*/ 0 w 11734800"/>
              <a:gd name="connsiteY5" fmla="*/ 5245098 h 5264148"/>
              <a:gd name="connsiteX6" fmla="*/ 0 w 11734800"/>
              <a:gd name="connsiteY6" fmla="*/ 910590 h 5264148"/>
              <a:gd name="connsiteX7" fmla="*/ 910590 w 11734800"/>
              <a:gd name="connsiteY7" fmla="*/ 0 h 526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34800" h="5264148">
                <a:moveTo>
                  <a:pt x="910590" y="0"/>
                </a:moveTo>
                <a:cubicBezTo>
                  <a:pt x="910590" y="0"/>
                  <a:pt x="910590" y="0"/>
                  <a:pt x="11734800" y="0"/>
                </a:cubicBezTo>
                <a:cubicBezTo>
                  <a:pt x="11734800" y="0"/>
                  <a:pt x="11734800" y="0"/>
                  <a:pt x="11734800" y="5233223"/>
                </a:cubicBezTo>
                <a:lnTo>
                  <a:pt x="11734800" y="5264148"/>
                </a:lnTo>
                <a:lnTo>
                  <a:pt x="0" y="5264148"/>
                </a:lnTo>
                <a:lnTo>
                  <a:pt x="0" y="5245098"/>
                </a:lnTo>
                <a:cubicBezTo>
                  <a:pt x="0" y="4842927"/>
                  <a:pt x="0" y="3770472"/>
                  <a:pt x="0" y="910590"/>
                </a:cubicBezTo>
                <a:cubicBezTo>
                  <a:pt x="0" y="407670"/>
                  <a:pt x="407670" y="0"/>
                  <a:pt x="910590" y="0"/>
                </a:cubicBezTo>
                <a:close/>
              </a:path>
            </a:pathLst>
          </a:custGeom>
          <a:solidFill>
            <a:srgbClr val="8FCAE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dirty="0">
              <a:latin typeface="RijksSansTT" panose="020B0504010101010104" pitchFamily="34" charset="0"/>
            </a:endParaRPr>
          </a:p>
        </p:txBody>
      </p:sp>
      <p:sp>
        <p:nvSpPr>
          <p:cNvPr id="4" name="Rectangle 2" descr="Logo Logius, Ministerie van Binnenlandse Zaken en Koninkrijksrelaties">
            <a:extLst>
              <a:ext uri="{FF2B5EF4-FFF2-40B4-BE49-F238E27FC236}">
                <a16:creationId xmlns:a16="http://schemas.microsoft.com/office/drawing/2014/main" id="{30782D7C-C2AF-4AD5-4410-E53248165747}"/>
              </a:ext>
            </a:extLst>
          </p:cNvPr>
          <p:cNvSpPr txBox="1">
            <a:spLocks noSelect="1"/>
          </p:cNvSpPr>
          <p:nvPr/>
        </p:nvSpPr>
        <p:spPr>
          <a:xfrm>
            <a:off x="5868988" y="-7201"/>
            <a:ext cx="2481263" cy="938213"/>
          </a:xfrm>
          <a:custGeom>
            <a:avLst/>
            <a:gdLst>
              <a:gd name="connsiteX0" fmla="*/ 0 w 2481263"/>
              <a:gd name="connsiteY0" fmla="*/ 0 h 938213"/>
              <a:gd name="connsiteX1" fmla="*/ 2481263 w 2481263"/>
              <a:gd name="connsiteY1" fmla="*/ 0 h 938213"/>
              <a:gd name="connsiteX2" fmla="*/ 2481263 w 2481263"/>
              <a:gd name="connsiteY2" fmla="*/ 938213 h 938213"/>
              <a:gd name="connsiteX3" fmla="*/ 0 w 2481263"/>
              <a:gd name="connsiteY3" fmla="*/ 938213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263" h="938213">
                <a:moveTo>
                  <a:pt x="0" y="0"/>
                </a:moveTo>
                <a:lnTo>
                  <a:pt x="2481263" y="0"/>
                </a:lnTo>
                <a:lnTo>
                  <a:pt x="2481263" y="938213"/>
                </a:lnTo>
                <a:lnTo>
                  <a:pt x="0" y="9382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00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  <a:endParaRPr lang="en-GB"/>
          </a:p>
        </p:txBody>
      </p:sp>
      <p:sp>
        <p:nvSpPr>
          <p:cNvPr id="3" name="Rectangle 3" descr="Logius. Samen digitaal verder.">
            <a:extLst>
              <a:ext uri="{FF2B5EF4-FFF2-40B4-BE49-F238E27FC236}">
                <a16:creationId xmlns:a16="http://schemas.microsoft.com/office/drawing/2014/main" id="{93AE0BD4-3155-5CFF-363F-2DDC35105A34}"/>
              </a:ext>
            </a:extLst>
          </p:cNvPr>
          <p:cNvSpPr txBox="1">
            <a:spLocks noSelect="1"/>
          </p:cNvSpPr>
          <p:nvPr/>
        </p:nvSpPr>
        <p:spPr>
          <a:xfrm>
            <a:off x="249238" y="6532563"/>
            <a:ext cx="1547813" cy="130175"/>
          </a:xfrm>
          <a:custGeom>
            <a:avLst/>
            <a:gdLst>
              <a:gd name="connsiteX0" fmla="*/ 0 w 1547813"/>
              <a:gd name="connsiteY0" fmla="*/ 0 h 130175"/>
              <a:gd name="connsiteX1" fmla="*/ 1547813 w 1547813"/>
              <a:gd name="connsiteY1" fmla="*/ 0 h 130175"/>
              <a:gd name="connsiteX2" fmla="*/ 1547813 w 1547813"/>
              <a:gd name="connsiteY2" fmla="*/ 130175 h 130175"/>
              <a:gd name="connsiteX3" fmla="*/ 0 w 1547813"/>
              <a:gd name="connsiteY3" fmla="*/ 130175 h 13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7813" h="130175">
                <a:moveTo>
                  <a:pt x="0" y="0"/>
                </a:moveTo>
                <a:lnTo>
                  <a:pt x="1547813" y="0"/>
                </a:lnTo>
                <a:lnTo>
                  <a:pt x="1547813" y="130175"/>
                </a:lnTo>
                <a:lnTo>
                  <a:pt x="0" y="13017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0" cap="flat" cmpd="sng" algn="ctr">
            <a:solidFill>
              <a:srgbClr val="FFFF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33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Tx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000" indent="-16200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+mj-lt"/>
              <a:buAutoNum type="arabicPeriod"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6200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01_Title 4 (JU-Free)">
            <a:extLst>
              <a:ext uri="{FF2B5EF4-FFF2-40B4-BE49-F238E27FC236}">
                <a16:creationId xmlns:a16="http://schemas.microsoft.com/office/drawing/2014/main" id="{ED697A5C-4290-FFB4-2CFE-DD091E7F9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1752600"/>
            <a:ext cx="2882900" cy="711200"/>
          </a:xfrm>
        </p:spPr>
        <p:txBody>
          <a:bodyPr/>
          <a:lstStyle>
            <a:lvl1pPr>
              <a:defRPr kumimoji="0" sz="5400" b="1" i="0" u="none" baseline="0">
                <a:solidFill>
                  <a:srgbClr val="154273"/>
                </a:solidFill>
                <a:latin typeface="+mj-lt"/>
              </a:defRPr>
            </a:lvl1pPr>
          </a:lstStyle>
          <a:p>
            <a:r>
              <a:rPr lang="nl-NL" dirty="0"/>
              <a:t>[Bedankt]</a:t>
            </a:r>
          </a:p>
        </p:txBody>
      </p:sp>
      <p:sp>
        <p:nvSpPr>
          <p:cNvPr id="8" name="02_Subtitle 5[PHJU] (JU-Free)"/>
          <p:cNvSpPr>
            <a:spLocks noGrp="1"/>
          </p:cNvSpPr>
          <p:nvPr>
            <p:ph type="subTitle" idx="1" hasCustomPrompt="1"/>
          </p:nvPr>
        </p:nvSpPr>
        <p:spPr>
          <a:xfrm>
            <a:off x="685800" y="2590800"/>
            <a:ext cx="2882900" cy="1092200"/>
          </a:xfrm>
        </p:spPr>
        <p:txBody>
          <a:bodyPr/>
          <a:lstStyle>
            <a:lvl1pPr marL="0" indent="0" algn="l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1261759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02.xml"/><Relationship Id="rId21" Type="http://schemas.openxmlformats.org/officeDocument/2006/relationships/slideLayout" Target="../slideLayouts/slideLayout97.xml"/><Relationship Id="rId42" Type="http://schemas.openxmlformats.org/officeDocument/2006/relationships/slideLayout" Target="../slideLayouts/slideLayout118.xml"/><Relationship Id="rId47" Type="http://schemas.openxmlformats.org/officeDocument/2006/relationships/slideLayout" Target="../slideLayouts/slideLayout123.xml"/><Relationship Id="rId63" Type="http://schemas.openxmlformats.org/officeDocument/2006/relationships/slideLayout" Target="../slideLayouts/slideLayout139.xml"/><Relationship Id="rId68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100.xml"/><Relationship Id="rId32" Type="http://schemas.openxmlformats.org/officeDocument/2006/relationships/slideLayout" Target="../slideLayouts/slideLayout108.xml"/><Relationship Id="rId37" Type="http://schemas.openxmlformats.org/officeDocument/2006/relationships/slideLayout" Target="../slideLayouts/slideLayout113.xml"/><Relationship Id="rId40" Type="http://schemas.openxmlformats.org/officeDocument/2006/relationships/slideLayout" Target="../slideLayouts/slideLayout116.xml"/><Relationship Id="rId45" Type="http://schemas.openxmlformats.org/officeDocument/2006/relationships/slideLayout" Target="../slideLayouts/slideLayout121.xml"/><Relationship Id="rId53" Type="http://schemas.openxmlformats.org/officeDocument/2006/relationships/slideLayout" Target="../slideLayouts/slideLayout129.xml"/><Relationship Id="rId58" Type="http://schemas.openxmlformats.org/officeDocument/2006/relationships/slideLayout" Target="../slideLayouts/slideLayout134.xml"/><Relationship Id="rId66" Type="http://schemas.openxmlformats.org/officeDocument/2006/relationships/slideLayout" Target="../slideLayouts/slideLayout142.xml"/><Relationship Id="rId74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81.xml"/><Relationship Id="rId61" Type="http://schemas.openxmlformats.org/officeDocument/2006/relationships/slideLayout" Target="../slideLayouts/slideLayout137.xml"/><Relationship Id="rId19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8.xml"/><Relationship Id="rId27" Type="http://schemas.openxmlformats.org/officeDocument/2006/relationships/slideLayout" Target="../slideLayouts/slideLayout103.xml"/><Relationship Id="rId30" Type="http://schemas.openxmlformats.org/officeDocument/2006/relationships/slideLayout" Target="../slideLayouts/slideLayout106.xml"/><Relationship Id="rId35" Type="http://schemas.openxmlformats.org/officeDocument/2006/relationships/slideLayout" Target="../slideLayouts/slideLayout111.xml"/><Relationship Id="rId43" Type="http://schemas.openxmlformats.org/officeDocument/2006/relationships/slideLayout" Target="../slideLayouts/slideLayout119.xml"/><Relationship Id="rId48" Type="http://schemas.openxmlformats.org/officeDocument/2006/relationships/slideLayout" Target="../slideLayouts/slideLayout124.xml"/><Relationship Id="rId56" Type="http://schemas.openxmlformats.org/officeDocument/2006/relationships/slideLayout" Target="../slideLayouts/slideLayout132.xml"/><Relationship Id="rId64" Type="http://schemas.openxmlformats.org/officeDocument/2006/relationships/slideLayout" Target="../slideLayouts/slideLayout140.xml"/><Relationship Id="rId69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84.xml"/><Relationship Id="rId51" Type="http://schemas.openxmlformats.org/officeDocument/2006/relationships/slideLayout" Target="../slideLayouts/slideLayout127.xml"/><Relationship Id="rId72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5" Type="http://schemas.openxmlformats.org/officeDocument/2006/relationships/slideLayout" Target="../slideLayouts/slideLayout101.xml"/><Relationship Id="rId33" Type="http://schemas.openxmlformats.org/officeDocument/2006/relationships/slideLayout" Target="../slideLayouts/slideLayout109.xml"/><Relationship Id="rId38" Type="http://schemas.openxmlformats.org/officeDocument/2006/relationships/slideLayout" Target="../slideLayouts/slideLayout114.xml"/><Relationship Id="rId46" Type="http://schemas.openxmlformats.org/officeDocument/2006/relationships/slideLayout" Target="../slideLayouts/slideLayout122.xml"/><Relationship Id="rId59" Type="http://schemas.openxmlformats.org/officeDocument/2006/relationships/slideLayout" Target="../slideLayouts/slideLayout135.xml"/><Relationship Id="rId67" Type="http://schemas.openxmlformats.org/officeDocument/2006/relationships/slideLayout" Target="../slideLayouts/slideLayout143.xml"/><Relationship Id="rId20" Type="http://schemas.openxmlformats.org/officeDocument/2006/relationships/slideLayout" Target="../slideLayouts/slideLayout96.xml"/><Relationship Id="rId41" Type="http://schemas.openxmlformats.org/officeDocument/2006/relationships/slideLayout" Target="../slideLayouts/slideLayout117.xml"/><Relationship Id="rId54" Type="http://schemas.openxmlformats.org/officeDocument/2006/relationships/slideLayout" Target="../slideLayouts/slideLayout130.xml"/><Relationship Id="rId62" Type="http://schemas.openxmlformats.org/officeDocument/2006/relationships/slideLayout" Target="../slideLayouts/slideLayout138.xml"/><Relationship Id="rId70" Type="http://schemas.openxmlformats.org/officeDocument/2006/relationships/slideLayout" Target="../slideLayouts/slideLayout146.xml"/><Relationship Id="rId75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9.xml"/><Relationship Id="rId28" Type="http://schemas.openxmlformats.org/officeDocument/2006/relationships/slideLayout" Target="../slideLayouts/slideLayout104.xml"/><Relationship Id="rId36" Type="http://schemas.openxmlformats.org/officeDocument/2006/relationships/slideLayout" Target="../slideLayouts/slideLayout112.xml"/><Relationship Id="rId49" Type="http://schemas.openxmlformats.org/officeDocument/2006/relationships/slideLayout" Target="../slideLayouts/slideLayout125.xml"/><Relationship Id="rId57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86.xml"/><Relationship Id="rId31" Type="http://schemas.openxmlformats.org/officeDocument/2006/relationships/slideLayout" Target="../slideLayouts/slideLayout107.xml"/><Relationship Id="rId44" Type="http://schemas.openxmlformats.org/officeDocument/2006/relationships/slideLayout" Target="../slideLayouts/slideLayout120.xml"/><Relationship Id="rId52" Type="http://schemas.openxmlformats.org/officeDocument/2006/relationships/slideLayout" Target="../slideLayouts/slideLayout128.xml"/><Relationship Id="rId60" Type="http://schemas.openxmlformats.org/officeDocument/2006/relationships/slideLayout" Target="../slideLayouts/slideLayout136.xml"/><Relationship Id="rId65" Type="http://schemas.openxmlformats.org/officeDocument/2006/relationships/slideLayout" Target="../slideLayouts/slideLayout141.xml"/><Relationship Id="rId73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39" Type="http://schemas.openxmlformats.org/officeDocument/2006/relationships/slideLayout" Target="../slideLayouts/slideLayout115.xml"/><Relationship Id="rId34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26.xml"/><Relationship Id="rId55" Type="http://schemas.openxmlformats.org/officeDocument/2006/relationships/slideLayout" Target="../slideLayouts/slideLayout131.xml"/><Relationship Id="rId76" Type="http://schemas.openxmlformats.org/officeDocument/2006/relationships/theme" Target="../theme/theme2.xml"/><Relationship Id="rId7" Type="http://schemas.openxmlformats.org/officeDocument/2006/relationships/slideLayout" Target="../slideLayouts/slideLayout83.xml"/><Relationship Id="rId71" Type="http://schemas.openxmlformats.org/officeDocument/2006/relationships/slideLayout" Target="../slideLayouts/slideLayout1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_Title Placeholder 1 (JU-Free)"/>
          <p:cNvSpPr>
            <a:spLocks noGrp="1"/>
          </p:cNvSpPr>
          <p:nvPr>
            <p:ph type="title"/>
          </p:nvPr>
        </p:nvSpPr>
        <p:spPr>
          <a:xfrm>
            <a:off x="685800" y="673100"/>
            <a:ext cx="10820400" cy="9017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[Titel]</a:t>
            </a:r>
            <a:endParaRPr lang="en-GB" dirty="0"/>
          </a:p>
        </p:txBody>
      </p:sp>
      <p:sp>
        <p:nvSpPr>
          <p:cNvPr id="3" name="02_Placeholder 2[PHJU] (JU-Free)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10820400" cy="401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[Tekst]</a:t>
            </a:r>
            <a:endParaRPr lang="en-GB" dirty="0"/>
          </a:p>
        </p:txBody>
      </p:sp>
      <p:sp>
        <p:nvSpPr>
          <p:cNvPr id="8" name="Rectangle 3 (JU-Free)">
            <a:extLst>
              <a:ext uri="{FF2B5EF4-FFF2-40B4-BE49-F238E27FC236}">
                <a16:creationId xmlns:a16="http://schemas.microsoft.com/office/drawing/2014/main" id="{08424746-798F-5FAB-0C9F-654F66B006BE}"/>
              </a:ext>
            </a:extLst>
          </p:cNvPr>
          <p:cNvSpPr>
            <a:spLocks/>
          </p:cNvSpPr>
          <p:nvPr/>
        </p:nvSpPr>
        <p:spPr>
          <a:xfrm>
            <a:off x="228600" y="6553200"/>
            <a:ext cx="2921000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lang="en-GB" sz="700" b="1" noProof="1">
                <a:solidFill>
                  <a:schemeClr val="tx1"/>
                </a:solidFill>
                <a:latin typeface="+mj-lt"/>
              </a:rPr>
              <a:t>Logius</a:t>
            </a:r>
          </a:p>
        </p:txBody>
      </p:sp>
      <p:sp>
        <p:nvSpPr>
          <p:cNvPr id="4" name="03_Date Placeholder 4 (JU-Free)"/>
          <p:cNvSpPr>
            <a:spLocks noGrp="1"/>
          </p:cNvSpPr>
          <p:nvPr>
            <p:ph type="dt" sz="half" idx="2"/>
          </p:nvPr>
        </p:nvSpPr>
        <p:spPr>
          <a:xfrm>
            <a:off x="10744200" y="6553200"/>
            <a:ext cx="7620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4_Footer Placeholder 5 (JU-Free)"/>
          <p:cNvSpPr>
            <a:spLocks noGrp="1"/>
          </p:cNvSpPr>
          <p:nvPr>
            <p:ph type="ftr" sz="quarter" idx="3"/>
          </p:nvPr>
        </p:nvSpPr>
        <p:spPr>
          <a:xfrm>
            <a:off x="3073400" y="6553200"/>
            <a:ext cx="60452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05_Slide Number Placeholder 6 (JU-Free)"/>
          <p:cNvSpPr>
            <a:spLocks noGrp="1"/>
          </p:cNvSpPr>
          <p:nvPr>
            <p:ph type="sldNum" sz="quarter" idx="4"/>
          </p:nvPr>
        </p:nvSpPr>
        <p:spPr>
          <a:xfrm>
            <a:off x="11569700" y="6553200"/>
            <a:ext cx="3937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75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</p:sldLayoutIdLst>
  <p:txStyles>
    <p:titleStyle>
      <a:lvl1pPr algn="l" defTabSz="914400" rtl="0" eaLnBrk="1" latinLnBrk="0" hangingPunct="1">
        <a:lnSpc>
          <a:spcPct val="87000"/>
        </a:lnSpc>
        <a:spcBef>
          <a:spcPct val="0"/>
        </a:spcBef>
        <a:buNone/>
        <a:defRPr sz="3600" b="1" kern="1200">
          <a:solidFill>
            <a:srgbClr val="154273"/>
          </a:solidFill>
          <a:latin typeface="+mj-lt"/>
          <a:ea typeface="+mj-ea"/>
          <a:cs typeface="+mj-cs"/>
        </a:defRPr>
      </a:lvl1pPr>
    </p:titleStyle>
    <p:bodyStyle>
      <a:lvl1pPr marL="162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•"/>
        <a:defRPr sz="1700" kern="1200">
          <a:solidFill>
            <a:schemeClr val="tx1"/>
          </a:solidFill>
          <a:latin typeface="RijksSansTT" panose="020B0504010101010104" pitchFamily="34" charset="0"/>
          <a:ea typeface="+mn-ea"/>
          <a:cs typeface="+mn-cs"/>
        </a:defRPr>
      </a:lvl1pPr>
      <a:lvl2pPr marL="324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-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86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&gt;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2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324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486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1700" b="1" kern="1200">
          <a:solidFill>
            <a:schemeClr val="tx1"/>
          </a:solidFill>
          <a:latin typeface="+mj-lt"/>
          <a:ea typeface="+mn-ea"/>
          <a:cs typeface="+mn-cs"/>
        </a:defRPr>
      </a:lvl8pPr>
      <a:lvl9pPr marL="16200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_Title Placeholder 1 (JU-Free)"/>
          <p:cNvSpPr>
            <a:spLocks noGrp="1"/>
          </p:cNvSpPr>
          <p:nvPr>
            <p:ph type="title"/>
          </p:nvPr>
        </p:nvSpPr>
        <p:spPr>
          <a:xfrm>
            <a:off x="685800" y="673100"/>
            <a:ext cx="10820400" cy="9017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l-NL" dirty="0"/>
              <a:t>[Titel]</a:t>
            </a:r>
          </a:p>
        </p:txBody>
      </p:sp>
      <p:sp>
        <p:nvSpPr>
          <p:cNvPr id="3" name="02_Placeholder 2[PHJU] (JU-Free)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10820400" cy="401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/>
              <a:t>[Tekst]</a:t>
            </a:r>
          </a:p>
        </p:txBody>
      </p:sp>
      <p:sp>
        <p:nvSpPr>
          <p:cNvPr id="8" name="Rectangle 3 (JU-Free)">
            <a:extLst>
              <a:ext uri="{FF2B5EF4-FFF2-40B4-BE49-F238E27FC236}">
                <a16:creationId xmlns:a16="http://schemas.microsoft.com/office/drawing/2014/main" id="{08424746-798F-5FAB-0C9F-654F66B006BE}"/>
              </a:ext>
            </a:extLst>
          </p:cNvPr>
          <p:cNvSpPr>
            <a:spLocks/>
          </p:cNvSpPr>
          <p:nvPr/>
        </p:nvSpPr>
        <p:spPr>
          <a:xfrm>
            <a:off x="228600" y="6553200"/>
            <a:ext cx="2921000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lang="nl-NL" sz="700" b="1" noProof="1">
                <a:solidFill>
                  <a:schemeClr val="tx1"/>
                </a:solidFill>
                <a:latin typeface="+mj-lt"/>
              </a:rPr>
              <a:t>Logius</a:t>
            </a:r>
          </a:p>
        </p:txBody>
      </p:sp>
      <p:sp>
        <p:nvSpPr>
          <p:cNvPr id="4" name="03_Date Placeholder 4 (JU-Free)"/>
          <p:cNvSpPr>
            <a:spLocks noGrp="1"/>
          </p:cNvSpPr>
          <p:nvPr>
            <p:ph type="dt" sz="half" idx="2"/>
          </p:nvPr>
        </p:nvSpPr>
        <p:spPr>
          <a:xfrm>
            <a:off x="10744200" y="6553200"/>
            <a:ext cx="7620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fld id="{047CE349-E993-4B18-BF6C-1274C2C9407F}" type="datetimeFigureOut">
              <a:rPr lang="nl-NL" smtClean="0"/>
              <a:t>3-9-2026</a:t>
            </a:fld>
            <a:endParaRPr lang="nl-NL"/>
          </a:p>
        </p:txBody>
      </p:sp>
      <p:sp>
        <p:nvSpPr>
          <p:cNvPr id="5" name="04_Footer Placeholder 5 (JU-Free)"/>
          <p:cNvSpPr>
            <a:spLocks noGrp="1"/>
          </p:cNvSpPr>
          <p:nvPr>
            <p:ph type="ftr" sz="quarter" idx="3"/>
          </p:nvPr>
        </p:nvSpPr>
        <p:spPr>
          <a:xfrm>
            <a:off x="3073400" y="6553200"/>
            <a:ext cx="60452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endParaRPr lang="nl-NL"/>
          </a:p>
        </p:txBody>
      </p:sp>
      <p:sp>
        <p:nvSpPr>
          <p:cNvPr id="6" name="05_Slide Number Placeholder 6 (JU-Free)"/>
          <p:cNvSpPr>
            <a:spLocks noGrp="1"/>
          </p:cNvSpPr>
          <p:nvPr>
            <p:ph type="sldNum" sz="quarter" idx="4"/>
          </p:nvPr>
        </p:nvSpPr>
        <p:spPr>
          <a:xfrm>
            <a:off x="11569700" y="6553200"/>
            <a:ext cx="393700" cy="25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solidFill>
                  <a:schemeClr val="tx1"/>
                </a:solidFill>
                <a:latin typeface="RijksSansTT" panose="020B0504010101010104" pitchFamily="34" charset="0"/>
              </a:defRPr>
            </a:lvl1pPr>
          </a:lstStyle>
          <a:p>
            <a:fld id="{5F16DCFB-A672-4AD4-A388-E0D4789FF93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4653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  <p:sldLayoutId id="2147483765" r:id="rId28"/>
    <p:sldLayoutId id="2147483766" r:id="rId29"/>
    <p:sldLayoutId id="2147483767" r:id="rId30"/>
    <p:sldLayoutId id="2147483768" r:id="rId31"/>
    <p:sldLayoutId id="2147483769" r:id="rId32"/>
    <p:sldLayoutId id="2147483770" r:id="rId33"/>
    <p:sldLayoutId id="2147483771" r:id="rId34"/>
    <p:sldLayoutId id="2147483772" r:id="rId35"/>
    <p:sldLayoutId id="2147483773" r:id="rId36"/>
    <p:sldLayoutId id="2147483774" r:id="rId37"/>
    <p:sldLayoutId id="2147483775" r:id="rId38"/>
    <p:sldLayoutId id="2147483776" r:id="rId39"/>
    <p:sldLayoutId id="2147483777" r:id="rId40"/>
    <p:sldLayoutId id="2147483778" r:id="rId41"/>
    <p:sldLayoutId id="2147483779" r:id="rId42"/>
    <p:sldLayoutId id="2147483780" r:id="rId43"/>
    <p:sldLayoutId id="2147483781" r:id="rId44"/>
    <p:sldLayoutId id="2147483782" r:id="rId45"/>
    <p:sldLayoutId id="2147483783" r:id="rId46"/>
    <p:sldLayoutId id="2147483784" r:id="rId47"/>
    <p:sldLayoutId id="2147483785" r:id="rId48"/>
    <p:sldLayoutId id="2147483786" r:id="rId49"/>
    <p:sldLayoutId id="2147483787" r:id="rId50"/>
    <p:sldLayoutId id="2147483788" r:id="rId51"/>
    <p:sldLayoutId id="2147483789" r:id="rId52"/>
    <p:sldLayoutId id="2147483790" r:id="rId53"/>
    <p:sldLayoutId id="2147483791" r:id="rId54"/>
    <p:sldLayoutId id="2147483792" r:id="rId55"/>
    <p:sldLayoutId id="2147483793" r:id="rId56"/>
    <p:sldLayoutId id="2147483794" r:id="rId57"/>
    <p:sldLayoutId id="2147483795" r:id="rId58"/>
    <p:sldLayoutId id="2147483796" r:id="rId59"/>
    <p:sldLayoutId id="2147483797" r:id="rId60"/>
    <p:sldLayoutId id="2147483798" r:id="rId61"/>
    <p:sldLayoutId id="2147483799" r:id="rId62"/>
    <p:sldLayoutId id="2147483800" r:id="rId63"/>
    <p:sldLayoutId id="2147483801" r:id="rId64"/>
    <p:sldLayoutId id="2147483802" r:id="rId65"/>
    <p:sldLayoutId id="2147483803" r:id="rId66"/>
    <p:sldLayoutId id="2147483804" r:id="rId67"/>
    <p:sldLayoutId id="2147483805" r:id="rId68"/>
    <p:sldLayoutId id="2147483806" r:id="rId69"/>
    <p:sldLayoutId id="2147483807" r:id="rId70"/>
    <p:sldLayoutId id="2147483808" r:id="rId71"/>
    <p:sldLayoutId id="2147483809" r:id="rId72"/>
    <p:sldLayoutId id="2147483810" r:id="rId73"/>
    <p:sldLayoutId id="2147483811" r:id="rId74"/>
    <p:sldLayoutId id="2147483812" r:id="rId75"/>
  </p:sldLayoutIdLst>
  <p:txStyles>
    <p:titleStyle>
      <a:lvl1pPr algn="l" defTabSz="914400" rtl="0" eaLnBrk="1" latinLnBrk="0" hangingPunct="1">
        <a:lnSpc>
          <a:spcPct val="87000"/>
        </a:lnSpc>
        <a:spcBef>
          <a:spcPct val="0"/>
        </a:spcBef>
        <a:buNone/>
        <a:defRPr sz="3600" b="1" kern="1200">
          <a:solidFill>
            <a:srgbClr val="154273"/>
          </a:solidFill>
          <a:latin typeface="+mj-lt"/>
          <a:ea typeface="+mj-ea"/>
          <a:cs typeface="+mj-cs"/>
        </a:defRPr>
      </a:lvl1pPr>
    </p:titleStyle>
    <p:bodyStyle>
      <a:lvl1pPr marL="162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•"/>
        <a:defRPr sz="1700" kern="1200">
          <a:solidFill>
            <a:schemeClr val="tx1"/>
          </a:solidFill>
          <a:latin typeface="RijksSansTT" panose="020B0504010101010104" pitchFamily="34" charset="0"/>
          <a:ea typeface="+mn-ea"/>
          <a:cs typeface="+mn-cs"/>
        </a:defRPr>
      </a:lvl1pPr>
      <a:lvl2pPr marL="324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-"/>
        <a:defRPr sz="17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86000" indent="-162000" algn="l" defTabSz="914400" rtl="0" eaLnBrk="1" latinLnBrk="0" hangingPunct="1">
        <a:lnSpc>
          <a:spcPct val="105000"/>
        </a:lnSpc>
        <a:spcBef>
          <a:spcPts val="900"/>
        </a:spcBef>
        <a:buFont typeface="RijksSansTT ExtraBold" panose="020B0904010101010104" pitchFamily="34" charset="0"/>
        <a:buChar char="&gt;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2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324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486000" indent="-162000" algn="l" defTabSz="914400" rtl="0" eaLnBrk="1" latinLnBrk="0" hangingPunct="1">
        <a:lnSpc>
          <a:spcPct val="105000"/>
        </a:lnSpc>
        <a:spcBef>
          <a:spcPts val="900"/>
        </a:spcBef>
        <a:buFont typeface="+mj-lt"/>
        <a:buAutoNum type="arabicPeriod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1700" b="1" kern="1200">
          <a:solidFill>
            <a:schemeClr val="tx1"/>
          </a:solidFill>
          <a:latin typeface="+mj-lt"/>
          <a:ea typeface="+mn-ea"/>
          <a:cs typeface="+mn-cs"/>
        </a:defRPr>
      </a:lvl8pPr>
      <a:lvl9pPr marL="162000" indent="0" algn="l" defTabSz="9144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fc-editor.org/info/rfc10008/" TargetMode="External"/><Relationship Id="rId1" Type="http://schemas.openxmlformats.org/officeDocument/2006/relationships/slideLayout" Target="../slideLayouts/slideLayout10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B4F3136-001C-8840-AF60-D2514BDA34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E6401EF5-665F-0528-9A93-1EE8E476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Technisch Overleg API Design Rules</a:t>
            </a:r>
            <a:endParaRPr lang="en-US" dirty="0"/>
          </a:p>
        </p:txBody>
      </p:sp>
      <p:sp>
        <p:nvSpPr>
          <p:cNvPr id="12" name="Subtitle 3">
            <a:extLst>
              <a:ext uri="{FF2B5EF4-FFF2-40B4-BE49-F238E27FC236}">
                <a16:creationId xmlns:a16="http://schemas.microsoft.com/office/drawing/2014/main" id="{3E74282A-17F9-224D-A1AD-C5CC72743F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 van der Lippe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17E95C-7994-8963-FB75-95AFDB509550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nl-NL" dirty="0"/>
              <a:t>2026-09-10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E0FCD2B-17DC-9C68-C208-4E71A9B3E6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67705-0203-0F6A-9967-E8005FD1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Inhoudsopgave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E2CB9CC-BA18-A3C4-EE5E-E811F915C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90800"/>
            <a:ext cx="11277600" cy="3683000"/>
          </a:xfrm>
        </p:spPr>
        <p:txBody>
          <a:bodyPr numCol="2" anchor="ctr"/>
          <a:lstStyle/>
          <a:p>
            <a:r>
              <a:rPr lang="nl-NL" sz="2800" dirty="0"/>
              <a:t>Updates vanuit beheer</a:t>
            </a:r>
          </a:p>
          <a:p>
            <a:r>
              <a:rPr lang="nl-NL" sz="2800" dirty="0"/>
              <a:t>Taalcodes BCP47</a:t>
            </a:r>
          </a:p>
          <a:p>
            <a:r>
              <a:rPr lang="nl-NL" sz="2800" dirty="0" err="1"/>
              <a:t>Pagination</a:t>
            </a:r>
            <a:r>
              <a:rPr lang="nl-NL" sz="2800" dirty="0"/>
              <a:t> Module</a:t>
            </a:r>
          </a:p>
          <a:p>
            <a:r>
              <a:rPr lang="nl-NL" sz="2800" dirty="0"/>
              <a:t>Transfer Module</a:t>
            </a:r>
          </a:p>
          <a:p>
            <a:r>
              <a:rPr lang="nl-NL" sz="2800" dirty="0"/>
              <a:t>Return altijd objecten</a:t>
            </a:r>
          </a:p>
          <a:p>
            <a:r>
              <a:rPr lang="nl-NL" sz="2800" dirty="0" err="1"/>
              <a:t>Trailing</a:t>
            </a:r>
            <a:r>
              <a:rPr lang="nl-NL" sz="2800" dirty="0"/>
              <a:t> slash uitbreiding</a:t>
            </a:r>
          </a:p>
          <a:p>
            <a:r>
              <a:rPr lang="nl-NL" sz="2800" dirty="0"/>
              <a:t>QUERY </a:t>
            </a:r>
            <a:r>
              <a:rPr lang="nl-NL" sz="2800" dirty="0" err="1"/>
              <a:t>method</a:t>
            </a:r>
            <a:endParaRPr lang="nl-NL" sz="2800" dirty="0"/>
          </a:p>
        </p:txBody>
      </p:sp>
    </p:spTree>
    <p:extLst>
      <p:ext uri="{BB962C8B-B14F-4D97-AF65-F5344CB8AC3E}">
        <p14:creationId xmlns:p14="http://schemas.microsoft.com/office/powerpoint/2010/main" val="92931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CB75C-D362-5308-A972-912C6020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Updates vanuit beheer</a:t>
            </a:r>
          </a:p>
        </p:txBody>
      </p:sp>
    </p:spTree>
    <p:extLst>
      <p:ext uri="{BB962C8B-B14F-4D97-AF65-F5344CB8AC3E}">
        <p14:creationId xmlns:p14="http://schemas.microsoft.com/office/powerpoint/2010/main" val="1385395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563AC-023A-5795-11A3-E54867CD422A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Updates vanuit beheer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8E5CB4-584C-FB5A-0C29-AA9B651F3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don-checker in plaats van </a:t>
            </a:r>
            <a:r>
              <a:rPr lang="nl-NL" sz="3200" dirty="0" err="1"/>
              <a:t>spectral</a:t>
            </a:r>
            <a:r>
              <a:rPr lang="nl-NL" sz="3200" dirty="0"/>
              <a:t> direct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Engelse spellingchecker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Werksessies gehad, daarna vakantie</a:t>
            </a:r>
          </a:p>
        </p:txBody>
      </p:sp>
    </p:spTree>
    <p:extLst>
      <p:ext uri="{BB962C8B-B14F-4D97-AF65-F5344CB8AC3E}">
        <p14:creationId xmlns:p14="http://schemas.microsoft.com/office/powerpoint/2010/main" val="3672854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6C941-0368-33F4-6867-ECB5899C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FA4BFF-9B06-2054-1BCD-3C3A7036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Taalcodes BCP47</a:t>
            </a:r>
          </a:p>
        </p:txBody>
      </p:sp>
    </p:spTree>
    <p:extLst>
      <p:ext uri="{BB962C8B-B14F-4D97-AF65-F5344CB8AC3E}">
        <p14:creationId xmlns:p14="http://schemas.microsoft.com/office/powerpoint/2010/main" val="2240563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55D6-F43D-FBE5-0CDC-E1ACC59C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C68A55-F978-2C71-5E42-FA4D5BD77852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Taalcodes BCP47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B7C8A5D-EB82-4332-3FA0-B0D390680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Vorig TO besproken, daarna werksessie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Consensus voor formaat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Discussie over structuur</a:t>
            </a:r>
          </a:p>
        </p:txBody>
      </p:sp>
    </p:spTree>
    <p:extLst>
      <p:ext uri="{BB962C8B-B14F-4D97-AF65-F5344CB8AC3E}">
        <p14:creationId xmlns:p14="http://schemas.microsoft.com/office/powerpoint/2010/main" val="204178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BB291-D564-B977-AB07-D23FDB2C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65218-6C2A-50DA-7142-1FB5AF291960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Taalcodes BCP47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2E6959C-5D59-1B1A-6268-7F3980A75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 err="1"/>
              <a:t>lowercase</a:t>
            </a:r>
            <a:r>
              <a:rPr lang="nl-NL" sz="3200" dirty="0"/>
              <a:t> daarna UPPERCASE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nl-NL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en-GB</a:t>
            </a:r>
          </a:p>
        </p:txBody>
      </p:sp>
    </p:spTree>
    <p:extLst>
      <p:ext uri="{BB962C8B-B14F-4D97-AF65-F5344CB8AC3E}">
        <p14:creationId xmlns:p14="http://schemas.microsoft.com/office/powerpoint/2010/main" val="2925148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0C33-F3D8-DD29-685D-9528F2CB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DE97E-4D34-FAF3-9027-61318FDFBA89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Taalcodes BCP47</a:t>
            </a:r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2C423C5F-E069-A7DC-2F74-EEBD8170C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040" y="1223465"/>
            <a:ext cx="9787920" cy="4961435"/>
          </a:xfrm>
        </p:spPr>
      </p:pic>
    </p:spTree>
    <p:extLst>
      <p:ext uri="{BB962C8B-B14F-4D97-AF65-F5344CB8AC3E}">
        <p14:creationId xmlns:p14="http://schemas.microsoft.com/office/powerpoint/2010/main" val="2910861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651CB-0FFC-1DB2-70FE-C4F16525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CAB941-01A2-E2C8-AAFB-7922B05E58C4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Taalcodes BCP47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84D7CD0-3205-E757-9AC5-E0A1D8ED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Heuristiek 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92% van </a:t>
            </a:r>
            <a:r>
              <a:rPr lang="nl-NL" sz="3200" dirty="0" err="1"/>
              <a:t>API’s</a:t>
            </a:r>
            <a:r>
              <a:rPr lang="nl-NL" sz="3200" dirty="0"/>
              <a:t> slaagt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Nieuw:  "format": "</a:t>
            </a:r>
            <a:r>
              <a:rPr lang="nl-NL" sz="3200" dirty="0" err="1"/>
              <a:t>language</a:t>
            </a:r>
            <a:r>
              <a:rPr lang="nl-NL" sz="32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852231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4DE5-0AA8-2771-6B5D-12C7C65DB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75D93C-BC90-3A78-6EA9-B22D5420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Pagination</a:t>
            </a:r>
            <a:r>
              <a:rPr lang="nl-NL" dirty="0"/>
              <a:t> module</a:t>
            </a:r>
          </a:p>
        </p:txBody>
      </p:sp>
    </p:spTree>
    <p:extLst>
      <p:ext uri="{BB962C8B-B14F-4D97-AF65-F5344CB8AC3E}">
        <p14:creationId xmlns:p14="http://schemas.microsoft.com/office/powerpoint/2010/main" val="328504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9714-5330-F21B-BDC8-63CF8101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016966-CE14-86D5-74FF-666C06DCD2D5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 err="1"/>
              <a:t>Pagination</a:t>
            </a:r>
            <a:r>
              <a:rPr lang="nl-NL" dirty="0"/>
              <a:t> module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2B071E-E362-8B42-4FBC-61952B14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Vorig TO besproken, daarna werksessie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Nog veel open vragen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Vereist nog meer uitwerking</a:t>
            </a:r>
          </a:p>
        </p:txBody>
      </p:sp>
    </p:spTree>
    <p:extLst>
      <p:ext uri="{BB962C8B-B14F-4D97-AF65-F5344CB8AC3E}">
        <p14:creationId xmlns:p14="http://schemas.microsoft.com/office/powerpoint/2010/main" val="3238001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7BE3D-0583-C60C-A721-880F401F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4C0D54-DAC0-6C70-719F-B1E278BBB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Transfer module</a:t>
            </a:r>
          </a:p>
        </p:txBody>
      </p:sp>
    </p:spTree>
    <p:extLst>
      <p:ext uri="{BB962C8B-B14F-4D97-AF65-F5344CB8AC3E}">
        <p14:creationId xmlns:p14="http://schemas.microsoft.com/office/powerpoint/2010/main" val="803044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47C8C-EA82-37AF-019C-99893733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FF2212-0478-65B3-C17F-778410ABA05E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Transfer module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475E5E-10F2-2C66-3427-9E3E69C44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Grote berichten koppelvlak van </a:t>
            </a:r>
            <a:r>
              <a:rPr lang="nl-NL" sz="3200" dirty="0" err="1"/>
              <a:t>Digikoppeling</a:t>
            </a:r>
            <a:endParaRPr lang="nl-NL" sz="3200" dirty="0"/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Moderne API variant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Eerst vaststelling bij </a:t>
            </a:r>
            <a:r>
              <a:rPr lang="nl-NL" sz="3200" dirty="0" err="1"/>
              <a:t>Digikoppeling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2310498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143FD-2CAB-4557-AF0E-13198E67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2EE980-348B-3511-4DB7-CC6B04880319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Transfer module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A78BB2-12AA-A2A9-4483-82CAB96E0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Leunt sterk op Range, </a:t>
            </a:r>
            <a:r>
              <a:rPr lang="nl-NL" sz="3200" dirty="0" err="1"/>
              <a:t>If</a:t>
            </a:r>
            <a:r>
              <a:rPr lang="nl-NL" sz="3200" dirty="0"/>
              <a:t>-Range, Content-Digest headers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Beproefd in Java en </a:t>
            </a:r>
            <a:r>
              <a:rPr lang="nl-NL" sz="3200" dirty="0" err="1"/>
              <a:t>Dotnet</a:t>
            </a:r>
            <a:endParaRPr lang="nl-NL" sz="3200" dirty="0"/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Grote versimpeling versus </a:t>
            </a:r>
            <a:r>
              <a:rPr lang="nl-NL" sz="3200" dirty="0" err="1"/>
              <a:t>ebMS</a:t>
            </a:r>
            <a:r>
              <a:rPr lang="nl-NL" sz="3200" dirty="0"/>
              <a:t> of WUS</a:t>
            </a:r>
          </a:p>
        </p:txBody>
      </p:sp>
    </p:spTree>
    <p:extLst>
      <p:ext uri="{BB962C8B-B14F-4D97-AF65-F5344CB8AC3E}">
        <p14:creationId xmlns:p14="http://schemas.microsoft.com/office/powerpoint/2010/main" val="2028546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E27E8-FCE9-0B89-7A78-8A925051B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3EED7F-F37D-ED09-5D7E-CF6BCD79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Return altijd objecten</a:t>
            </a:r>
          </a:p>
        </p:txBody>
      </p:sp>
    </p:spTree>
    <p:extLst>
      <p:ext uri="{BB962C8B-B14F-4D97-AF65-F5344CB8AC3E}">
        <p14:creationId xmlns:p14="http://schemas.microsoft.com/office/powerpoint/2010/main" val="3898278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3440B-82D9-5612-9277-75739CB21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3E7402-DF7F-C432-36C9-F1209DE16138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Return altijd objecten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88856D6-3B38-F4E2-ADBF-F5481279C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Komt voort uit werksessies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“Spijt dat we een array teruggeven”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Relevant voor </a:t>
            </a:r>
            <a:r>
              <a:rPr lang="nl-NL" sz="3200" dirty="0" err="1"/>
              <a:t>Linked</a:t>
            </a:r>
            <a:r>
              <a:rPr lang="nl-NL" sz="3200" dirty="0"/>
              <a:t> Data (en AI </a:t>
            </a:r>
            <a:r>
              <a:rPr lang="nl-NL" sz="3200" dirty="0" err="1"/>
              <a:t>agents</a:t>
            </a:r>
            <a:r>
              <a:rPr lang="nl-NL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81223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06F7-C4DC-46C0-022F-E9A89E56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35DDD8-F7AC-35D4-35CF-F776A7398EEC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Return altijd objecten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AA9AD8AC-8FDA-B134-457C-35E82A024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96" y="1257300"/>
            <a:ext cx="11603966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65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D3FF6-2C98-1D41-E06B-188C64B3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627E4443-D52F-C9D4-85F8-A261013EA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175" y="337820"/>
            <a:ext cx="9607650" cy="634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11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563C-8823-4FB4-519B-F82AFE2F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09E15E-42CB-B134-16B7-2D51A8D3E1E2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Return altijd objecten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469391C-5C17-3861-1906-48B17CFE2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92% van </a:t>
            </a:r>
            <a:r>
              <a:rPr lang="nl-NL" sz="3200" dirty="0" err="1"/>
              <a:t>API’s</a:t>
            </a:r>
            <a:r>
              <a:rPr lang="nl-NL" sz="3200" dirty="0"/>
              <a:t> voldoet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Geen keuze over </a:t>
            </a:r>
            <a:r>
              <a:rPr lang="nl-NL" sz="3200" dirty="0" err="1"/>
              <a:t>key</a:t>
            </a:r>
            <a:r>
              <a:rPr lang="nl-NL" sz="3200" dirty="0"/>
              <a:t>, maar wel suggestie van “items”</a:t>
            </a:r>
          </a:p>
        </p:txBody>
      </p:sp>
    </p:spTree>
    <p:extLst>
      <p:ext uri="{BB962C8B-B14F-4D97-AF65-F5344CB8AC3E}">
        <p14:creationId xmlns:p14="http://schemas.microsoft.com/office/powerpoint/2010/main" val="2168083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F1667-8B3D-98EE-40B0-3D73E5BC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3EF2DB-F936-56EB-8EBA-3DFBB1977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Trailing</a:t>
            </a:r>
            <a:r>
              <a:rPr lang="nl-NL" dirty="0"/>
              <a:t> slash uitbreiding</a:t>
            </a:r>
          </a:p>
        </p:txBody>
      </p:sp>
    </p:spTree>
    <p:extLst>
      <p:ext uri="{BB962C8B-B14F-4D97-AF65-F5344CB8AC3E}">
        <p14:creationId xmlns:p14="http://schemas.microsoft.com/office/powerpoint/2010/main" val="2228522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201B-9858-4757-1A5C-E03C0B33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81F2A0-4FD6-F23F-B8B1-CD15392ACAAD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 err="1"/>
              <a:t>Trailing</a:t>
            </a:r>
            <a:r>
              <a:rPr lang="nl-NL" dirty="0"/>
              <a:t> slash uitbreiding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FC9E2B2-5585-47D3-8543-2275CC1FF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 err="1"/>
              <a:t>Agri</a:t>
            </a:r>
            <a:r>
              <a:rPr lang="nl-NL" sz="3200" dirty="0"/>
              <a:t> design regels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Strikter dan wat we nu hebben</a:t>
            </a:r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Variabelen in paden mogen niet leeg blijven</a:t>
            </a:r>
          </a:p>
        </p:txBody>
      </p:sp>
    </p:spTree>
    <p:extLst>
      <p:ext uri="{BB962C8B-B14F-4D97-AF65-F5344CB8AC3E}">
        <p14:creationId xmlns:p14="http://schemas.microsoft.com/office/powerpoint/2010/main" val="3179042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F44A-1864-1486-B615-0C0B594C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D68412-DB1B-E17D-4D57-F2ABB1AD7831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 err="1"/>
              <a:t>Trailing</a:t>
            </a:r>
            <a:r>
              <a:rPr lang="nl-NL" dirty="0"/>
              <a:t> slash uitbreiding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8B86C465-97F4-1806-11FA-56154408A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831" y="1574800"/>
            <a:ext cx="11562338" cy="405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56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68CF5-5036-6011-38F2-75AF78B2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BDD0F8-2318-051F-C8EE-32D39A77EC8B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 err="1"/>
              <a:t>Trailing</a:t>
            </a:r>
            <a:r>
              <a:rPr lang="nl-NL" dirty="0"/>
              <a:t> slash uitbreiding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6EA535-1A1D-819F-14BD-D64699048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Wijziging bestaande regel =&gt; major </a:t>
            </a:r>
            <a:r>
              <a:rPr lang="nl-NL" sz="3200" dirty="0" err="1"/>
              <a:t>version</a:t>
            </a:r>
            <a:endParaRPr lang="nl-NL" sz="3200" dirty="0"/>
          </a:p>
          <a:p>
            <a:pPr marL="354013" indent="-354013">
              <a:lnSpc>
                <a:spcPct val="200000"/>
              </a:lnSpc>
            </a:pPr>
            <a:r>
              <a:rPr lang="nl-NL" sz="3200" dirty="0"/>
              <a:t>Kan aparte regel over “variabelen moeten niet leeg blijven”</a:t>
            </a:r>
          </a:p>
        </p:txBody>
      </p:sp>
    </p:spTree>
    <p:extLst>
      <p:ext uri="{BB962C8B-B14F-4D97-AF65-F5344CB8AC3E}">
        <p14:creationId xmlns:p14="http://schemas.microsoft.com/office/powerpoint/2010/main" val="911725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71194-230F-E6E0-F41B-BFD446A7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00AAB-1587-13C9-3B55-0080256C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QUERY </a:t>
            </a:r>
            <a:r>
              <a:rPr lang="nl-NL" dirty="0" err="1"/>
              <a:t>method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09006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2908-85B0-0C77-88DA-250A726A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015559-9921-DF22-6C9A-8ACC54C0E1BF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nl-NL" dirty="0"/>
              <a:t>QUERY </a:t>
            </a:r>
            <a:r>
              <a:rPr lang="nl-NL" dirty="0" err="1"/>
              <a:t>method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C932DF-BA2A-4AD8-6509-63D4E62C8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54013" indent="-354013">
              <a:lnSpc>
                <a:spcPct val="200000"/>
              </a:lnSpc>
            </a:pPr>
            <a:r>
              <a:rPr lang="nl-NL" sz="3200" dirty="0"/>
              <a:t>Nieuwe HTTP </a:t>
            </a:r>
            <a:r>
              <a:rPr lang="nl-NL" sz="3200" dirty="0" err="1"/>
              <a:t>method</a:t>
            </a:r>
            <a:endParaRPr lang="nl-NL" sz="3200" dirty="0"/>
          </a:p>
          <a:p>
            <a:pPr marL="354013" indent="-354013">
              <a:lnSpc>
                <a:spcPct val="200000"/>
              </a:lnSpc>
            </a:pPr>
            <a:r>
              <a:rPr lang="en-US" sz="3200" dirty="0">
                <a:hlinkClick r:id="rId2"/>
              </a:rPr>
              <a:t>RFC 10008 | RFC Editor</a:t>
            </a:r>
            <a:endParaRPr lang="en-US" sz="3200" dirty="0"/>
          </a:p>
          <a:p>
            <a:pPr marL="354013" indent="-354013">
              <a:lnSpc>
                <a:spcPct val="200000"/>
              </a:lnSpc>
            </a:pPr>
            <a:r>
              <a:rPr lang="en-US" sz="3200" dirty="0"/>
              <a:t>Concrete </a:t>
            </a:r>
            <a:r>
              <a:rPr lang="en-US" sz="3200" dirty="0" err="1"/>
              <a:t>behoefte</a:t>
            </a:r>
            <a:r>
              <a:rPr lang="en-US" sz="3200" dirty="0"/>
              <a:t>, maar erg </a:t>
            </a:r>
            <a:r>
              <a:rPr lang="en-US" sz="3200" dirty="0" err="1"/>
              <a:t>nieuw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4181579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1CC47-E5FC-AA98-040B-765B0ADCA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51360"/>
            <a:ext cx="10820400" cy="2155280"/>
          </a:xfrm>
        </p:spPr>
        <p:txBody>
          <a:bodyPr/>
          <a:lstStyle/>
          <a:p>
            <a:pPr algn="ctr"/>
            <a:r>
              <a:rPr lang="nl-NL" dirty="0"/>
              <a:t>Volgende TO</a:t>
            </a:r>
            <a:br>
              <a:rPr lang="nl-NL" dirty="0"/>
            </a:br>
            <a:r>
              <a:rPr lang="nl-NL" dirty="0"/>
              <a:t>2026-12-03</a:t>
            </a:r>
            <a:br>
              <a:rPr lang="nl-NL" dirty="0"/>
            </a:br>
            <a:r>
              <a:rPr lang="nl-NL" dirty="0"/>
              <a:t>10:00-11:15</a:t>
            </a:r>
          </a:p>
        </p:txBody>
      </p:sp>
    </p:spTree>
    <p:extLst>
      <p:ext uri="{BB962C8B-B14F-4D97-AF65-F5344CB8AC3E}">
        <p14:creationId xmlns:p14="http://schemas.microsoft.com/office/powerpoint/2010/main" val="4261493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FDE4F-368E-98D2-D047-CC33BE69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041F48A0-3846-4B01-B150-8AE381BD25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25A5E219-F846-CB23-9870-8021C5E4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Technisch Overleg API Design Rules</a:t>
            </a:r>
            <a:endParaRPr lang="en-US" dirty="0"/>
          </a:p>
        </p:txBody>
      </p:sp>
      <p:sp>
        <p:nvSpPr>
          <p:cNvPr id="12" name="Subtitle 3">
            <a:extLst>
              <a:ext uri="{FF2B5EF4-FFF2-40B4-BE49-F238E27FC236}">
                <a16:creationId xmlns:a16="http://schemas.microsoft.com/office/drawing/2014/main" id="{2798192F-647E-3550-7012-BD4DDB1C6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 van der Lippe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6156DED-70DD-B28B-0AAA-DE98AC94AD02}"/>
              </a:ext>
            </a:extLst>
          </p:cNvPr>
          <p:cNvSpPr>
            <a:spLocks noGrp="1"/>
          </p:cNvSpPr>
          <p:nvPr>
            <p:ph type="body" sz="quarter" idx="1002"/>
          </p:nvPr>
        </p:nvSpPr>
        <p:spPr/>
        <p:txBody>
          <a:bodyPr/>
          <a:lstStyle/>
          <a:p>
            <a:r>
              <a:rPr lang="nl-NL" dirty="0"/>
              <a:t>2026-09-10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B89216E-9E65-5C49-6BA9-BEB6246FC7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39574"/>
      </p:ext>
    </p:extLst>
  </p:cSld>
  <p:clrMapOvr>
    <a:masterClrMapping/>
  </p:clrMapOvr>
</p:sld>
</file>

<file path=ppt/theme/theme1.xml><?xml version="1.0" encoding="utf-8"?>
<a:theme xmlns:a="http://schemas.openxmlformats.org/drawingml/2006/main" name="Huisstijl">
  <a:themeElements>
    <a:clrScheme name="Kleuren - Logius">
      <a:dk1>
        <a:srgbClr val="000000"/>
      </a:dk1>
      <a:lt1>
        <a:srgbClr val="FFFFFF"/>
      </a:lt1>
      <a:dk2>
        <a:srgbClr val="39870C"/>
      </a:dk2>
      <a:lt2>
        <a:srgbClr val="FFFFFF"/>
      </a:lt2>
      <a:accent1>
        <a:srgbClr val="39870C"/>
      </a:accent1>
      <a:accent2>
        <a:srgbClr val="6AA549"/>
      </a:accent2>
      <a:accent3>
        <a:srgbClr val="88B76D"/>
      </a:accent3>
      <a:accent4>
        <a:srgbClr val="A5C991"/>
      </a:accent4>
      <a:accent5>
        <a:srgbClr val="C3DBB5"/>
      </a:accent5>
      <a:accent6>
        <a:srgbClr val="E1EDDA"/>
      </a:accent6>
      <a:hlink>
        <a:srgbClr val="154273"/>
      </a:hlink>
      <a:folHlink>
        <a:srgbClr val="154273"/>
      </a:folHlink>
    </a:clrScheme>
    <a:fontScheme name="Lettertypen Ministerie">
      <a:majorFont>
        <a:latin typeface="RijksSansTT"/>
        <a:ea typeface=""/>
        <a:cs typeface=""/>
      </a:majorFont>
      <a:minorFont>
        <a:latin typeface="RijksSansTT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oen">
      <a:srgbClr val="39870C"/>
    </a:custClr>
    <a:custClr name="Groen 75%">
      <a:srgbClr val="6AA549"/>
    </a:custClr>
    <a:custClr name="Groen 60%">
      <a:srgbClr val="88B76D"/>
    </a:custClr>
    <a:custClr name="Groen 45%">
      <a:srgbClr val="A5C991"/>
    </a:custClr>
    <a:custClr name="Groen 30%">
      <a:srgbClr val="C3DBB5"/>
    </a:custClr>
    <a:custClr name="Groen 15%">
      <a:srgbClr val="E1EDD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ntblauw">
      <a:srgbClr val="154273"/>
    </a:custClr>
    <a:custClr name="lintblauw 75%">
      <a:srgbClr val="4F7196"/>
    </a:custClr>
    <a:custClr name="lintblauw 60%">
      <a:srgbClr val="738EAB"/>
    </a:custClr>
    <a:custClr name="Lintblauw 45%">
      <a:srgbClr val="95A9C0"/>
    </a:custClr>
    <a:custClr name="Lintblauw 30%">
      <a:srgbClr val="B8C6D5"/>
    </a:custClr>
    <a:custClr name="lintblauw 15%">
      <a:srgbClr val="DCE3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je">
      <a:srgbClr val="E17000"/>
    </a:custClr>
    <a:custClr name="Oranje 75%">
      <a:srgbClr val="E89440"/>
    </a:custClr>
    <a:custClr name="Oranje 60%">
      <a:srgbClr val="EDA966"/>
    </a:custClr>
    <a:custClr name="Oranje 45%">
      <a:srgbClr val="F1BE8C"/>
    </a:custClr>
    <a:custClr name="Oranje 30%">
      <a:srgbClr val="F6D4B2"/>
    </a:custClr>
    <a:custClr name="Oranje 15%">
      <a:srgbClr val="FBEAD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Donkergeel">
      <a:srgbClr val="FFB612"/>
    </a:custClr>
    <a:custClr name="Donkergeel 75%">
      <a:srgbClr val="FDC84D"/>
    </a:custClr>
    <a:custClr name="Donkergeel 60%">
      <a:srgbClr val="FDD370"/>
    </a:custClr>
    <a:custClr name="Donkergeel 45%">
      <a:srgbClr val="FDDE94"/>
    </a:custClr>
    <a:custClr name="Donkergeel 30%">
      <a:srgbClr val="FEE9B7"/>
    </a:custClr>
    <a:custClr name="Donkergeel 15%">
      <a:srgbClr val="FEF4DB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chtblauw">
      <a:srgbClr val="8FCAE7"/>
    </a:custClr>
    <a:custClr name="Lichtblauw 75%">
      <a:srgbClr val="ABD7ED"/>
    </a:custClr>
    <a:custClr name="Lichtblauw 60%">
      <a:srgbClr val="BCDFF0"/>
    </a:custClr>
    <a:custClr name="Lichtblauw 45%">
      <a:srgbClr val="CCE7F4"/>
    </a:custClr>
    <a:custClr name="Lichtblauw 30%">
      <a:srgbClr val="DDEFF8"/>
    </a:custClr>
    <a:custClr name="Lichtblauw 15%">
      <a:srgbClr val="EEF7F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esentatie (NL) Logius.pptx [Read-Only]" id="{C9D9E1C4-569E-4D9C-864F-8EB056E23D27}" vid="{069ED119-31C9-47E4-844F-36C7C6669FCF}"/>
    </a:ext>
  </a:extLst>
</a:theme>
</file>

<file path=ppt/theme/theme2.xml><?xml version="1.0" encoding="utf-8"?>
<a:theme xmlns:a="http://schemas.openxmlformats.org/drawingml/2006/main" name="1_Huisstijl">
  <a:themeElements>
    <a:clrScheme name="Kleuren - Logius">
      <a:dk1>
        <a:srgbClr val="000000"/>
      </a:dk1>
      <a:lt1>
        <a:srgbClr val="FFFFFF"/>
      </a:lt1>
      <a:dk2>
        <a:srgbClr val="39870C"/>
      </a:dk2>
      <a:lt2>
        <a:srgbClr val="FFFFFF"/>
      </a:lt2>
      <a:accent1>
        <a:srgbClr val="39870C"/>
      </a:accent1>
      <a:accent2>
        <a:srgbClr val="6AA549"/>
      </a:accent2>
      <a:accent3>
        <a:srgbClr val="88B76D"/>
      </a:accent3>
      <a:accent4>
        <a:srgbClr val="A5C991"/>
      </a:accent4>
      <a:accent5>
        <a:srgbClr val="C3DBB5"/>
      </a:accent5>
      <a:accent6>
        <a:srgbClr val="E1EDDA"/>
      </a:accent6>
      <a:hlink>
        <a:srgbClr val="154273"/>
      </a:hlink>
      <a:folHlink>
        <a:srgbClr val="154273"/>
      </a:folHlink>
    </a:clrScheme>
    <a:fontScheme name="Lettertypen Ministerie">
      <a:majorFont>
        <a:latin typeface="RijksSansTT"/>
        <a:ea typeface=""/>
        <a:cs typeface=""/>
      </a:majorFont>
      <a:minorFont>
        <a:latin typeface="RijksSansTT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oen">
      <a:srgbClr val="39870C"/>
    </a:custClr>
    <a:custClr name="Groen 75%">
      <a:srgbClr val="6AA549"/>
    </a:custClr>
    <a:custClr name="Groen 60%">
      <a:srgbClr val="88B76D"/>
    </a:custClr>
    <a:custClr name="Groen 45%">
      <a:srgbClr val="A5C991"/>
    </a:custClr>
    <a:custClr name="Groen 30%">
      <a:srgbClr val="C3DBB5"/>
    </a:custClr>
    <a:custClr name="Groen 15%">
      <a:srgbClr val="E1EDD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ntblauw">
      <a:srgbClr val="154273"/>
    </a:custClr>
    <a:custClr name="lintblauw 75%">
      <a:srgbClr val="4F7196"/>
    </a:custClr>
    <a:custClr name="lintblauw 60%">
      <a:srgbClr val="738EAB"/>
    </a:custClr>
    <a:custClr name="Lintblauw 45%">
      <a:srgbClr val="95A9C0"/>
    </a:custClr>
    <a:custClr name="Lintblauw 30%">
      <a:srgbClr val="B8C6D5"/>
    </a:custClr>
    <a:custClr name="lintblauw 15%">
      <a:srgbClr val="DCE3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je">
      <a:srgbClr val="E17000"/>
    </a:custClr>
    <a:custClr name="Oranje 75%">
      <a:srgbClr val="E89440"/>
    </a:custClr>
    <a:custClr name="Oranje 60%">
      <a:srgbClr val="EDA966"/>
    </a:custClr>
    <a:custClr name="Oranje 45%">
      <a:srgbClr val="F1BE8C"/>
    </a:custClr>
    <a:custClr name="Oranje 30%">
      <a:srgbClr val="F6D4B2"/>
    </a:custClr>
    <a:custClr name="Oranje 15%">
      <a:srgbClr val="FBEAD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Donkergeel">
      <a:srgbClr val="FFB612"/>
    </a:custClr>
    <a:custClr name="Donkergeel 75%">
      <a:srgbClr val="FDC84D"/>
    </a:custClr>
    <a:custClr name="Donkergeel 60%">
      <a:srgbClr val="FDD370"/>
    </a:custClr>
    <a:custClr name="Donkergeel 45%">
      <a:srgbClr val="FDDE94"/>
    </a:custClr>
    <a:custClr name="Donkergeel 30%">
      <a:srgbClr val="FEE9B7"/>
    </a:custClr>
    <a:custClr name="Donkergeel 15%">
      <a:srgbClr val="FEF4DB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Lichtblauw">
      <a:srgbClr val="8FCAE7"/>
    </a:custClr>
    <a:custClr name="Lichtblauw 75%">
      <a:srgbClr val="ABD7ED"/>
    </a:custClr>
    <a:custClr name="Lichtblauw 60%">
      <a:srgbClr val="BCDFF0"/>
    </a:custClr>
    <a:custClr name="Lichtblauw 45%">
      <a:srgbClr val="CCE7F4"/>
    </a:custClr>
    <a:custClr name="Lichtblauw 30%">
      <a:srgbClr val="DDEFF8"/>
    </a:custClr>
    <a:custClr name="Lichtblauw 15%">
      <a:srgbClr val="EEF7F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esentatie (NL) Logius.pptx [Read-Only]" id="{C9D9E1C4-569E-4D9C-864F-8EB056E23D27}" vid="{069ED119-31C9-47E4-844F-36C7C6669F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273</Words>
  <Application>Microsoft Office PowerPoint</Application>
  <PresentationFormat>Breedbeeld</PresentationFormat>
  <Paragraphs>71</Paragraphs>
  <Slides>27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2</vt:i4>
      </vt:variant>
      <vt:variant>
        <vt:lpstr>Diatitels</vt:lpstr>
      </vt:variant>
      <vt:variant>
        <vt:i4>27</vt:i4>
      </vt:variant>
    </vt:vector>
  </HeadingPairs>
  <TitlesOfParts>
    <vt:vector size="33" baseType="lpstr">
      <vt:lpstr>Arial</vt:lpstr>
      <vt:lpstr>RijksoverheidSerif</vt:lpstr>
      <vt:lpstr>RijksSansTT</vt:lpstr>
      <vt:lpstr>RijksSansTT ExtraBold</vt:lpstr>
      <vt:lpstr>Huisstijl</vt:lpstr>
      <vt:lpstr>1_Huisstijl</vt:lpstr>
      <vt:lpstr>Technisch Overleg API Design Rules</vt:lpstr>
      <vt:lpstr>Inhoudsopgave</vt:lpstr>
      <vt:lpstr>Updates vanuit beheer</vt:lpstr>
      <vt:lpstr>Updates vanuit beheer</vt:lpstr>
      <vt:lpstr>Taalcodes BCP47</vt:lpstr>
      <vt:lpstr>Taalcodes BCP47</vt:lpstr>
      <vt:lpstr>Taalcodes BCP47</vt:lpstr>
      <vt:lpstr>Taalcodes BCP47</vt:lpstr>
      <vt:lpstr>Taalcodes BCP47</vt:lpstr>
      <vt:lpstr>Pagination module</vt:lpstr>
      <vt:lpstr>Pagination module</vt:lpstr>
      <vt:lpstr>Transfer module</vt:lpstr>
      <vt:lpstr>Transfer module</vt:lpstr>
      <vt:lpstr>Transfer module</vt:lpstr>
      <vt:lpstr>Return altijd objecten</vt:lpstr>
      <vt:lpstr>Return altijd objecten</vt:lpstr>
      <vt:lpstr>Return altijd objecten</vt:lpstr>
      <vt:lpstr>PowerPoint-presentatie</vt:lpstr>
      <vt:lpstr>Return altijd objecten</vt:lpstr>
      <vt:lpstr>Trailing slash uitbreiding</vt:lpstr>
      <vt:lpstr>Trailing slash uitbreiding</vt:lpstr>
      <vt:lpstr>Trailing slash uitbreiding</vt:lpstr>
      <vt:lpstr>Trailing slash uitbreiding</vt:lpstr>
      <vt:lpstr>QUERY method</vt:lpstr>
      <vt:lpstr>QUERY method</vt:lpstr>
      <vt:lpstr>Volgende TO 2026-12-03 10:00-11:15</vt:lpstr>
      <vt:lpstr>Technisch Overleg API Design 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Lippe, Tim van der</dc:creator>
  <cp:lastModifiedBy>Lippe, Tim van der</cp:lastModifiedBy>
  <cp:revision>33</cp:revision>
  <dcterms:created xsi:type="dcterms:W3CDTF">2026-05-15T07:08:39Z</dcterms:created>
  <dcterms:modified xsi:type="dcterms:W3CDTF">2026-09-03T09:16:52Z</dcterms:modified>
</cp:coreProperties>
</file>