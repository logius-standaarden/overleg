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7" r:id="rId2"/>
  </p:sldMasterIdLst>
  <p:sldIdLst>
    <p:sldId id="256" r:id="rId3"/>
    <p:sldId id="257" r:id="rId4"/>
    <p:sldId id="259" r:id="rId5"/>
    <p:sldId id="264" r:id="rId6"/>
    <p:sldId id="260" r:id="rId7"/>
    <p:sldId id="265" r:id="rId8"/>
    <p:sldId id="261" r:id="rId9"/>
    <p:sldId id="266" r:id="rId10"/>
    <p:sldId id="268" r:id="rId11"/>
    <p:sldId id="267" r:id="rId12"/>
    <p:sldId id="262" r:id="rId13"/>
    <p:sldId id="269" r:id="rId14"/>
    <p:sldId id="270" r:id="rId15"/>
    <p:sldId id="271" r:id="rId16"/>
    <p:sldId id="272" r:id="rId17"/>
    <p:sldId id="273" r:id="rId18"/>
    <p:sldId id="263" r:id="rId19"/>
    <p:sldId id="274" r:id="rId20"/>
    <p:sldId id="275" r:id="rId21"/>
    <p:sldId id="276" r:id="rId22"/>
    <p:sldId id="277" r:id="rId23"/>
    <p:sldId id="278" r:id="rId24"/>
    <p:sldId id="258" r:id="rId25"/>
  </p:sldIdLst>
  <p:sldSz cx="12192000" cy="68580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D09C1DA-48E1-BD2F-6179-4D72F1C0801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1E462B9-D66A-E7E6-B860-DC0AE43334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DEC9B154-9120-1648-142E-C2C51D5FF8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563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6141063-59A1-68C7-237C-50361373B9F0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15F457AB-451C-D384-9C18-05AB76F843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40EC0FC2-B97D-9A70-4739-9ED0DB732F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908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1EF38-E193-5FB0-8683-CA98E105E10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0D05BC6F-D47F-7E17-1ADF-F945B9D064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8B445384-D813-8F92-867E-8B2C0E48F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ECE3F3B7-114E-5272-88CF-0752F81DE1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2092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79DC138-F4E1-5F49-F699-61EF2F5DD1A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39FB7000-DD69-FF92-CED5-DD1A5A412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0942158F-4FC3-25F7-D4F5-8C21FFE66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BB377218-3CBA-E73C-3115-74B70EA6F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386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318A48CB-9C3B-BCC5-7ABA-D14FEE9E199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F66B7E1-7CF7-427A-CCD3-2FD43287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4AED3985-496E-8F9D-39F1-EEF37871A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2FF2FB1C-9933-3BB2-BAFB-D13A0F43EF6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41B1CEB0-382E-D3B4-2D96-DC757091E2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782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DABE0C-C66C-D06E-2EB8-950B79638687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A967023-A806-E100-47F0-F8FD70F14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0420568-08F3-6A8B-F311-D4E3D36EB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AEB5B558-936A-04A5-4DB7-E14BC55F9B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188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F6CFB03D-F792-E15F-52DC-FB146769E4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2 (JU-Free)">
            <a:extLst>
              <a:ext uri="{FF2B5EF4-FFF2-40B4-BE49-F238E27FC236}">
                <a16:creationId xmlns:a16="http://schemas.microsoft.com/office/drawing/2014/main" id="{A1CFF0E3-B573-8C24-6C8F-1AF0FEC17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Frame 6">
            <a:extLst>
              <a:ext uri="{FF2B5EF4-FFF2-40B4-BE49-F238E27FC236}">
                <a16:creationId xmlns:a16="http://schemas.microsoft.com/office/drawing/2014/main" id="{CFE1D408-8083-C165-1224-62FC5D8166C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E2E23BAB-8E32-39C8-D802-0D2963FD01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074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92AA0633-383A-0101-12ED-F86405913A4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91259A3-5D65-9590-E625-35AD31F869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7CC5796-B82F-787E-6F1A-BE92A9C70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E17000">
                    <a:lumMod val="100000"/>
                  </a:srgb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CC8D5881-C3C9-DAF9-2FD1-6897C675CCE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7176461E-A0E3-7B41-DADE-0E464DA6BB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0022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639B94F-25BA-422D-A428-8AC7F7307BF0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DFEA2668-26DB-FCB5-EFBF-2A74765E2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834503C7-A492-9D0A-437C-959497D061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909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1D9CCFD-5505-696D-1EFB-6F6DD0BD998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89A1725-9E4A-826D-3003-A340DFB8F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B450F593-A9E3-CC6B-8AD9-A3534C9939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579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EDC0D71-E98D-12F1-A853-AEBD870F773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E1925735-8058-C2F2-EBA6-4662C2C962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Placeholder 6[PHJU] (JU-Free)">
            <a:extLst>
              <a:ext uri="{FF2B5EF4-FFF2-40B4-BE49-F238E27FC236}">
                <a16:creationId xmlns:a16="http://schemas.microsoft.com/office/drawing/2014/main" id="{FD030714-B5E4-7A16-573D-C53C6E9F59D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6" name="05_Rectangle 6{PHJU} (JU-Free)" descr="Moving forward digitally, together">
            <a:extLst>
              <a:ext uri="{FF2B5EF4-FFF2-40B4-BE49-F238E27FC236}">
                <a16:creationId xmlns:a16="http://schemas.microsoft.com/office/drawing/2014/main" id="{FD199828-628D-5DF9-70A2-41136456E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634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C3BAA92-6B33-8B8C-ADE4-A3565EACF171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948EFE77-1985-62D2-401A-0440E704B2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Placeholder 6[PHJU] (JU-Free)">
            <a:extLst>
              <a:ext uri="{FF2B5EF4-FFF2-40B4-BE49-F238E27FC236}">
                <a16:creationId xmlns:a16="http://schemas.microsoft.com/office/drawing/2014/main" id="{70D8E5DA-4844-80FB-966C-3C684EFA80A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25FA5FA3-3156-4542-20B3-EF7FE6FF7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2559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kleur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6279F51C-CF25-2CEE-9268-A0AA07004D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7B6677CB-FA40-0F4C-330C-0FA62C490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526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3004D109-09C9-28F1-02BA-7C368E9D5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B6576533-63F5-3AF4-9F4A-8390ECEF08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3588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6BA95ACD-0261-A192-9A62-D73B2CBF14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39870C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8" name="05_Rectangle 6{PHJU} (JU-Free)" descr="Moving forward digitally, together">
            <a:extLst>
              <a:ext uri="{FF2B5EF4-FFF2-40B4-BE49-F238E27FC236}">
                <a16:creationId xmlns:a16="http://schemas.microsoft.com/office/drawing/2014/main" id="{18A39AD5-DE48-222F-BAF3-68B31D513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5105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93745CE5-CE07-28EB-184F-1BCAE6529C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F43D8CEC-C6E2-7468-34DD-04434A6FCB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4106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07342765-357A-7CD7-DB50-727762630D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7844D0AA-3A1E-7D1C-22F6-9CEB9177AC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41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DEDEC077-6484-7D48-97D2-DCC607427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1BAF2ED6-445D-8EF4-8816-D77337F93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71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2F0D4E19-17FF-E85B-4748-E79E7B7EC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549D883E-B9D3-4DB5-A4FF-737F80443C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427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">
            <a:extLst>
              <a:ext uri="{FF2B5EF4-FFF2-40B4-BE49-F238E27FC236}">
                <a16:creationId xmlns:a16="http://schemas.microsoft.com/office/drawing/2014/main" id="{6E35DC26-1F58-0938-DCD8-D7F3726A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7AC6B2DF-9FE8-13CD-615E-E45B3F15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0" y="1397000"/>
            <a:ext cx="50419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[Inhoud]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24CC0C1-2A17-EEAF-E2DE-E03A0E7E2BB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2362200"/>
            <a:ext cx="5867400" cy="4038600"/>
          </a:xfrm>
          <a:custGeom>
            <a:avLst/>
            <a:gdLst>
              <a:gd name="T0" fmla="*/ 2880 w 18480"/>
              <a:gd name="T1" fmla="*/ 0 h 12720"/>
              <a:gd name="T2" fmla="*/ 0 w 18480"/>
              <a:gd name="T3" fmla="*/ 2880 h 12720"/>
              <a:gd name="T4" fmla="*/ 0 w 18480"/>
              <a:gd name="T5" fmla="*/ 12720 h 12720"/>
              <a:gd name="T6" fmla="*/ 18480 w 18480"/>
              <a:gd name="T7" fmla="*/ 12720 h 12720"/>
              <a:gd name="T8" fmla="*/ 18480 w 18480"/>
              <a:gd name="T9" fmla="*/ 0 h 12720"/>
              <a:gd name="T10" fmla="*/ 2880 w 18480"/>
              <a:gd name="T11" fmla="*/ 0 h 1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12720">
                <a:moveTo>
                  <a:pt x="2880" y="0"/>
                </a:moveTo>
                <a:cubicBezTo>
                  <a:pt x="1289" y="0"/>
                  <a:pt x="0" y="1289"/>
                  <a:pt x="0" y="2880"/>
                </a:cubicBezTo>
                <a:cubicBezTo>
                  <a:pt x="0" y="12720"/>
                  <a:pt x="0" y="12720"/>
                  <a:pt x="0" y="12720"/>
                </a:cubicBezTo>
                <a:cubicBezTo>
                  <a:pt x="18480" y="12720"/>
                  <a:pt x="18480" y="12720"/>
                  <a:pt x="18480" y="12720"/>
                </a:cubicBezTo>
                <a:cubicBezTo>
                  <a:pt x="18480" y="0"/>
                  <a:pt x="18480" y="0"/>
                  <a:pt x="18480" y="0"/>
                </a:cubicBezTo>
                <a:lnTo>
                  <a:pt x="288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Content Placeholder 4[PHJU] (JU-Free)"/>
          <p:cNvSpPr>
            <a:spLocks noGrp="1"/>
          </p:cNvSpPr>
          <p:nvPr>
            <p:ph idx="1" hasCustomPrompt="1"/>
          </p:nvPr>
        </p:nvSpPr>
        <p:spPr bwMode="gray">
          <a:xfrm>
            <a:off x="685800" y="2590800"/>
            <a:ext cx="5041900" cy="3683000"/>
          </a:xfrm>
        </p:spPr>
        <p:txBody>
          <a:bodyPr/>
          <a:lstStyle>
            <a:lvl1pPr marL="324000" indent="-324000">
              <a:spcBef>
                <a:spcPts val="1900"/>
              </a:spcBef>
              <a:buFont typeface="+mj-lt"/>
              <a:buAutoNum type="arabicPeriod"/>
              <a:defRPr baseline="0"/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3" name="04_Date Placeholder 5 (JU-Free)">
            <a:extLst>
              <a:ext uri="{FF2B5EF4-FFF2-40B4-BE49-F238E27FC236}">
                <a16:creationId xmlns:a16="http://schemas.microsoft.com/office/drawing/2014/main" id="{6B833CA0-BAD7-DBCB-4FAC-26FD28A0D8A9}"/>
              </a:ext>
            </a:extLst>
          </p:cNvPr>
          <p:cNvSpPr>
            <a:spLocks noGrp="1"/>
          </p:cNvSpPr>
          <p:nvPr>
            <p:ph type="dt" sz="half" idx="1001"/>
          </p:nvPr>
        </p:nvSpPr>
        <p:spPr/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4" name="05_Footer Placeholder 6 (JU-Free)">
            <a:extLst>
              <a:ext uri="{FF2B5EF4-FFF2-40B4-BE49-F238E27FC236}">
                <a16:creationId xmlns:a16="http://schemas.microsoft.com/office/drawing/2014/main" id="{60473E45-CC50-BD34-BFAA-734C13DF79FF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06_Slide Number Placeholder 7 (JU-Free)">
            <a:extLst>
              <a:ext uri="{FF2B5EF4-FFF2-40B4-BE49-F238E27FC236}">
                <a16:creationId xmlns:a16="http://schemas.microsoft.com/office/drawing/2014/main" id="{F9CAED95-CC84-1EF2-0885-0A8BFBF00EEB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/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360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FD11C155-B087-A60E-1182-EB6F71E01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1126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1B2CCC3D-1541-52FD-9695-6E5BA69D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3049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29306216-3F47-E250-6EB6-6E75E560C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1AB7D2E2-BAB4-71B7-BD0F-36E8C9663A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5B643D7A-CF43-4A45-EAAF-5A86E690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1FC1C603-E171-C9E3-0B7F-9269B26D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5D11FB60-CCDA-DA43-4B50-28905545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793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492F9DFF-41E2-4465-3D27-7DC75C2CF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28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CDC6E20-A31F-9D09-0E82-9C60D989C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2779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F2EC9F8-B54D-F53D-3713-A514B3E9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4377402-CB0D-17B3-CC1D-88CD2422494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88D3E2F-E46A-92C8-CD09-6CC13ED9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5535ED53-5071-1A00-63A6-7F4DB2DD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4F222B71-AE61-D88C-776C-0E13213E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1277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F0C07AFA-CA38-B95F-82B5-E3198F090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21A8502-52D4-E676-8554-987E6208C72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6472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9CE9716-D5ED-1F04-DB73-16F42E5D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BC65126-4686-20F0-ACF5-E0B19ED9DFA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1385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BDD8503-4722-E37F-D596-6C97B7F1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78CE5AC-3A93-FCCA-E7E9-ACFD3EC7CF23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055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A0032A6-A886-94B4-4BE1-DB7F1CA6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6F3A9B5D-8AA7-6912-C3E5-522EC1B7D76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9683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BE9A2396-BA6C-AD9A-2281-80BDF40EB689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39870C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24549F35-E012-3099-F624-CF805B1D0AD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5196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3A76C71B-5C4F-E093-DF1F-307AD075937C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BBDA6D65-94BE-7EC9-6E2C-DA87781A3D98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55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L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ame 1">
            <a:extLst>
              <a:ext uri="{FF2B5EF4-FFF2-40B4-BE49-F238E27FC236}">
                <a16:creationId xmlns:a16="http://schemas.microsoft.com/office/drawing/2014/main" id="{4DF9B1D2-E70E-992A-EED8-6B15EEBFC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E43B87C2-FAC9-3AD2-C9EB-651FF8B18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53200" y="673100"/>
            <a:ext cx="49530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A503921-B6EF-C62F-1B37-B963B1ED0D2C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228600" y="228600"/>
            <a:ext cx="5867400" cy="6172200"/>
          </a:xfrm>
          <a:custGeom>
            <a:avLst/>
            <a:gdLst>
              <a:gd name="connsiteX0" fmla="*/ 0 w 5867400"/>
              <a:gd name="connsiteY0" fmla="*/ 0 h 6172200"/>
              <a:gd name="connsiteX1" fmla="*/ 5867400 w 5867400"/>
              <a:gd name="connsiteY1" fmla="*/ 0 h 6172200"/>
              <a:gd name="connsiteX2" fmla="*/ 5867400 w 5867400"/>
              <a:gd name="connsiteY2" fmla="*/ 6172200 h 6172200"/>
              <a:gd name="connsiteX3" fmla="*/ 5796717 w 5867400"/>
              <a:gd name="connsiteY3" fmla="*/ 6172200 h 6172200"/>
              <a:gd name="connsiteX4" fmla="*/ 0 w 5867400"/>
              <a:gd name="connsiteY4" fmla="*/ 6172200 h 6172200"/>
              <a:gd name="connsiteX5" fmla="*/ 0 w 5867400"/>
              <a:gd name="connsiteY5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7400" h="6172200">
                <a:moveTo>
                  <a:pt x="0" y="0"/>
                </a:moveTo>
                <a:lnTo>
                  <a:pt x="5867400" y="0"/>
                </a:lnTo>
                <a:lnTo>
                  <a:pt x="5867400" y="6172200"/>
                </a:lnTo>
                <a:lnTo>
                  <a:pt x="5796717" y="6172200"/>
                </a:lnTo>
                <a:cubicBezTo>
                  <a:pt x="4283088" y="6172200"/>
                  <a:pt x="2383631" y="6172200"/>
                  <a:pt x="0" y="6172200"/>
                </a:cubicBezTo>
                <a:cubicBezTo>
                  <a:pt x="0" y="6172200"/>
                  <a:pt x="0" y="6172200"/>
                  <a:pt x="0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1312B15C-D287-972C-EA43-AC1A12B3C1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553200" y="2209800"/>
            <a:ext cx="4953000" cy="3556000"/>
          </a:xfrm>
        </p:spPr>
        <p:txBody>
          <a:bodyPr/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7B46DA2F-D16F-BF5A-7B4B-4B06CC0D008B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AA4E8D-E90A-87CE-3136-811D121BBC50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EBAFE95-033C-721B-EF1D-03A606848219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436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groen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554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n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1080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oranje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4288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donkergeel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4023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ch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0311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foto's (3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_Rectangle 1[PHJU] (JU-Free)">
            <a:extLst>
              <a:ext uri="{FF2B5EF4-FFF2-40B4-BE49-F238E27FC236}">
                <a16:creationId xmlns:a16="http://schemas.microsoft.com/office/drawing/2014/main" id="{40F423B0-078A-F08D-1858-EAF86F84650A}"/>
              </a:ext>
            </a:extLst>
          </p:cNvPr>
          <p:cNvSpPr>
            <a:spLocks noGrp="1" noChangeArrowheads="1"/>
          </p:cNvSpPr>
          <p:nvPr>
            <p:ph type="pic" idx="1000" hasCustomPrompt="1"/>
          </p:nvPr>
        </p:nvSpPr>
        <p:spPr bwMode="gray">
          <a:xfrm>
            <a:off x="228600" y="2286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5" name="02_Rectangle 2[PHJU] (JU-Free)">
            <a:extLst>
              <a:ext uri="{FF2B5EF4-FFF2-40B4-BE49-F238E27FC236}">
                <a16:creationId xmlns:a16="http://schemas.microsoft.com/office/drawing/2014/main" id="{F56D21AA-2783-0F1A-3B1F-B2E11AA1FB87}"/>
              </a:ext>
            </a:extLst>
          </p:cNvPr>
          <p:cNvSpPr>
            <a:spLocks noGrp="1" noChangeArrowheads="1"/>
          </p:cNvSpPr>
          <p:nvPr>
            <p:ph type="pic" idx="1001" hasCustomPrompt="1"/>
          </p:nvPr>
        </p:nvSpPr>
        <p:spPr bwMode="gray">
          <a:xfrm>
            <a:off x="228600" y="33909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6" name="03_Frame 3[PHJU] (JU-Free)">
            <a:extLst>
              <a:ext uri="{FF2B5EF4-FFF2-40B4-BE49-F238E27FC236}">
                <a16:creationId xmlns:a16="http://schemas.microsoft.com/office/drawing/2014/main" id="{CF766590-6253-1AAA-2A9F-D7D475FCEEF7}"/>
              </a:ext>
            </a:extLst>
          </p:cNvPr>
          <p:cNvSpPr>
            <a:spLocks noGrp="1"/>
          </p:cNvSpPr>
          <p:nvPr>
            <p:ph type="pic" idx="1002" hasCustomPrompt="1"/>
          </p:nvPr>
        </p:nvSpPr>
        <p:spPr bwMode="gray">
          <a:xfrm>
            <a:off x="6134100" y="228600"/>
            <a:ext cx="5829300" cy="6172200"/>
          </a:xfrm>
          <a:custGeom>
            <a:avLst/>
            <a:gdLst>
              <a:gd name="T0" fmla="*/ 0 w 18360"/>
              <a:gd name="T1" fmla="*/ 0 h 19440"/>
              <a:gd name="T2" fmla="*/ 0 w 18360"/>
              <a:gd name="T3" fmla="*/ 19440 h 19440"/>
              <a:gd name="T4" fmla="*/ 18360 w 18360"/>
              <a:gd name="T5" fmla="*/ 19440 h 19440"/>
              <a:gd name="T6" fmla="*/ 18360 w 18360"/>
              <a:gd name="T7" fmla="*/ 2880 h 19440"/>
              <a:gd name="T8" fmla="*/ 15480 w 18360"/>
              <a:gd name="T9" fmla="*/ 0 h 19440"/>
              <a:gd name="T10" fmla="*/ 0 w 183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18360" y="19440"/>
                  <a:pt x="18360" y="19440"/>
                  <a:pt x="18360" y="19440"/>
                </a:cubicBezTo>
                <a:cubicBezTo>
                  <a:pt x="18360" y="2880"/>
                  <a:pt x="18360" y="2880"/>
                  <a:pt x="18360" y="2880"/>
                </a:cubicBezTo>
                <a:cubicBezTo>
                  <a:pt x="18360" y="1289"/>
                  <a:pt x="17071" y="0"/>
                  <a:pt x="15480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4_Date Placeholder 4 (JU-Free)">
            <a:extLst>
              <a:ext uri="{FF2B5EF4-FFF2-40B4-BE49-F238E27FC236}">
                <a16:creationId xmlns:a16="http://schemas.microsoft.com/office/drawing/2014/main" id="{BC7E7E6F-8A10-9C49-82FD-B6CC934F5945}"/>
              </a:ext>
            </a:extLst>
          </p:cNvPr>
          <p:cNvSpPr>
            <a:spLocks noGrp="1"/>
          </p:cNvSpPr>
          <p:nvPr>
            <p:ph type="dt" sz="half" idx="100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5_Footer Placeholder 5 (JU-Free)">
            <a:extLst>
              <a:ext uri="{FF2B5EF4-FFF2-40B4-BE49-F238E27FC236}">
                <a16:creationId xmlns:a16="http://schemas.microsoft.com/office/drawing/2014/main" id="{3E1B720E-2834-44E0-69AE-1E3B8050D279}"/>
              </a:ext>
            </a:extLst>
          </p:cNvPr>
          <p:cNvSpPr>
            <a:spLocks noGrp="1"/>
          </p:cNvSpPr>
          <p:nvPr>
            <p:ph type="ftr" sz="quarter" idx="100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6_Slide Number Placeholder 6 (JU-Free)">
            <a:extLst>
              <a:ext uri="{FF2B5EF4-FFF2-40B4-BE49-F238E27FC236}">
                <a16:creationId xmlns:a16="http://schemas.microsoft.com/office/drawing/2014/main" id="{BD3EDC94-1D58-9779-3A84-DC8B045843EB}"/>
              </a:ext>
            </a:extLst>
          </p:cNvPr>
          <p:cNvSpPr>
            <a:spLocks noGrp="1"/>
          </p:cNvSpPr>
          <p:nvPr>
            <p:ph type="sldNum" sz="quarter" idx="100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708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585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0403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E17000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1333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9725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8588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D8951452-B46B-E96D-6209-652DF34D3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39C926F8-697B-7BC5-47A1-4399FCFD8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4B747F88-3CB3-8C9C-ACA1-5F6CC892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DF62A6BA-4CFE-6EC9-A245-6C8EC1F3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772B5108-7617-3C9B-901F-42448BC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85346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02B7BED3-E3F3-335F-F760-3CC38AF4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1712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6A4E446-1623-7BE0-CF8F-20EA280B6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E17000">
                    <a:lumMod val="100000"/>
                  </a:srgb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599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3C9A44F-931B-249A-D84C-D7297DCC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6626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1A10CFC-8FF8-5924-7108-170778A19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167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kleur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50FC4E-F364-D0BD-EB42-51F5B7467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4080 w 36960"/>
              <a:gd name="T5" fmla="*/ 19440 h 19440"/>
              <a:gd name="T6" fmla="*/ 36960 w 36960"/>
              <a:gd name="T7" fmla="*/ 16560 h 19440"/>
              <a:gd name="T8" fmla="*/ 3696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4080" y="19440"/>
                  <a:pt x="34080" y="19440"/>
                  <a:pt x="34080" y="19440"/>
                </a:cubicBezTo>
                <a:cubicBezTo>
                  <a:pt x="35671" y="19440"/>
                  <a:pt x="36960" y="18151"/>
                  <a:pt x="36960" y="16560"/>
                </a:cubicBezTo>
                <a:cubicBezTo>
                  <a:pt x="36960" y="0"/>
                  <a:pt x="36960" y="0"/>
                  <a:pt x="369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7BD522CF-8FDA-B513-943B-CA717E632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bg1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6264532-B631-6FB7-CC30-49AA703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BACB5FA-C832-9915-C103-C940ED22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B015C9E1-CA6C-9B31-DC22-9067079B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6121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CEE6FD2-D2EE-28AA-A625-AC90CA732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0D61B40-644C-4A2B-EE6A-9768A9FA82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9" name="04_Date Placeholder 5 (JU-Free)">
            <a:extLst>
              <a:ext uri="{FF2B5EF4-FFF2-40B4-BE49-F238E27FC236}">
                <a16:creationId xmlns:a16="http://schemas.microsoft.com/office/drawing/2014/main" id="{4B3559F6-B4E8-90BA-50A9-8948376D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0" name="05_Footer Placeholder 6 (JU-Free)">
            <a:extLst>
              <a:ext uri="{FF2B5EF4-FFF2-40B4-BE49-F238E27FC236}">
                <a16:creationId xmlns:a16="http://schemas.microsoft.com/office/drawing/2014/main" id="{914F6924-81FF-FC4A-95BB-2ECC10F4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2" name="06_Slide Number Placeholder 7 (JU-Free)">
            <a:extLst>
              <a:ext uri="{FF2B5EF4-FFF2-40B4-BE49-F238E27FC236}">
                <a16:creationId xmlns:a16="http://schemas.microsoft.com/office/drawing/2014/main" id="{6E2C0466-A8B2-7076-23B6-2130890C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6387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22ACD8E9-7CC9-3136-0443-98A4E5DAE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F2CD1DB-5558-0EB9-FABF-697518EA872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24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A12E568-F53B-F653-BA7F-C856EBE8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56915DC9-8A91-D42B-05CA-907096959B8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6680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AD2CEE91-9CEB-0F7A-BF31-FEB5A9965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AB0B860-0D52-BA5E-4341-ECF2CFD437EB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2478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585555D7-9E74-C7F6-EF68-C341B54C9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97683612-DA99-3EB6-DAD7-338B7C6D7659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2753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FFB4E8A-8EDD-82C8-243A-A24DD7844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F307BC5-996B-FF0A-75BE-15CA2268579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5231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B519CA6-31FD-2906-EEF6-5F4A36952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AC669C3-BB47-62E0-BA10-E81E0B2286D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5575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ECD787E2-BAAC-125D-21E1-986BB42EB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41702A1-F3D1-5B30-2892-B8EA97ED76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237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04D92D8-EB8D-12F9-E16C-BEC75A188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4BD4B4E-C937-5AB6-967B-0D87C5A18C3E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6886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4D99ED-4507-04B4-41F6-9933DC7A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3E38472-9760-256D-6348-E84E25F9B628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3966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CA027A5-1216-8270-8A5F-3484B19A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184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4516806-A9B6-8FDB-E1BD-B9C8EBAC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0994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CC8F23-E80E-7384-1F1B-12C14D47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6036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C144CD1B-6C52-4741-0947-E7F5149E0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2746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2B3BB64-DB36-DFD3-557D-94D38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0542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8C92FCF4-4940-AD04-3C06-EB234D9DD104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D03F8915-C3C5-21E1-8F6A-42C87D1804BC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6371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2B8F1B70-2DB9-090C-7671-E606B439E413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5BFE936E-2EB5-D3D8-EDEB-174859E948FB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628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A81C4823-52FC-1780-4F8A-4ADD39A1BF0A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888F316F-B258-61D2-73A3-EFAD1F2CE708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344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24FF10AE-A59A-EF9F-E9AC-C1391701A8F5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F0A70F12-BE5F-9E55-B501-6BE0BA719DCB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961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>
                <a:solidFill>
                  <a:srgbClr val="154273"/>
                </a:solidFill>
              </a:defRPr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2BB58F0C-BB9F-AAD7-3512-A7ADCC6F02B4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1C8FCE37-E2F3-305D-E628-154952F09C1D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311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14DAAEB-9B4A-6F65-D56D-A521E8C4FF6F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8AFD6EFC-556A-1060-2A1E-921550C9DC7C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4D271211-4E1E-1E68-9FCD-D62D5B71D68A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9885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4894BF1D-DB87-623C-D664-E301AA261C68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C0E2BB59-9E69-2B00-F627-C95352658D9F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855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BA09AD24-707E-934B-3671-227E509CB8B8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B9A31146-6CF0-6992-5952-E7C7F636F96A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77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D61015EC-79AE-9F66-4C61-11E107AA7AC8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EDCF9574-FBD5-92AE-3C3E-9BD2C0D51EC2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277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9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38158A21-73EE-B35B-9C94-D2185EF74C9D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0" name="05_Rectangle 6" descr="Moving forward digitally, together">
            <a:extLst>
              <a:ext uri="{FF2B5EF4-FFF2-40B4-BE49-F238E27FC236}">
                <a16:creationId xmlns:a16="http://schemas.microsoft.com/office/drawing/2014/main" id="{78AB12AB-8CE3-DBB0-A4D1-174B8D75935B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206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B3EAF-ADB9-228E-995B-A428216E2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100129-29E6-1525-5504-CF183519A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56CF3A7-3A5C-6AA8-C6D1-F7079349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EA1929-B2DB-8B5A-51F2-C40A4C9B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056B7B9-6336-7846-1D5A-0914D6C0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64067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D09C1DA-48E1-BD2F-6179-4D72F1C0801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83E7929-AA56-B478-9F0F-1F78F3519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0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C32DC341-DA14-5AE5-854B-657F153722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6361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6141063-59A1-68C7-237C-50361373B9F0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925B6A44-554E-E783-5378-AFC82C11A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F2ACAD92-4762-0173-B85F-3815C65A1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308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1EF38-E193-5FB0-8683-CA98E105E10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56957C5-6F1A-D1BC-16B3-7E0AE21CB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8B445384-D813-8F92-867E-8B2C0E48F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1C241F21-AF4C-0D90-41B4-4A95779541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7716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79DC138-F4E1-5F49-F699-61EF2F5DD1A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7077C84-B5CC-FA1E-0FAA-734E06C58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0942158F-4FC3-25F7-D4F5-8C21FFE66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7EE2DD2B-F30E-EDFC-921B-5661E89FF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0881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318A48CB-9C3B-BCC5-7ABA-D14FEE9E199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FE3F7680-303F-E26E-037E-564502BF17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4AED3985-496E-8F9D-39F1-EEF37871A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2FF2FB1C-9933-3BB2-BAFB-D13A0F43EF6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9B83AC51-4276-5547-D6F5-79341CEF6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3893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DABE0C-C66C-D06E-2EB8-950B79638687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4D3F97A3-8DBF-7C4D-9F93-7BE0F6F0D5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0420568-08F3-6A8B-F311-D4E3D36EB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E21D64D9-F3F0-6512-1606-6F9DA470E5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3052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2A88D1BC-6727-E3AC-C5B1-6B58866C2C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2 (JU-Free)">
            <a:extLst>
              <a:ext uri="{FF2B5EF4-FFF2-40B4-BE49-F238E27FC236}">
                <a16:creationId xmlns:a16="http://schemas.microsoft.com/office/drawing/2014/main" id="{A1CFF0E3-B573-8C24-6C8F-1AF0FEC17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5{PHJU} (JU-Free)" descr="Logius. Samen digitaal verder.">
            <a:extLst>
              <a:ext uri="{FF2B5EF4-FFF2-40B4-BE49-F238E27FC236}">
                <a16:creationId xmlns:a16="http://schemas.microsoft.com/office/drawing/2014/main" id="{1F9BA0A0-6049-6ECC-0EF8-67A8EE076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5" name="Frame 6">
            <a:extLst>
              <a:ext uri="{FF2B5EF4-FFF2-40B4-BE49-F238E27FC236}">
                <a16:creationId xmlns:a16="http://schemas.microsoft.com/office/drawing/2014/main" id="{CFE1D408-8083-C165-1224-62FC5D8166C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631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92AA0633-383A-0101-12ED-F86405913A4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36974DB-8C28-9707-3034-7D71F4D2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7CC5796-B82F-787E-6F1A-BE92A9C70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E17000">
                    <a:lumMod val="100000"/>
                  </a:srgb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CC8D5881-C3C9-DAF9-2FD1-6897C675CCE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EEE635FB-7E9B-61B3-4F5E-2B62D4C7A6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574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639B94F-25BA-422D-A428-8AC7F7307BF0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8C720D96-6DBB-CF67-F157-C23DC8748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61FC5C0B-A168-2EE1-D5FC-6CFFF4B09F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552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1D9CCFD-5505-696D-1EFB-6F6DD0BD998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3147E05-8A8D-F1E9-7518-9F39AA694B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DAA19046-952C-50A2-BB2B-FFE195F3D3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145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EDC0D71-E98D-12F1-A853-AEBD870F773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EBF5D664-FBD7-C759-BFB9-59A36E314E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5" name="05_Placeholder 6[PHJU] (JU-Free)">
            <a:extLst>
              <a:ext uri="{FF2B5EF4-FFF2-40B4-BE49-F238E27FC236}">
                <a16:creationId xmlns:a16="http://schemas.microsoft.com/office/drawing/2014/main" id="{FD030714-B5E4-7A16-573D-C53C6E9F59D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37857A1B-B7BE-632E-F423-2DC9E0B6D4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0209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C3BAA92-6B33-8B8C-ADE4-A3565EACF171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6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9596D64F-EC43-9049-FE75-188C6A2EA5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4" name="05_Placeholder 6[PHJU] (JU-Free)">
            <a:extLst>
              <a:ext uri="{FF2B5EF4-FFF2-40B4-BE49-F238E27FC236}">
                <a16:creationId xmlns:a16="http://schemas.microsoft.com/office/drawing/2014/main" id="{70D8E5DA-4844-80FB-966C-3C684EFA80A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4DC1728A-C956-7F9F-391A-CDEC330BE6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4055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kleur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976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9434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7EF6141-E9D4-E793-93A7-B04F2F449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39870C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3" name="06_Rectangle 6{PHJU} (JU-Free)" descr="Logius. Samen digitaal verder.">
            <a:extLst>
              <a:ext uri="{FF2B5EF4-FFF2-40B4-BE49-F238E27FC236}">
                <a16:creationId xmlns:a16="http://schemas.microsoft.com/office/drawing/2014/main" id="{2E715980-EC3E-F7B6-45A8-7F68E9124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0542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7EF6141-E9D4-E793-93A7-B04F2F449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3" name="06_Rectangle 6{PHJU} (JU-Free)" descr="Logius. Samen digitaal verder.">
            <a:extLst>
              <a:ext uri="{FF2B5EF4-FFF2-40B4-BE49-F238E27FC236}">
                <a16:creationId xmlns:a16="http://schemas.microsoft.com/office/drawing/2014/main" id="{2E715980-EC3E-F7B6-45A8-7F68E9124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889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6328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9523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206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">
            <a:extLst>
              <a:ext uri="{FF2B5EF4-FFF2-40B4-BE49-F238E27FC236}">
                <a16:creationId xmlns:a16="http://schemas.microsoft.com/office/drawing/2014/main" id="{6E35DC26-1F58-0938-DCD8-D7F3726A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7AC6B2DF-9FE8-13CD-615E-E45B3F15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0" y="1397000"/>
            <a:ext cx="50419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[Inhoud]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24CC0C1-2A17-EEAF-E2DE-E03A0E7E2BB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2362200"/>
            <a:ext cx="5867400" cy="4038600"/>
          </a:xfrm>
          <a:custGeom>
            <a:avLst/>
            <a:gdLst>
              <a:gd name="T0" fmla="*/ 2880 w 18480"/>
              <a:gd name="T1" fmla="*/ 0 h 12720"/>
              <a:gd name="T2" fmla="*/ 0 w 18480"/>
              <a:gd name="T3" fmla="*/ 2880 h 12720"/>
              <a:gd name="T4" fmla="*/ 0 w 18480"/>
              <a:gd name="T5" fmla="*/ 12720 h 12720"/>
              <a:gd name="T6" fmla="*/ 18480 w 18480"/>
              <a:gd name="T7" fmla="*/ 12720 h 12720"/>
              <a:gd name="T8" fmla="*/ 18480 w 18480"/>
              <a:gd name="T9" fmla="*/ 0 h 12720"/>
              <a:gd name="T10" fmla="*/ 2880 w 18480"/>
              <a:gd name="T11" fmla="*/ 0 h 1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12720">
                <a:moveTo>
                  <a:pt x="2880" y="0"/>
                </a:moveTo>
                <a:cubicBezTo>
                  <a:pt x="1289" y="0"/>
                  <a:pt x="0" y="1289"/>
                  <a:pt x="0" y="2880"/>
                </a:cubicBezTo>
                <a:cubicBezTo>
                  <a:pt x="0" y="12720"/>
                  <a:pt x="0" y="12720"/>
                  <a:pt x="0" y="12720"/>
                </a:cubicBezTo>
                <a:cubicBezTo>
                  <a:pt x="18480" y="12720"/>
                  <a:pt x="18480" y="12720"/>
                  <a:pt x="18480" y="12720"/>
                </a:cubicBezTo>
                <a:cubicBezTo>
                  <a:pt x="18480" y="0"/>
                  <a:pt x="18480" y="0"/>
                  <a:pt x="18480" y="0"/>
                </a:cubicBezTo>
                <a:lnTo>
                  <a:pt x="288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19" name="03_Content Placeholder 4[PHJU] (JU-Free)"/>
          <p:cNvSpPr>
            <a:spLocks noGrp="1"/>
          </p:cNvSpPr>
          <p:nvPr>
            <p:ph idx="1" hasCustomPrompt="1"/>
          </p:nvPr>
        </p:nvSpPr>
        <p:spPr bwMode="gray">
          <a:xfrm>
            <a:off x="685800" y="2590800"/>
            <a:ext cx="5041900" cy="3683000"/>
          </a:xfrm>
        </p:spPr>
        <p:txBody>
          <a:bodyPr/>
          <a:lstStyle>
            <a:lvl1pPr marL="324000" indent="-324000">
              <a:spcBef>
                <a:spcPts val="1900"/>
              </a:spcBef>
              <a:buFont typeface="+mj-lt"/>
              <a:buAutoNum type="arabicPeriod"/>
              <a:defRPr baseline="0"/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3" name="04_Date Placeholder 5 (JU-Free)">
            <a:extLst>
              <a:ext uri="{FF2B5EF4-FFF2-40B4-BE49-F238E27FC236}">
                <a16:creationId xmlns:a16="http://schemas.microsoft.com/office/drawing/2014/main" id="{6B833CA0-BAD7-DBCB-4FAC-26FD28A0D8A9}"/>
              </a:ext>
            </a:extLst>
          </p:cNvPr>
          <p:cNvSpPr>
            <a:spLocks noGrp="1"/>
          </p:cNvSpPr>
          <p:nvPr>
            <p:ph type="dt" sz="half" idx="1001"/>
          </p:nvPr>
        </p:nvSpPr>
        <p:spPr/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4" name="05_Footer Placeholder 6 (JU-Free)">
            <a:extLst>
              <a:ext uri="{FF2B5EF4-FFF2-40B4-BE49-F238E27FC236}">
                <a16:creationId xmlns:a16="http://schemas.microsoft.com/office/drawing/2014/main" id="{60473E45-CC50-BD34-BFAA-734C13DF79FF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06_Slide Number Placeholder 7 (JU-Free)">
            <a:extLst>
              <a:ext uri="{FF2B5EF4-FFF2-40B4-BE49-F238E27FC236}">
                <a16:creationId xmlns:a16="http://schemas.microsoft.com/office/drawing/2014/main" id="{F9CAED95-CC84-1EF2-0885-0A8BFBF00EEB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/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5237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FD11C155-B087-A60E-1182-EB6F71E01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338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1B2CCC3D-1541-52FD-9695-6E5BA69D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6849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29306216-3F47-E250-6EB6-6E75E560C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1AB7D2E2-BAB4-71B7-BD0F-36E8C9663A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5B643D7A-CF43-4A45-EAAF-5A86E690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1FC1C603-E171-C9E3-0B7F-9269B26D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5D11FB60-CCDA-DA43-4B50-28905545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4095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492F9DFF-41E2-4465-3D27-7DC75C2CF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8969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CDC6E20-A31F-9D09-0E82-9C60D989C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668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F2EC9F8-B54D-F53D-3713-A514B3E9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4377402-CB0D-17B3-CC1D-88CD2422494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88D3E2F-E46A-92C8-CD09-6CC13ED9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5535ED53-5071-1A00-63A6-7F4DB2DD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4F222B71-AE61-D88C-776C-0E13213E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7762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F0C07AFA-CA38-B95F-82B5-E3198F090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21A8502-52D4-E676-8554-987E6208C72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490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9CE9716-D5ED-1F04-DB73-16F42E5D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BC65126-4686-20F0-ACF5-E0B19ED9DFA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3373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BDD8503-4722-E37F-D596-6C97B7F1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78CE5AC-3A93-FCCA-E7E9-ACFD3EC7CF23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674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A0032A6-A886-94B4-4BE1-DB7F1CA6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6F3A9B5D-8AA7-6912-C3E5-522EC1B7D76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64338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BE9A2396-BA6C-AD9A-2281-80BDF40EB689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39870C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24549F35-E012-3099-F624-CF805B1D0AD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28681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3A76C71B-5C4F-E093-DF1F-307AD075937C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BBDA6D65-94BE-7EC9-6E2C-DA87781A3D98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14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L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ame 1">
            <a:extLst>
              <a:ext uri="{FF2B5EF4-FFF2-40B4-BE49-F238E27FC236}">
                <a16:creationId xmlns:a16="http://schemas.microsoft.com/office/drawing/2014/main" id="{4DF9B1D2-E70E-992A-EED8-6B15EEBFC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E43B87C2-FAC9-3AD2-C9EB-651FF8B18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53200" y="673100"/>
            <a:ext cx="49530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A503921-B6EF-C62F-1B37-B963B1ED0D2C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228600" y="228600"/>
            <a:ext cx="5867400" cy="6172200"/>
          </a:xfrm>
          <a:custGeom>
            <a:avLst/>
            <a:gdLst>
              <a:gd name="connsiteX0" fmla="*/ 0 w 5867400"/>
              <a:gd name="connsiteY0" fmla="*/ 0 h 6172200"/>
              <a:gd name="connsiteX1" fmla="*/ 5867400 w 5867400"/>
              <a:gd name="connsiteY1" fmla="*/ 0 h 6172200"/>
              <a:gd name="connsiteX2" fmla="*/ 5867400 w 5867400"/>
              <a:gd name="connsiteY2" fmla="*/ 6172200 h 6172200"/>
              <a:gd name="connsiteX3" fmla="*/ 5796717 w 5867400"/>
              <a:gd name="connsiteY3" fmla="*/ 6172200 h 6172200"/>
              <a:gd name="connsiteX4" fmla="*/ 0 w 5867400"/>
              <a:gd name="connsiteY4" fmla="*/ 6172200 h 6172200"/>
              <a:gd name="connsiteX5" fmla="*/ 0 w 5867400"/>
              <a:gd name="connsiteY5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7400" h="6172200">
                <a:moveTo>
                  <a:pt x="0" y="0"/>
                </a:moveTo>
                <a:lnTo>
                  <a:pt x="5867400" y="0"/>
                </a:lnTo>
                <a:lnTo>
                  <a:pt x="5867400" y="6172200"/>
                </a:lnTo>
                <a:lnTo>
                  <a:pt x="5796717" y="6172200"/>
                </a:lnTo>
                <a:cubicBezTo>
                  <a:pt x="4283088" y="6172200"/>
                  <a:pt x="2383631" y="6172200"/>
                  <a:pt x="0" y="6172200"/>
                </a:cubicBezTo>
                <a:cubicBezTo>
                  <a:pt x="0" y="6172200"/>
                  <a:pt x="0" y="6172200"/>
                  <a:pt x="0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1312B15C-D287-972C-EA43-AC1A12B3C1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553200" y="2209800"/>
            <a:ext cx="4953000" cy="35560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7B46DA2F-D16F-BF5A-7B4B-4B06CC0D008B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AA4E8D-E90A-87CE-3136-811D121BBC50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EBAFE95-033C-721B-EF1D-03A606848219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0975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groen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3151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n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2854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oranje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7260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donkergeel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264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ch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688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foto's (3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_Rectangle 1[PHJU] (JU-Free)">
            <a:extLst>
              <a:ext uri="{FF2B5EF4-FFF2-40B4-BE49-F238E27FC236}">
                <a16:creationId xmlns:a16="http://schemas.microsoft.com/office/drawing/2014/main" id="{40F423B0-078A-F08D-1858-EAF86F84650A}"/>
              </a:ext>
            </a:extLst>
          </p:cNvPr>
          <p:cNvSpPr>
            <a:spLocks noGrp="1" noChangeArrowheads="1"/>
          </p:cNvSpPr>
          <p:nvPr>
            <p:ph type="pic" idx="1000" hasCustomPrompt="1"/>
          </p:nvPr>
        </p:nvSpPr>
        <p:spPr bwMode="gray">
          <a:xfrm>
            <a:off x="228600" y="2286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5" name="02_Rectangle 2[PHJU] (JU-Free)">
            <a:extLst>
              <a:ext uri="{FF2B5EF4-FFF2-40B4-BE49-F238E27FC236}">
                <a16:creationId xmlns:a16="http://schemas.microsoft.com/office/drawing/2014/main" id="{F56D21AA-2783-0F1A-3B1F-B2E11AA1FB87}"/>
              </a:ext>
            </a:extLst>
          </p:cNvPr>
          <p:cNvSpPr>
            <a:spLocks noGrp="1" noChangeArrowheads="1"/>
          </p:cNvSpPr>
          <p:nvPr>
            <p:ph type="pic" idx="1001" hasCustomPrompt="1"/>
          </p:nvPr>
        </p:nvSpPr>
        <p:spPr bwMode="gray">
          <a:xfrm>
            <a:off x="228600" y="33909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6" name="03_Frame 3[PHJU] (JU-Free)">
            <a:extLst>
              <a:ext uri="{FF2B5EF4-FFF2-40B4-BE49-F238E27FC236}">
                <a16:creationId xmlns:a16="http://schemas.microsoft.com/office/drawing/2014/main" id="{CF766590-6253-1AAA-2A9F-D7D475FCEEF7}"/>
              </a:ext>
            </a:extLst>
          </p:cNvPr>
          <p:cNvSpPr>
            <a:spLocks noGrp="1"/>
          </p:cNvSpPr>
          <p:nvPr>
            <p:ph type="pic" idx="1002" hasCustomPrompt="1"/>
          </p:nvPr>
        </p:nvSpPr>
        <p:spPr bwMode="gray">
          <a:xfrm>
            <a:off x="6134100" y="228600"/>
            <a:ext cx="5829300" cy="6172200"/>
          </a:xfrm>
          <a:custGeom>
            <a:avLst/>
            <a:gdLst>
              <a:gd name="T0" fmla="*/ 0 w 18360"/>
              <a:gd name="T1" fmla="*/ 0 h 19440"/>
              <a:gd name="T2" fmla="*/ 0 w 18360"/>
              <a:gd name="T3" fmla="*/ 19440 h 19440"/>
              <a:gd name="T4" fmla="*/ 18360 w 18360"/>
              <a:gd name="T5" fmla="*/ 19440 h 19440"/>
              <a:gd name="T6" fmla="*/ 18360 w 18360"/>
              <a:gd name="T7" fmla="*/ 2880 h 19440"/>
              <a:gd name="T8" fmla="*/ 15480 w 18360"/>
              <a:gd name="T9" fmla="*/ 0 h 19440"/>
              <a:gd name="T10" fmla="*/ 0 w 183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18360" y="19440"/>
                  <a:pt x="18360" y="19440"/>
                  <a:pt x="18360" y="19440"/>
                </a:cubicBezTo>
                <a:cubicBezTo>
                  <a:pt x="18360" y="2880"/>
                  <a:pt x="18360" y="2880"/>
                  <a:pt x="18360" y="2880"/>
                </a:cubicBezTo>
                <a:cubicBezTo>
                  <a:pt x="18360" y="1289"/>
                  <a:pt x="17071" y="0"/>
                  <a:pt x="15480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4_Date Placeholder 4 (JU-Free)">
            <a:extLst>
              <a:ext uri="{FF2B5EF4-FFF2-40B4-BE49-F238E27FC236}">
                <a16:creationId xmlns:a16="http://schemas.microsoft.com/office/drawing/2014/main" id="{BC7E7E6F-8A10-9C49-82FD-B6CC934F5945}"/>
              </a:ext>
            </a:extLst>
          </p:cNvPr>
          <p:cNvSpPr>
            <a:spLocks noGrp="1"/>
          </p:cNvSpPr>
          <p:nvPr>
            <p:ph type="dt" sz="half" idx="100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5_Footer Placeholder 5 (JU-Free)">
            <a:extLst>
              <a:ext uri="{FF2B5EF4-FFF2-40B4-BE49-F238E27FC236}">
                <a16:creationId xmlns:a16="http://schemas.microsoft.com/office/drawing/2014/main" id="{3E1B720E-2834-44E0-69AE-1E3B8050D279}"/>
              </a:ext>
            </a:extLst>
          </p:cNvPr>
          <p:cNvSpPr>
            <a:spLocks noGrp="1"/>
          </p:cNvSpPr>
          <p:nvPr>
            <p:ph type="ftr" sz="quarter" idx="100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6_Slide Number Placeholder 6 (JU-Free)">
            <a:extLst>
              <a:ext uri="{FF2B5EF4-FFF2-40B4-BE49-F238E27FC236}">
                <a16:creationId xmlns:a16="http://schemas.microsoft.com/office/drawing/2014/main" id="{BD3EDC94-1D58-9779-3A84-DC8B045843EB}"/>
              </a:ext>
            </a:extLst>
          </p:cNvPr>
          <p:cNvSpPr>
            <a:spLocks noGrp="1"/>
          </p:cNvSpPr>
          <p:nvPr>
            <p:ph type="sldNum" sz="quarter" idx="100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4584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B0604020202020204" charset="0"/>
              </a:defRPr>
            </a:lvl1pPr>
          </a:lstStyle>
          <a:p>
            <a:r>
              <a:rPr lang="nl-NL"/>
              <a:t>[“Quote”]</a:t>
            </a:r>
            <a:endParaRPr lang="nl-NL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6299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3850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E17000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7755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/>
              <a:t>[“Quote”]</a:t>
            </a:r>
            <a:endParaRPr lang="nl-NL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6806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0497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D8951452-B46B-E96D-6209-652DF34D3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39C926F8-697B-7BC5-47A1-4399FCFD8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4B747F88-3CB3-8C9C-ACA1-5F6CC892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DF62A6BA-4CFE-6EC9-A245-6C8EC1F3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772B5108-7617-3C9B-901F-42448BC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9474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02B7BED3-E3F3-335F-F760-3CC38AF4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086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6A4E446-1623-7BE0-CF8F-20EA280B6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E17000">
                    <a:lumMod val="100000"/>
                  </a:srgb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9076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3C9A44F-931B-249A-D84C-D7297DCC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294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1A10CFC-8FF8-5924-7108-170778A19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1589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kleur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50FC4E-F364-D0BD-EB42-51F5B7467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4080 w 36960"/>
              <a:gd name="T5" fmla="*/ 19440 h 19440"/>
              <a:gd name="T6" fmla="*/ 36960 w 36960"/>
              <a:gd name="T7" fmla="*/ 16560 h 19440"/>
              <a:gd name="T8" fmla="*/ 3696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4080" y="19440"/>
                  <a:pt x="34080" y="19440"/>
                  <a:pt x="34080" y="19440"/>
                </a:cubicBezTo>
                <a:cubicBezTo>
                  <a:pt x="35671" y="19440"/>
                  <a:pt x="36960" y="18151"/>
                  <a:pt x="36960" y="16560"/>
                </a:cubicBezTo>
                <a:cubicBezTo>
                  <a:pt x="36960" y="0"/>
                  <a:pt x="36960" y="0"/>
                  <a:pt x="369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7BD522CF-8FDA-B513-943B-CA717E632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bg1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6264532-B631-6FB7-CC30-49AA703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BACB5FA-C832-9915-C103-C940ED22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B015C9E1-CA6C-9B31-DC22-9067079B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666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CEE6FD2-D2EE-28AA-A625-AC90CA732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0D61B40-644C-4A2B-EE6A-9768A9FA82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9" name="04_Date Placeholder 5 (JU-Free)">
            <a:extLst>
              <a:ext uri="{FF2B5EF4-FFF2-40B4-BE49-F238E27FC236}">
                <a16:creationId xmlns:a16="http://schemas.microsoft.com/office/drawing/2014/main" id="{4B3559F6-B4E8-90BA-50A9-8948376D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0" name="05_Footer Placeholder 6 (JU-Free)">
            <a:extLst>
              <a:ext uri="{FF2B5EF4-FFF2-40B4-BE49-F238E27FC236}">
                <a16:creationId xmlns:a16="http://schemas.microsoft.com/office/drawing/2014/main" id="{914F6924-81FF-FC4A-95BB-2ECC10F4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2" name="06_Slide Number Placeholder 7 (JU-Free)">
            <a:extLst>
              <a:ext uri="{FF2B5EF4-FFF2-40B4-BE49-F238E27FC236}">
                <a16:creationId xmlns:a16="http://schemas.microsoft.com/office/drawing/2014/main" id="{6E2C0466-A8B2-7076-23B6-2130890C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1758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22ACD8E9-7CC9-3136-0443-98A4E5DAE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F2CD1DB-5558-0EB9-FABF-697518EA872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185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A12E568-F53B-F653-BA7F-C856EBE8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56915DC9-8A91-D42B-05CA-907096959B8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7343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AD2CEE91-9CEB-0F7A-BF31-FEB5A9965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AB0B860-0D52-BA5E-4341-ECF2CFD437EB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191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585555D7-9E74-C7F6-EF68-C341B54C9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97683612-DA99-3EB6-DAD7-338B7C6D7659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0615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FFB4E8A-8EDD-82C8-243A-A24DD7844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F307BC5-996B-FF0A-75BE-15CA2268579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126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B519CA6-31FD-2906-EEF6-5F4A36952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AC669C3-BB47-62E0-BA10-E81E0B2286D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0254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ECD787E2-BAAC-125D-21E1-986BB42EB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41702A1-F3D1-5B30-2892-B8EA97ED76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0767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04D92D8-EB8D-12F9-E16C-BEC75A188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4BD4B4E-C937-5AB6-967B-0D87C5A18C3E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382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4D99ED-4507-04B4-41F6-9933DC7A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3E38472-9760-256D-6348-E84E25F9B628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998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CA027A5-1216-8270-8A5F-3484B19A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840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4516806-A9B6-8FDB-E1BD-B9C8EBAC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978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CC8F23-E80E-7384-1F1B-12C14D47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9804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C144CD1B-6C52-4741-0947-E7F5149E0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6724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2B3BB64-DB36-DFD3-557D-94D38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465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1889411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857493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458919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1849696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>
                <a:solidFill>
                  <a:srgbClr val="154273"/>
                </a:solidFill>
              </a:defRPr>
            </a:lvl1pPr>
          </a:lstStyle>
          <a:p>
            <a:r>
              <a:rPr lang="nl-NL" dirty="0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392997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14DAAEB-9B4A-6F65-D56D-A521E8C4FF6F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91AD3837-CCCA-B0A4-9B57-3A1E7FD30293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BCDFBC28-D8A3-94C2-804C-5E348E5AD8AE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4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967791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305046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2222631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3159118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261759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97.xml"/><Relationship Id="rId42" Type="http://schemas.openxmlformats.org/officeDocument/2006/relationships/slideLayout" Target="../slideLayouts/slideLayout118.xml"/><Relationship Id="rId47" Type="http://schemas.openxmlformats.org/officeDocument/2006/relationships/slideLayout" Target="../slideLayouts/slideLayout123.xml"/><Relationship Id="rId63" Type="http://schemas.openxmlformats.org/officeDocument/2006/relationships/slideLayout" Target="../slideLayouts/slideLayout139.xml"/><Relationship Id="rId68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8.xml"/><Relationship Id="rId37" Type="http://schemas.openxmlformats.org/officeDocument/2006/relationships/slideLayout" Target="../slideLayouts/slideLayout113.xml"/><Relationship Id="rId40" Type="http://schemas.openxmlformats.org/officeDocument/2006/relationships/slideLayout" Target="../slideLayouts/slideLayout116.xml"/><Relationship Id="rId45" Type="http://schemas.openxmlformats.org/officeDocument/2006/relationships/slideLayout" Target="../slideLayouts/slideLayout121.xml"/><Relationship Id="rId53" Type="http://schemas.openxmlformats.org/officeDocument/2006/relationships/slideLayout" Target="../slideLayouts/slideLayout129.xml"/><Relationship Id="rId58" Type="http://schemas.openxmlformats.org/officeDocument/2006/relationships/slideLayout" Target="../slideLayouts/slideLayout134.xml"/><Relationship Id="rId66" Type="http://schemas.openxmlformats.org/officeDocument/2006/relationships/slideLayout" Target="../slideLayouts/slideLayout142.xml"/><Relationship Id="rId74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81.xml"/><Relationship Id="rId61" Type="http://schemas.openxmlformats.org/officeDocument/2006/relationships/slideLayout" Target="../slideLayouts/slideLayout137.xml"/><Relationship Id="rId1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6.xml"/><Relationship Id="rId35" Type="http://schemas.openxmlformats.org/officeDocument/2006/relationships/slideLayout" Target="../slideLayouts/slideLayout111.xml"/><Relationship Id="rId43" Type="http://schemas.openxmlformats.org/officeDocument/2006/relationships/slideLayout" Target="../slideLayouts/slideLayout119.xml"/><Relationship Id="rId48" Type="http://schemas.openxmlformats.org/officeDocument/2006/relationships/slideLayout" Target="../slideLayouts/slideLayout124.xml"/><Relationship Id="rId56" Type="http://schemas.openxmlformats.org/officeDocument/2006/relationships/slideLayout" Target="../slideLayouts/slideLayout132.xml"/><Relationship Id="rId64" Type="http://schemas.openxmlformats.org/officeDocument/2006/relationships/slideLayout" Target="../slideLayouts/slideLayout140.xml"/><Relationship Id="rId6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4.xml"/><Relationship Id="rId51" Type="http://schemas.openxmlformats.org/officeDocument/2006/relationships/slideLayout" Target="../slideLayouts/slideLayout127.xml"/><Relationship Id="rId72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9.xml"/><Relationship Id="rId38" Type="http://schemas.openxmlformats.org/officeDocument/2006/relationships/slideLayout" Target="../slideLayouts/slideLayout114.xml"/><Relationship Id="rId46" Type="http://schemas.openxmlformats.org/officeDocument/2006/relationships/slideLayout" Target="../slideLayouts/slideLayout122.xml"/><Relationship Id="rId59" Type="http://schemas.openxmlformats.org/officeDocument/2006/relationships/slideLayout" Target="../slideLayouts/slideLayout135.xml"/><Relationship Id="rId67" Type="http://schemas.openxmlformats.org/officeDocument/2006/relationships/slideLayout" Target="../slideLayouts/slideLayout143.xml"/><Relationship Id="rId20" Type="http://schemas.openxmlformats.org/officeDocument/2006/relationships/slideLayout" Target="../slideLayouts/slideLayout96.xml"/><Relationship Id="rId41" Type="http://schemas.openxmlformats.org/officeDocument/2006/relationships/slideLayout" Target="../slideLayouts/slideLayout117.xml"/><Relationship Id="rId54" Type="http://schemas.openxmlformats.org/officeDocument/2006/relationships/slideLayout" Target="../slideLayouts/slideLayout130.xml"/><Relationship Id="rId62" Type="http://schemas.openxmlformats.org/officeDocument/2006/relationships/slideLayout" Target="../slideLayouts/slideLayout138.xml"/><Relationship Id="rId70" Type="http://schemas.openxmlformats.org/officeDocument/2006/relationships/slideLayout" Target="../slideLayouts/slideLayout146.xml"/><Relationship Id="rId75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9.xml"/><Relationship Id="rId28" Type="http://schemas.openxmlformats.org/officeDocument/2006/relationships/slideLayout" Target="../slideLayouts/slideLayout104.xml"/><Relationship Id="rId36" Type="http://schemas.openxmlformats.org/officeDocument/2006/relationships/slideLayout" Target="../slideLayouts/slideLayout112.xml"/><Relationship Id="rId49" Type="http://schemas.openxmlformats.org/officeDocument/2006/relationships/slideLayout" Target="../slideLayouts/slideLayout125.xml"/><Relationship Id="rId57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107.xml"/><Relationship Id="rId44" Type="http://schemas.openxmlformats.org/officeDocument/2006/relationships/slideLayout" Target="../slideLayouts/slideLayout120.xml"/><Relationship Id="rId52" Type="http://schemas.openxmlformats.org/officeDocument/2006/relationships/slideLayout" Target="../slideLayouts/slideLayout128.xml"/><Relationship Id="rId60" Type="http://schemas.openxmlformats.org/officeDocument/2006/relationships/slideLayout" Target="../slideLayouts/slideLayout136.xml"/><Relationship Id="rId65" Type="http://schemas.openxmlformats.org/officeDocument/2006/relationships/slideLayout" Target="../slideLayouts/slideLayout141.xml"/><Relationship Id="rId73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26.xml"/><Relationship Id="rId55" Type="http://schemas.openxmlformats.org/officeDocument/2006/relationships/slideLayout" Target="../slideLayouts/slideLayout131.xml"/><Relationship Id="rId76" Type="http://schemas.openxmlformats.org/officeDocument/2006/relationships/theme" Target="../theme/theme2.xml"/><Relationship Id="rId7" Type="http://schemas.openxmlformats.org/officeDocument/2006/relationships/slideLayout" Target="../slideLayouts/slideLayout83.xml"/><Relationship Id="rId71" Type="http://schemas.openxmlformats.org/officeDocument/2006/relationships/slideLayout" Target="../slideLayouts/slideLayout1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Title Placeholder 1 (JU-Free)"/>
          <p:cNvSpPr>
            <a:spLocks noGrp="1"/>
          </p:cNvSpPr>
          <p:nvPr>
            <p:ph type="title"/>
          </p:nvPr>
        </p:nvSpPr>
        <p:spPr>
          <a:xfrm>
            <a:off x="685800" y="673100"/>
            <a:ext cx="10820400" cy="9017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3" name="02_Placeholder 2[PHJU] (JU-Free)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10820400" cy="401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8" name="Rectangle 3 (JU-Free)">
            <a:extLst>
              <a:ext uri="{FF2B5EF4-FFF2-40B4-BE49-F238E27FC236}">
                <a16:creationId xmlns:a16="http://schemas.microsoft.com/office/drawing/2014/main" id="{08424746-798F-5FAB-0C9F-654F66B006BE}"/>
              </a:ext>
            </a:extLst>
          </p:cNvPr>
          <p:cNvSpPr>
            <a:spLocks/>
          </p:cNvSpPr>
          <p:nvPr/>
        </p:nvSpPr>
        <p:spPr>
          <a:xfrm>
            <a:off x="228600" y="6553200"/>
            <a:ext cx="2921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en-GB" sz="700" b="1" noProof="1">
                <a:solidFill>
                  <a:schemeClr val="tx1"/>
                </a:solidFill>
                <a:latin typeface="+mj-lt"/>
              </a:rPr>
              <a:t>Logius</a:t>
            </a:r>
          </a:p>
        </p:txBody>
      </p:sp>
      <p:sp>
        <p:nvSpPr>
          <p:cNvPr id="4" name="03_Date Placeholder 4 (JU-Free)"/>
          <p:cNvSpPr>
            <a:spLocks noGrp="1"/>
          </p:cNvSpPr>
          <p:nvPr>
            <p:ph type="dt" sz="half" idx="2"/>
          </p:nvPr>
        </p:nvSpPr>
        <p:spPr>
          <a:xfrm>
            <a:off x="10744200" y="6553200"/>
            <a:ext cx="762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4_Footer Placeholder 5 (JU-Free)"/>
          <p:cNvSpPr>
            <a:spLocks noGrp="1"/>
          </p:cNvSpPr>
          <p:nvPr>
            <p:ph type="ftr" sz="quarter" idx="3"/>
          </p:nvPr>
        </p:nvSpPr>
        <p:spPr>
          <a:xfrm>
            <a:off x="3073400" y="6553200"/>
            <a:ext cx="60452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05_Slide Number Placeholder 6 (JU-Free)"/>
          <p:cNvSpPr>
            <a:spLocks noGrp="1"/>
          </p:cNvSpPr>
          <p:nvPr>
            <p:ph type="sldNum" sz="quarter" idx="4"/>
          </p:nvPr>
        </p:nvSpPr>
        <p:spPr>
          <a:xfrm>
            <a:off x="11569700" y="6553200"/>
            <a:ext cx="3937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75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</p:sldLayoutIdLst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3600" b="1" kern="1200">
          <a:solidFill>
            <a:srgbClr val="154273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•"/>
        <a:defRPr sz="1700" kern="1200">
          <a:solidFill>
            <a:schemeClr val="tx1"/>
          </a:solidFill>
          <a:latin typeface="RijksSansTT" panose="020B0504010101010104" pitchFamily="34" charset="0"/>
          <a:ea typeface="+mn-ea"/>
          <a:cs typeface="+mn-cs"/>
        </a:defRPr>
      </a:lvl1pPr>
      <a:lvl2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-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&gt;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1700" b="1" kern="1200">
          <a:solidFill>
            <a:schemeClr val="tx1"/>
          </a:solidFill>
          <a:latin typeface="+mj-lt"/>
          <a:ea typeface="+mn-ea"/>
          <a:cs typeface="+mn-cs"/>
        </a:defRPr>
      </a:lvl8pPr>
      <a:lvl9pPr marL="16200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Title Placeholder 1 (JU-Free)"/>
          <p:cNvSpPr>
            <a:spLocks noGrp="1"/>
          </p:cNvSpPr>
          <p:nvPr>
            <p:ph type="title"/>
          </p:nvPr>
        </p:nvSpPr>
        <p:spPr>
          <a:xfrm>
            <a:off x="685800" y="673100"/>
            <a:ext cx="10820400" cy="9017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[Titel]</a:t>
            </a:r>
          </a:p>
        </p:txBody>
      </p:sp>
      <p:sp>
        <p:nvSpPr>
          <p:cNvPr id="3" name="02_Placeholder 2[PHJU] (JU-Free)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10820400" cy="401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8" name="Rectangle 3 (JU-Free)">
            <a:extLst>
              <a:ext uri="{FF2B5EF4-FFF2-40B4-BE49-F238E27FC236}">
                <a16:creationId xmlns:a16="http://schemas.microsoft.com/office/drawing/2014/main" id="{08424746-798F-5FAB-0C9F-654F66B006BE}"/>
              </a:ext>
            </a:extLst>
          </p:cNvPr>
          <p:cNvSpPr>
            <a:spLocks/>
          </p:cNvSpPr>
          <p:nvPr/>
        </p:nvSpPr>
        <p:spPr>
          <a:xfrm>
            <a:off x="228600" y="6553200"/>
            <a:ext cx="2921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nl-NL" sz="700" b="1" noProof="1">
                <a:solidFill>
                  <a:schemeClr val="tx1"/>
                </a:solidFill>
                <a:latin typeface="+mj-lt"/>
              </a:rPr>
              <a:t>Logius</a:t>
            </a:r>
          </a:p>
        </p:txBody>
      </p:sp>
      <p:sp>
        <p:nvSpPr>
          <p:cNvPr id="4" name="03_Date Placeholder 4 (JU-Free)"/>
          <p:cNvSpPr>
            <a:spLocks noGrp="1"/>
          </p:cNvSpPr>
          <p:nvPr>
            <p:ph type="dt" sz="half" idx="2"/>
          </p:nvPr>
        </p:nvSpPr>
        <p:spPr>
          <a:xfrm>
            <a:off x="10744200" y="6553200"/>
            <a:ext cx="762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047CE349-E993-4B18-BF6C-1274C2C9407F}" type="datetimeFigureOut">
              <a:rPr lang="nl-NL" smtClean="0"/>
              <a:t>4-6-2026</a:t>
            </a:fld>
            <a:endParaRPr lang="nl-NL"/>
          </a:p>
        </p:txBody>
      </p:sp>
      <p:sp>
        <p:nvSpPr>
          <p:cNvPr id="5" name="04_Footer Placeholder 5 (JU-Free)"/>
          <p:cNvSpPr>
            <a:spLocks noGrp="1"/>
          </p:cNvSpPr>
          <p:nvPr>
            <p:ph type="ftr" sz="quarter" idx="3"/>
          </p:nvPr>
        </p:nvSpPr>
        <p:spPr>
          <a:xfrm>
            <a:off x="3073400" y="6553200"/>
            <a:ext cx="60452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05_Slide Number Placeholder 6 (JU-Free)"/>
          <p:cNvSpPr>
            <a:spLocks noGrp="1"/>
          </p:cNvSpPr>
          <p:nvPr>
            <p:ph type="sldNum" sz="quarter" idx="4"/>
          </p:nvPr>
        </p:nvSpPr>
        <p:spPr>
          <a:xfrm>
            <a:off x="11569700" y="6553200"/>
            <a:ext cx="3937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465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  <p:sldLayoutId id="2147483766" r:id="rId29"/>
    <p:sldLayoutId id="2147483767" r:id="rId30"/>
    <p:sldLayoutId id="2147483768" r:id="rId31"/>
    <p:sldLayoutId id="2147483769" r:id="rId32"/>
    <p:sldLayoutId id="2147483770" r:id="rId33"/>
    <p:sldLayoutId id="2147483771" r:id="rId34"/>
    <p:sldLayoutId id="2147483772" r:id="rId35"/>
    <p:sldLayoutId id="2147483773" r:id="rId36"/>
    <p:sldLayoutId id="2147483774" r:id="rId37"/>
    <p:sldLayoutId id="2147483775" r:id="rId38"/>
    <p:sldLayoutId id="2147483776" r:id="rId39"/>
    <p:sldLayoutId id="2147483777" r:id="rId40"/>
    <p:sldLayoutId id="2147483778" r:id="rId41"/>
    <p:sldLayoutId id="2147483779" r:id="rId42"/>
    <p:sldLayoutId id="2147483780" r:id="rId43"/>
    <p:sldLayoutId id="2147483781" r:id="rId44"/>
    <p:sldLayoutId id="2147483782" r:id="rId45"/>
    <p:sldLayoutId id="2147483783" r:id="rId46"/>
    <p:sldLayoutId id="2147483784" r:id="rId47"/>
    <p:sldLayoutId id="2147483785" r:id="rId48"/>
    <p:sldLayoutId id="2147483786" r:id="rId49"/>
    <p:sldLayoutId id="2147483787" r:id="rId50"/>
    <p:sldLayoutId id="2147483788" r:id="rId51"/>
    <p:sldLayoutId id="2147483789" r:id="rId52"/>
    <p:sldLayoutId id="2147483790" r:id="rId53"/>
    <p:sldLayoutId id="2147483791" r:id="rId54"/>
    <p:sldLayoutId id="2147483792" r:id="rId55"/>
    <p:sldLayoutId id="2147483793" r:id="rId56"/>
    <p:sldLayoutId id="2147483794" r:id="rId57"/>
    <p:sldLayoutId id="2147483795" r:id="rId58"/>
    <p:sldLayoutId id="2147483796" r:id="rId59"/>
    <p:sldLayoutId id="2147483797" r:id="rId60"/>
    <p:sldLayoutId id="2147483798" r:id="rId61"/>
    <p:sldLayoutId id="2147483799" r:id="rId62"/>
    <p:sldLayoutId id="2147483800" r:id="rId63"/>
    <p:sldLayoutId id="2147483801" r:id="rId64"/>
    <p:sldLayoutId id="2147483802" r:id="rId65"/>
    <p:sldLayoutId id="2147483803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</p:sldLayoutIdLst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3600" b="1" kern="1200">
          <a:solidFill>
            <a:srgbClr val="154273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•"/>
        <a:defRPr sz="1700" kern="1200">
          <a:solidFill>
            <a:schemeClr val="tx1"/>
          </a:solidFill>
          <a:latin typeface="RijksSansTT" panose="020B0504010101010104" pitchFamily="34" charset="0"/>
          <a:ea typeface="+mn-ea"/>
          <a:cs typeface="+mn-cs"/>
        </a:defRPr>
      </a:lvl1pPr>
      <a:lvl2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-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&gt;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1700" b="1" kern="1200">
          <a:solidFill>
            <a:schemeClr val="tx1"/>
          </a:solidFill>
          <a:latin typeface="+mj-lt"/>
          <a:ea typeface="+mn-ea"/>
          <a:cs typeface="+mn-cs"/>
        </a:defRPr>
      </a:lvl8pPr>
      <a:lvl9pPr marL="16200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B4F3136-001C-8840-AF60-D2514BDA34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E6401EF5-665F-0528-9A93-1EE8E476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Technisch Overleg API Design Rules</a:t>
            </a:r>
            <a:endParaRPr lang="en-US" dirty="0"/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3E74282A-17F9-224D-A1AD-C5CC72743F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 van der Lippe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17E95C-7994-8963-FB75-95AFDB509550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nl-NL" dirty="0"/>
              <a:t>2026-06-04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E0FCD2B-17DC-9C68-C208-4E71A9B3E6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67705-0203-0F6A-9967-E8005FD1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0D149E16-1F07-66F4-9645-6CF1D102FDD2}"/>
              </a:ext>
            </a:extLst>
          </p:cNvPr>
          <p:cNvSpPr>
            <a:spLocks noGrp="1"/>
          </p:cNvSpPr>
          <p:nvPr>
            <p:ph type="pic" idx="100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E2CB9CC-BA18-A3C4-EE5E-E811F915C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nl-NL" sz="2800" dirty="0"/>
              <a:t>Updates vanuit beheer</a:t>
            </a:r>
          </a:p>
          <a:p>
            <a:r>
              <a:rPr lang="nl-NL" sz="2800" dirty="0"/>
              <a:t>`</a:t>
            </a:r>
            <a:r>
              <a:rPr lang="nl-NL" sz="2800" dirty="0" err="1"/>
              <a:t>info.contact</a:t>
            </a:r>
            <a:r>
              <a:rPr lang="nl-NL" sz="2800" dirty="0"/>
              <a:t>` kleine wijziging</a:t>
            </a:r>
          </a:p>
          <a:p>
            <a:r>
              <a:rPr lang="nl-NL" sz="2800" dirty="0"/>
              <a:t>Bad </a:t>
            </a:r>
            <a:r>
              <a:rPr lang="nl-NL" sz="2800" dirty="0" err="1"/>
              <a:t>request</a:t>
            </a:r>
            <a:r>
              <a:rPr lang="nl-NL" sz="2800" dirty="0"/>
              <a:t> </a:t>
            </a:r>
            <a:r>
              <a:rPr lang="nl-NL" sz="2800" dirty="0" err="1"/>
              <a:t>errors</a:t>
            </a:r>
            <a:endParaRPr lang="nl-NL" sz="2800" dirty="0"/>
          </a:p>
          <a:p>
            <a:r>
              <a:rPr lang="nl-NL" sz="2800" dirty="0"/>
              <a:t>Taalcodes RFC 5646</a:t>
            </a:r>
          </a:p>
          <a:p>
            <a:r>
              <a:rPr lang="nl-NL" sz="2800" dirty="0" err="1"/>
              <a:t>Pagination</a:t>
            </a:r>
            <a:r>
              <a:rPr lang="nl-NL" sz="2800" dirty="0"/>
              <a:t> Module</a:t>
            </a:r>
          </a:p>
        </p:txBody>
      </p:sp>
    </p:spTree>
    <p:extLst>
      <p:ext uri="{BB962C8B-B14F-4D97-AF65-F5344CB8AC3E}">
        <p14:creationId xmlns:p14="http://schemas.microsoft.com/office/powerpoint/2010/main" val="92931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CB75C-D362-5308-A972-912C6020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Updates vanuit beheer</a:t>
            </a:r>
          </a:p>
        </p:txBody>
      </p:sp>
    </p:spTree>
    <p:extLst>
      <p:ext uri="{BB962C8B-B14F-4D97-AF65-F5344CB8AC3E}">
        <p14:creationId xmlns:p14="http://schemas.microsoft.com/office/powerpoint/2010/main" val="138539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563AC-023A-5795-11A3-E54867CD422A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Updates vanuit beheer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8E5CB4-584C-FB5A-0C29-AA9B651F3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ADR 2.2 vastgesteld afgelopen dinsdag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 err="1"/>
              <a:t>APIDays</a:t>
            </a:r>
            <a:r>
              <a:rPr lang="nl-NL" sz="3200" dirty="0"/>
              <a:t> presentatie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Problematiek met </a:t>
            </a:r>
            <a:r>
              <a:rPr lang="nl-NL" sz="3200" dirty="0" err="1"/>
              <a:t>linter</a:t>
            </a:r>
            <a:r>
              <a:rPr lang="nl-NL" sz="3200" dirty="0"/>
              <a:t> synchronisatie</a:t>
            </a:r>
          </a:p>
        </p:txBody>
      </p:sp>
    </p:spTree>
    <p:extLst>
      <p:ext uri="{BB962C8B-B14F-4D97-AF65-F5344CB8AC3E}">
        <p14:creationId xmlns:p14="http://schemas.microsoft.com/office/powerpoint/2010/main" val="367285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11B8-C294-2196-4BFC-F8AF76FE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52BA2-4767-3D1F-8E05-DDD83FED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`</a:t>
            </a:r>
            <a:r>
              <a:rPr lang="nl-NL" dirty="0" err="1"/>
              <a:t>info.contact</a:t>
            </a:r>
            <a:r>
              <a:rPr lang="nl-NL" dirty="0"/>
              <a:t>` kleine wijziging</a:t>
            </a:r>
          </a:p>
        </p:txBody>
      </p:sp>
    </p:spTree>
    <p:extLst>
      <p:ext uri="{BB962C8B-B14F-4D97-AF65-F5344CB8AC3E}">
        <p14:creationId xmlns:p14="http://schemas.microsoft.com/office/powerpoint/2010/main" val="269047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5EAE-3E33-5D9A-7E9A-38FF6C17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79B9F-CD70-E9C8-B888-4063F855B208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`</a:t>
            </a:r>
            <a:r>
              <a:rPr lang="nl-NL" dirty="0" err="1"/>
              <a:t>info.contact</a:t>
            </a:r>
            <a:r>
              <a:rPr lang="nl-NL" dirty="0"/>
              <a:t>` kleine wijziging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3A3561D-ED68-E219-360A-B7BC4B1C5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82" y="2052272"/>
            <a:ext cx="11237836" cy="275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40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89E9-3D74-1FF3-3242-4C1B1392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53A85-FF04-7A95-9CC9-6E5CD856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Bad </a:t>
            </a:r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errors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2873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4253-F852-69D1-34C3-8C647CF0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B0A20-0D32-C0BC-D588-A29B19E513CA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Bad </a:t>
            </a:r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errors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5E2119-A1A6-AAF9-3665-1E912CD5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Error handling zonder deze regel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Kon het wel worden </a:t>
            </a:r>
            <a:r>
              <a:rPr lang="nl-NL" sz="3200" dirty="0" err="1"/>
              <a:t>geimplementeerd</a:t>
            </a:r>
            <a:r>
              <a:rPr lang="nl-NL" sz="3200" dirty="0"/>
              <a:t>?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Naamgeving van veld</a:t>
            </a:r>
          </a:p>
        </p:txBody>
      </p:sp>
    </p:spTree>
    <p:extLst>
      <p:ext uri="{BB962C8B-B14F-4D97-AF65-F5344CB8AC3E}">
        <p14:creationId xmlns:p14="http://schemas.microsoft.com/office/powerpoint/2010/main" val="10725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B94B-8076-9E54-10B9-1328FB83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7A41C-2521-0ED9-5D68-BD163B6E825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Bad </a:t>
            </a:r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errors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92EEA0-58C9-55D7-668D-E3E09E4F2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60E5F68-8A3F-9A78-EB43-84762B53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389919"/>
            <a:ext cx="11155680" cy="437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32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60E05-9592-9216-6E85-2285FFAA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F4ECD-F040-BC8E-A345-0D0639A14B5E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Bad </a:t>
            </a:r>
            <a:r>
              <a:rPr lang="nl-NL" dirty="0" err="1"/>
              <a:t>request</a:t>
            </a:r>
            <a:r>
              <a:rPr lang="nl-NL" dirty="0"/>
              <a:t> </a:t>
            </a:r>
            <a:r>
              <a:rPr lang="nl-NL" dirty="0" err="1"/>
              <a:t>errors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10B3D4-B915-C8AC-1B8D-02E059514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Conclusie: ja het kan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Vereist </a:t>
            </a:r>
            <a:r>
              <a:rPr lang="nl-NL" sz="3200" dirty="0" err="1"/>
              <a:t>custom</a:t>
            </a:r>
            <a:r>
              <a:rPr lang="nl-NL" sz="3200" dirty="0"/>
              <a:t> code, niet elke organisatie wil dat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Onduidelijk hoe andere standaarden evolueren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Voorstel: voor nu op pauze</a:t>
            </a:r>
          </a:p>
        </p:txBody>
      </p:sp>
    </p:spTree>
    <p:extLst>
      <p:ext uri="{BB962C8B-B14F-4D97-AF65-F5344CB8AC3E}">
        <p14:creationId xmlns:p14="http://schemas.microsoft.com/office/powerpoint/2010/main" val="43884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C941-0368-33F4-6867-ECB5899C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A4BFF-9B06-2054-1BCD-3C3A7036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Taalcodes RFC 5646</a:t>
            </a:r>
          </a:p>
        </p:txBody>
      </p:sp>
    </p:spTree>
    <p:extLst>
      <p:ext uri="{BB962C8B-B14F-4D97-AF65-F5344CB8AC3E}">
        <p14:creationId xmlns:p14="http://schemas.microsoft.com/office/powerpoint/2010/main" val="1363039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55D6-F43D-FBE5-0CDC-E1ACC59C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68A55-F978-2C71-5E42-FA4D5BD7785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RFC 5646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7C8A5D-EB82-4332-3FA0-B0D39068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Relevant voor gemeenten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BCP47 meest bekende variant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nl-NL, en-GB, en-US</a:t>
            </a:r>
          </a:p>
        </p:txBody>
      </p:sp>
    </p:spTree>
    <p:extLst>
      <p:ext uri="{BB962C8B-B14F-4D97-AF65-F5344CB8AC3E}">
        <p14:creationId xmlns:p14="http://schemas.microsoft.com/office/powerpoint/2010/main" val="83973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7A60F-0A17-9C2F-F2FF-A6D5523D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BF4A60-9DEE-ED46-7998-A53BA2F4BCF9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RFC 5646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B601CBC-DE77-FE4F-028D-4D2161E2C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1469E34-FF40-E0F3-5CB3-8E46CA261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9" y="1878965"/>
            <a:ext cx="10905602" cy="310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48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F9B2-993E-6B33-1807-F1DDB7FC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137A037-99FE-FBC6-ADE9-1E14D8642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7AD29EC-25F5-7C5E-118B-44F612A15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448253"/>
            <a:ext cx="9086850" cy="6409747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777FD13F-B2B8-35B4-6EDE-46A691CA9E26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7023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A3390-622F-275B-436D-3FEE59F0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B0C8B3D-5BFD-1BF1-8144-A0482585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21BBCC-9ADD-A5D7-1391-E4DEB002F0E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44CDEB2-3520-BE27-6E83-DB47740B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3082"/>
            <a:ext cx="10820400" cy="553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18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F890-B848-AE15-E2F7-156A3C88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E7F31-74F4-C249-F7C9-A680B3F362F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RFC 5646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FC7B18-7DFB-4286-D26C-4045E15C3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Is dit de juiste RFC keuze?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Moeten we ook de veldnamen standaardiseren?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Hoe automatiseren we testen?</a:t>
            </a:r>
          </a:p>
        </p:txBody>
      </p:sp>
    </p:spTree>
    <p:extLst>
      <p:ext uri="{BB962C8B-B14F-4D97-AF65-F5344CB8AC3E}">
        <p14:creationId xmlns:p14="http://schemas.microsoft.com/office/powerpoint/2010/main" val="244515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4DE5-0AA8-2771-6B5D-12C7C65D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5D93C-BC90-3A78-6EA9-B22D5420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</p:spTree>
    <p:extLst>
      <p:ext uri="{BB962C8B-B14F-4D97-AF65-F5344CB8AC3E}">
        <p14:creationId xmlns:p14="http://schemas.microsoft.com/office/powerpoint/2010/main" val="2911902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9714-5330-F21B-BDC8-63CF8101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016966-CE14-86D5-74FF-666C06DCD2D5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2B071E-E362-8B42-4FBC-61952B14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Kennisbank artikel op DON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Behoefte vanuit Kennisplatform </a:t>
            </a:r>
            <a:r>
              <a:rPr lang="nl-NL" sz="3200" dirty="0" err="1"/>
              <a:t>API’s</a:t>
            </a:r>
            <a:endParaRPr lang="nl-NL" sz="3200" dirty="0"/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Veel </a:t>
            </a:r>
            <a:r>
              <a:rPr lang="nl-NL" sz="3200" dirty="0" err="1"/>
              <a:t>API’s</a:t>
            </a:r>
            <a:r>
              <a:rPr lang="nl-NL" sz="3200" dirty="0"/>
              <a:t> maken er gebruik van</a:t>
            </a:r>
          </a:p>
        </p:txBody>
      </p:sp>
    </p:spTree>
    <p:extLst>
      <p:ext uri="{BB962C8B-B14F-4D97-AF65-F5344CB8AC3E}">
        <p14:creationId xmlns:p14="http://schemas.microsoft.com/office/powerpoint/2010/main" val="4015008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49A3-3CDD-9D76-D326-386FF027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32A59-A44F-3DA0-49D9-C903E316BA69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E2AD32-5BD3-29E3-C6BC-417166F0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2 mogelijke manieren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Geen expliciete winnaar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Kleine naamgeving verschillen</a:t>
            </a:r>
          </a:p>
        </p:txBody>
      </p:sp>
    </p:spTree>
    <p:extLst>
      <p:ext uri="{BB962C8B-B14F-4D97-AF65-F5344CB8AC3E}">
        <p14:creationId xmlns:p14="http://schemas.microsoft.com/office/powerpoint/2010/main" val="3634142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A7A1-85A5-FA95-C08F-31558F59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CC702-A745-AABB-50C5-73FC2A359FE5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AAA43D-1143-2FAE-C72F-BA2C6238C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/</a:t>
            </a:r>
            <a:r>
              <a:rPr lang="nl-NL" sz="3200" dirty="0" err="1"/>
              <a:t>pagination</a:t>
            </a:r>
            <a:r>
              <a:rPr lang="nl-NL" sz="3200" dirty="0"/>
              <a:t>/format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/</a:t>
            </a:r>
            <a:r>
              <a:rPr lang="nl-NL" sz="3200" dirty="0" err="1"/>
              <a:t>pagination</a:t>
            </a:r>
            <a:r>
              <a:rPr lang="nl-NL" sz="3200" dirty="0"/>
              <a:t>/links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/</a:t>
            </a:r>
            <a:r>
              <a:rPr lang="nl-NL" sz="3200" dirty="0" err="1"/>
              <a:t>pagination</a:t>
            </a:r>
            <a:r>
              <a:rPr lang="nl-NL" sz="3200" dirty="0"/>
              <a:t>/</a:t>
            </a:r>
            <a:r>
              <a:rPr lang="nl-NL" sz="3200" dirty="0" err="1"/>
              <a:t>sorting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4121333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0E37-55B4-D18B-2335-497B2692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CA26B-C544-EF0B-278A-E7314C86E575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45395A-7142-A525-A439-D15206760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2400" dirty="0"/>
              <a:t>Moeten we iets zeggen over items array naamgeving?</a:t>
            </a:r>
          </a:p>
          <a:p>
            <a:pPr marL="354013" indent="-354013">
              <a:lnSpc>
                <a:spcPct val="200000"/>
              </a:lnSpc>
            </a:pPr>
            <a:r>
              <a:rPr lang="nl-NL" sz="2400" dirty="0"/>
              <a:t>Moet een response de </a:t>
            </a:r>
            <a:r>
              <a:rPr lang="nl-NL" sz="2400" dirty="0" err="1"/>
              <a:t>pageSize</a:t>
            </a:r>
            <a:r>
              <a:rPr lang="nl-NL" sz="2400" dirty="0"/>
              <a:t> teruggeven zelfs als de </a:t>
            </a:r>
            <a:r>
              <a:rPr lang="nl-NL" sz="2400" dirty="0" err="1"/>
              <a:t>request</a:t>
            </a:r>
            <a:r>
              <a:rPr lang="nl-NL" sz="2400" dirty="0"/>
              <a:t> het niet aangeeft?</a:t>
            </a:r>
          </a:p>
          <a:p>
            <a:pPr marL="354013" indent="-354013">
              <a:lnSpc>
                <a:spcPct val="200000"/>
              </a:lnSpc>
            </a:pPr>
            <a:r>
              <a:rPr lang="nl-NL" sz="2400" dirty="0"/>
              <a:t>Wat als je een </a:t>
            </a:r>
            <a:r>
              <a:rPr lang="nl-NL" sz="2400" dirty="0" err="1"/>
              <a:t>pageSize</a:t>
            </a:r>
            <a:r>
              <a:rPr lang="nl-NL" sz="2400" dirty="0"/>
              <a:t> van 1000 doet maar je wilt er maar 100 teruggeven?</a:t>
            </a:r>
          </a:p>
          <a:p>
            <a:pPr marL="354013" indent="-354013">
              <a:lnSpc>
                <a:spcPct val="200000"/>
              </a:lnSpc>
            </a:pPr>
            <a:r>
              <a:rPr lang="nl-NL" sz="2400" dirty="0"/>
              <a:t>Hoe </a:t>
            </a:r>
            <a:r>
              <a:rPr lang="nl-NL" sz="2400" dirty="0" err="1"/>
              <a:t>definieren</a:t>
            </a:r>
            <a:r>
              <a:rPr lang="nl-NL" sz="2400" dirty="0"/>
              <a:t> we sorteren netjes? Ook met wijzigingen tussendoor van de onderliggende resource.</a:t>
            </a:r>
          </a:p>
          <a:p>
            <a:pPr marL="354013" indent="-354013">
              <a:lnSpc>
                <a:spcPct val="200000"/>
              </a:lnSpc>
            </a:pPr>
            <a:r>
              <a:rPr lang="nl-NL" sz="2400" dirty="0" err="1"/>
              <a:t>CosmosDB</a:t>
            </a:r>
            <a:r>
              <a:rPr lang="nl-NL" sz="2400" dirty="0"/>
              <a:t> werkt met “</a:t>
            </a:r>
            <a:r>
              <a:rPr lang="nl-NL" sz="2400" dirty="0" err="1"/>
              <a:t>continuation</a:t>
            </a:r>
            <a:r>
              <a:rPr lang="nl-NL" sz="2400" dirty="0"/>
              <a:t> token” met eigen </a:t>
            </a:r>
            <a:r>
              <a:rPr lang="nl-NL" sz="2400" dirty="0" err="1"/>
              <a:t>pagination</a:t>
            </a:r>
            <a:r>
              <a:rPr lang="nl-NL" sz="2400" dirty="0"/>
              <a:t> op database</a:t>
            </a:r>
          </a:p>
        </p:txBody>
      </p:sp>
    </p:spTree>
    <p:extLst>
      <p:ext uri="{BB962C8B-B14F-4D97-AF65-F5344CB8AC3E}">
        <p14:creationId xmlns:p14="http://schemas.microsoft.com/office/powerpoint/2010/main" val="233807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1CC47-E5FC-AA98-040B-765B0ADC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51360"/>
            <a:ext cx="10820400" cy="2155280"/>
          </a:xfrm>
        </p:spPr>
        <p:txBody>
          <a:bodyPr/>
          <a:lstStyle/>
          <a:p>
            <a:pPr algn="ctr"/>
            <a:r>
              <a:rPr lang="nl-NL" dirty="0"/>
              <a:t>Volgende TO</a:t>
            </a:r>
            <a:br>
              <a:rPr lang="nl-NL" dirty="0"/>
            </a:br>
            <a:r>
              <a:rPr lang="nl-NL" dirty="0"/>
              <a:t>2026-09-10</a:t>
            </a:r>
            <a:br>
              <a:rPr lang="nl-NL" dirty="0"/>
            </a:br>
            <a:r>
              <a:rPr lang="nl-NL" dirty="0"/>
              <a:t>9:45-11:00</a:t>
            </a:r>
          </a:p>
        </p:txBody>
      </p:sp>
    </p:spTree>
    <p:extLst>
      <p:ext uri="{BB962C8B-B14F-4D97-AF65-F5344CB8AC3E}">
        <p14:creationId xmlns:p14="http://schemas.microsoft.com/office/powerpoint/2010/main" val="4261493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DE4F-368E-98D2-D047-CC33BE69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041F48A0-3846-4B01-B150-8AE381BD25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5A5E219-F846-CB23-9870-8021C5E4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Technisch Overleg API Design Rules</a:t>
            </a:r>
            <a:endParaRPr lang="en-US" dirty="0"/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2798192F-647E-3550-7012-BD4DDB1C6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 van der Lippe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6156DED-70DD-B28B-0AAA-DE98AC94AD02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nl-NL" dirty="0"/>
              <a:t>2026-06-04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B89216E-9E65-5C49-6BA9-BEB6246FC7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39574"/>
      </p:ext>
    </p:extLst>
  </p:cSld>
  <p:clrMapOvr>
    <a:masterClrMapping/>
  </p:clrMapOvr>
</p:sld>
</file>

<file path=ppt/theme/theme1.xml><?xml version="1.0" encoding="utf-8"?>
<a:theme xmlns:a="http://schemas.openxmlformats.org/drawingml/2006/main" name="Huisstijl">
  <a:themeElements>
    <a:clrScheme name="Kleuren - Logius">
      <a:dk1>
        <a:srgbClr val="000000"/>
      </a:dk1>
      <a:lt1>
        <a:srgbClr val="FFFFFF"/>
      </a:lt1>
      <a:dk2>
        <a:srgbClr val="39870C"/>
      </a:dk2>
      <a:lt2>
        <a:srgbClr val="FFFFFF"/>
      </a:lt2>
      <a:accent1>
        <a:srgbClr val="39870C"/>
      </a:accent1>
      <a:accent2>
        <a:srgbClr val="6AA549"/>
      </a:accent2>
      <a:accent3>
        <a:srgbClr val="88B76D"/>
      </a:accent3>
      <a:accent4>
        <a:srgbClr val="A5C991"/>
      </a:accent4>
      <a:accent5>
        <a:srgbClr val="C3DBB5"/>
      </a:accent5>
      <a:accent6>
        <a:srgbClr val="E1EDDA"/>
      </a:accent6>
      <a:hlink>
        <a:srgbClr val="154273"/>
      </a:hlink>
      <a:folHlink>
        <a:srgbClr val="154273"/>
      </a:folHlink>
    </a:clrScheme>
    <a:fontScheme name="Lettertypen Ministerie">
      <a:majorFont>
        <a:latin typeface="RijksSansTT"/>
        <a:ea typeface=""/>
        <a:cs typeface=""/>
      </a:majorFont>
      <a:minorFont>
        <a:latin typeface="RijksSansTT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oen">
      <a:srgbClr val="39870C"/>
    </a:custClr>
    <a:custClr name="Groen 75%">
      <a:srgbClr val="6AA549"/>
    </a:custClr>
    <a:custClr name="Groen 60%">
      <a:srgbClr val="88B76D"/>
    </a:custClr>
    <a:custClr name="Groen 45%">
      <a:srgbClr val="A5C991"/>
    </a:custClr>
    <a:custClr name="Groen 30%">
      <a:srgbClr val="C3DBB5"/>
    </a:custClr>
    <a:custClr name="Groen 15%">
      <a:srgbClr val="E1EDD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ntblauw">
      <a:srgbClr val="154273"/>
    </a:custClr>
    <a:custClr name="lintblauw 75%">
      <a:srgbClr val="4F7196"/>
    </a:custClr>
    <a:custClr name="lintblauw 60%">
      <a:srgbClr val="738EAB"/>
    </a:custClr>
    <a:custClr name="Lintblauw 45%">
      <a:srgbClr val="95A9C0"/>
    </a:custClr>
    <a:custClr name="Lintblauw 30%">
      <a:srgbClr val="B8C6D5"/>
    </a:custClr>
    <a:custClr name="lintblauw 15%">
      <a:srgbClr val="DCE3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je">
      <a:srgbClr val="E17000"/>
    </a:custClr>
    <a:custClr name="Oranje 75%">
      <a:srgbClr val="E89440"/>
    </a:custClr>
    <a:custClr name="Oranje 60%">
      <a:srgbClr val="EDA966"/>
    </a:custClr>
    <a:custClr name="Oranje 45%">
      <a:srgbClr val="F1BE8C"/>
    </a:custClr>
    <a:custClr name="Oranje 30%">
      <a:srgbClr val="F6D4B2"/>
    </a:custClr>
    <a:custClr name="Oranje 15%">
      <a:srgbClr val="FBEAD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onkergeel">
      <a:srgbClr val="FFB612"/>
    </a:custClr>
    <a:custClr name="Donkergeel 75%">
      <a:srgbClr val="FDC84D"/>
    </a:custClr>
    <a:custClr name="Donkergeel 60%">
      <a:srgbClr val="FDD370"/>
    </a:custClr>
    <a:custClr name="Donkergeel 45%">
      <a:srgbClr val="FDDE94"/>
    </a:custClr>
    <a:custClr name="Donkergeel 30%">
      <a:srgbClr val="FEE9B7"/>
    </a:custClr>
    <a:custClr name="Donkergeel 15%">
      <a:srgbClr val="FEF4DB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chtblauw">
      <a:srgbClr val="8FCAE7"/>
    </a:custClr>
    <a:custClr name="Lichtblauw 75%">
      <a:srgbClr val="ABD7ED"/>
    </a:custClr>
    <a:custClr name="Lichtblauw 60%">
      <a:srgbClr val="BCDFF0"/>
    </a:custClr>
    <a:custClr name="Lichtblauw 45%">
      <a:srgbClr val="CCE7F4"/>
    </a:custClr>
    <a:custClr name="Lichtblauw 30%">
      <a:srgbClr val="DDEFF8"/>
    </a:custClr>
    <a:custClr name="Lichtblauw 15%">
      <a:srgbClr val="EEF7F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e (NL) Logius.pptx [Read-Only]" id="{C9D9E1C4-569E-4D9C-864F-8EB056E23D27}" vid="{069ED119-31C9-47E4-844F-36C7C6669FCF}"/>
    </a:ext>
  </a:extLst>
</a:theme>
</file>

<file path=ppt/theme/theme2.xml><?xml version="1.0" encoding="utf-8"?>
<a:theme xmlns:a="http://schemas.openxmlformats.org/drawingml/2006/main" name="1_Huisstijl">
  <a:themeElements>
    <a:clrScheme name="Kleuren - Logius">
      <a:dk1>
        <a:srgbClr val="000000"/>
      </a:dk1>
      <a:lt1>
        <a:srgbClr val="FFFFFF"/>
      </a:lt1>
      <a:dk2>
        <a:srgbClr val="39870C"/>
      </a:dk2>
      <a:lt2>
        <a:srgbClr val="FFFFFF"/>
      </a:lt2>
      <a:accent1>
        <a:srgbClr val="39870C"/>
      </a:accent1>
      <a:accent2>
        <a:srgbClr val="6AA549"/>
      </a:accent2>
      <a:accent3>
        <a:srgbClr val="88B76D"/>
      </a:accent3>
      <a:accent4>
        <a:srgbClr val="A5C991"/>
      </a:accent4>
      <a:accent5>
        <a:srgbClr val="C3DBB5"/>
      </a:accent5>
      <a:accent6>
        <a:srgbClr val="E1EDDA"/>
      </a:accent6>
      <a:hlink>
        <a:srgbClr val="154273"/>
      </a:hlink>
      <a:folHlink>
        <a:srgbClr val="154273"/>
      </a:folHlink>
    </a:clrScheme>
    <a:fontScheme name="Lettertypen Ministerie">
      <a:majorFont>
        <a:latin typeface="RijksSansTT"/>
        <a:ea typeface=""/>
        <a:cs typeface=""/>
      </a:majorFont>
      <a:minorFont>
        <a:latin typeface="RijksSansTT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oen">
      <a:srgbClr val="39870C"/>
    </a:custClr>
    <a:custClr name="Groen 75%">
      <a:srgbClr val="6AA549"/>
    </a:custClr>
    <a:custClr name="Groen 60%">
      <a:srgbClr val="88B76D"/>
    </a:custClr>
    <a:custClr name="Groen 45%">
      <a:srgbClr val="A5C991"/>
    </a:custClr>
    <a:custClr name="Groen 30%">
      <a:srgbClr val="C3DBB5"/>
    </a:custClr>
    <a:custClr name="Groen 15%">
      <a:srgbClr val="E1EDD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ntblauw">
      <a:srgbClr val="154273"/>
    </a:custClr>
    <a:custClr name="lintblauw 75%">
      <a:srgbClr val="4F7196"/>
    </a:custClr>
    <a:custClr name="lintblauw 60%">
      <a:srgbClr val="738EAB"/>
    </a:custClr>
    <a:custClr name="Lintblauw 45%">
      <a:srgbClr val="95A9C0"/>
    </a:custClr>
    <a:custClr name="Lintblauw 30%">
      <a:srgbClr val="B8C6D5"/>
    </a:custClr>
    <a:custClr name="lintblauw 15%">
      <a:srgbClr val="DCE3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je">
      <a:srgbClr val="E17000"/>
    </a:custClr>
    <a:custClr name="Oranje 75%">
      <a:srgbClr val="E89440"/>
    </a:custClr>
    <a:custClr name="Oranje 60%">
      <a:srgbClr val="EDA966"/>
    </a:custClr>
    <a:custClr name="Oranje 45%">
      <a:srgbClr val="F1BE8C"/>
    </a:custClr>
    <a:custClr name="Oranje 30%">
      <a:srgbClr val="F6D4B2"/>
    </a:custClr>
    <a:custClr name="Oranje 15%">
      <a:srgbClr val="FBEAD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onkergeel">
      <a:srgbClr val="FFB612"/>
    </a:custClr>
    <a:custClr name="Donkergeel 75%">
      <a:srgbClr val="FDC84D"/>
    </a:custClr>
    <a:custClr name="Donkergeel 60%">
      <a:srgbClr val="FDD370"/>
    </a:custClr>
    <a:custClr name="Donkergeel 45%">
      <a:srgbClr val="FDDE94"/>
    </a:custClr>
    <a:custClr name="Donkergeel 30%">
      <a:srgbClr val="FEE9B7"/>
    </a:custClr>
    <a:custClr name="Donkergeel 15%">
      <a:srgbClr val="FEF4DB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chtblauw">
      <a:srgbClr val="8FCAE7"/>
    </a:custClr>
    <a:custClr name="Lichtblauw 75%">
      <a:srgbClr val="ABD7ED"/>
    </a:custClr>
    <a:custClr name="Lichtblauw 60%">
      <a:srgbClr val="BCDFF0"/>
    </a:custClr>
    <a:custClr name="Lichtblauw 45%">
      <a:srgbClr val="CCE7F4"/>
    </a:custClr>
    <a:custClr name="Lichtblauw 30%">
      <a:srgbClr val="DDEFF8"/>
    </a:custClr>
    <a:custClr name="Lichtblauw 15%">
      <a:srgbClr val="EEF7F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e (NL) Logius.pptx [Read-Only]" id="{C9D9E1C4-569E-4D9C-864F-8EB056E23D27}" vid="{069ED119-31C9-47E4-844F-36C7C6669F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281</Words>
  <Application>Microsoft Office PowerPoint</Application>
  <PresentationFormat>Breedbeeld</PresentationFormat>
  <Paragraphs>60</Paragraphs>
  <Slides>23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23</vt:i4>
      </vt:variant>
    </vt:vector>
  </HeadingPairs>
  <TitlesOfParts>
    <vt:vector size="29" baseType="lpstr">
      <vt:lpstr>Arial</vt:lpstr>
      <vt:lpstr>RijksoverheidSerif</vt:lpstr>
      <vt:lpstr>RijksSansTT</vt:lpstr>
      <vt:lpstr>RijksSansTT ExtraBold</vt:lpstr>
      <vt:lpstr>Huisstijl</vt:lpstr>
      <vt:lpstr>1_Huisstijl</vt:lpstr>
      <vt:lpstr>Technisch Overleg API Design Rules</vt:lpstr>
      <vt:lpstr>Inhoudsopgave</vt:lpstr>
      <vt:lpstr>Updates vanuit beheer</vt:lpstr>
      <vt:lpstr>Updates vanuit beheer</vt:lpstr>
      <vt:lpstr>`info.contact` kleine wijziging</vt:lpstr>
      <vt:lpstr>`info.contact` kleine wijziging</vt:lpstr>
      <vt:lpstr>Bad request errors</vt:lpstr>
      <vt:lpstr>Bad request errors</vt:lpstr>
      <vt:lpstr>Bad request errors</vt:lpstr>
      <vt:lpstr>Bad request errors</vt:lpstr>
      <vt:lpstr>Taalcodes RFC 5646</vt:lpstr>
      <vt:lpstr>Taalcodes RFC 5646</vt:lpstr>
      <vt:lpstr>Taalcodes RFC 5646</vt:lpstr>
      <vt:lpstr>PowerPoint-presentatie</vt:lpstr>
      <vt:lpstr>PowerPoint-presentatie</vt:lpstr>
      <vt:lpstr>Taalcodes RFC 5646</vt:lpstr>
      <vt:lpstr>Pagination module</vt:lpstr>
      <vt:lpstr>Pagination module</vt:lpstr>
      <vt:lpstr>Pagination module</vt:lpstr>
      <vt:lpstr>Pagination module</vt:lpstr>
      <vt:lpstr>Pagination module</vt:lpstr>
      <vt:lpstr>Volgende TO 2026-09-10 9:45-11:00</vt:lpstr>
      <vt:lpstr>Technisch Overleg API Design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Lippe, Tim van der</dc:creator>
  <cp:lastModifiedBy>Lippe, Tim van der</cp:lastModifiedBy>
  <cp:revision>20</cp:revision>
  <dcterms:created xsi:type="dcterms:W3CDTF">2026-05-15T07:08:39Z</dcterms:created>
  <dcterms:modified xsi:type="dcterms:W3CDTF">2026-06-04T07:38:57Z</dcterms:modified>
</cp:coreProperties>
</file>